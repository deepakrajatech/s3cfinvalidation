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4"/>
  </p:sldMasterIdLst>
  <p:notesMasterIdLst>
    <p:notesMasterId r:id="rId18"/>
  </p:notesMasterIdLst>
  <p:handoutMasterIdLst>
    <p:handoutMasterId r:id="rId19"/>
  </p:handoutMasterIdLst>
  <p:sldIdLst>
    <p:sldId id="2147480576" r:id="rId5"/>
    <p:sldId id="2147480575" r:id="rId6"/>
    <p:sldId id="2147480595" r:id="rId7"/>
    <p:sldId id="2147480596" r:id="rId8"/>
    <p:sldId id="2147480572" r:id="rId9"/>
    <p:sldId id="2147480597" r:id="rId10"/>
    <p:sldId id="2147480598" r:id="rId11"/>
    <p:sldId id="2147480601" r:id="rId12"/>
    <p:sldId id="2147480599" r:id="rId13"/>
    <p:sldId id="2147480602" r:id="rId14"/>
    <p:sldId id="2147480600" r:id="rId15"/>
    <p:sldId id="2147480577" r:id="rId16"/>
    <p:sldId id="21474805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E571332F-8EF4-43FA-9088-3E67EA383912}">
          <p14:sldIdLst>
            <p14:sldId id="2147480576"/>
            <p14:sldId id="2147480575"/>
            <p14:sldId id="2147480595"/>
            <p14:sldId id="2147480596"/>
            <p14:sldId id="2147480572"/>
            <p14:sldId id="2147480597"/>
            <p14:sldId id="2147480598"/>
            <p14:sldId id="2147480601"/>
            <p14:sldId id="2147480599"/>
            <p14:sldId id="2147480602"/>
            <p14:sldId id="2147480600"/>
            <p14:sldId id="2147480577"/>
          </p14:sldIdLst>
        </p14:section>
        <p14:section name="Cover Options: 1" id="{1492F9E8-E9CE-49C5-BBA5-7592BCBEA176}">
          <p14:sldIdLst/>
        </p14:section>
        <p14:section name="Cover Options: 2" id="{EDAFF461-96F3-466A-9347-0D3067AA3BD8}">
          <p14:sldIdLst/>
        </p14:section>
        <p14:section name="Dividers" id="{878BAC3F-9593-4CA4-8670-D3AB86805A1C}">
          <p14:sldIdLst/>
        </p14:section>
        <p14:section name="Table of Contents" id="{38E4BCA4-4DCE-4884-8AF0-A860E9838859}">
          <p14:sldIdLst/>
        </p14:section>
        <p14:section name="Slide Layouts" id="{64724FFA-DCCD-47BA-B62D-A2B29E413633}">
          <p14:sldIdLst/>
        </p14:section>
        <p14:section name="End slides" id="{A3037115-5D3C-48BE-A78A-E56426579160}">
          <p14:sldIdLst>
            <p14:sldId id="21474805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498044-6295-71E8-F137-9CB760776C0C}" name="Emily Taverna" initials="ET" userId="S::etaverna@wingate.com.au::40928e10-d94a-4a44-bb09-45992fa3b34a" providerId="AD"/>
  <p188:author id="{F6172047-4E5C-69A0-1419-BF6BE208E332}" name="Khoshab, Shadi" initials="SK" userId="S::shadi.khoshab@softwareone.com::4867163d-4396-4869-8fc1-4c37df58b5e9" providerId="AD"/>
  <p188:author id="{AA6D9348-D60B-37C6-806C-3ED8E23EA1AD}" name="Allgood, Trent" initials="AT" userId="S::trent.allgood@softwareone.com::9720653b-f2e6-414b-b67a-e80eb4a1f9d7" providerId="AD"/>
  <p188:author id="{0DBBDED2-98A1-9A3E-E75E-6A024E58A804}" name="Talgo, Melissa (Content Creator)" initials="TC" userId="S::melissatalago_gmail.com#ext#@softwareone.onmicrosoft.com::0e622545-78fb-4fc7-b9e2-9f5063c70182" providerId="AD"/>
  <p188:author id="{861D81FF-E7C5-F85D-E037-996B182255B3}" name="Frensel, Holger" initials="" userId="S::holger.frensel@softwareone.com::d9daec5d-1fee-4d19-b73c-0e27f2b2aac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1F1F1"/>
    <a:srgbClr val="17A180"/>
    <a:srgbClr val="2469B3"/>
    <a:srgbClr val="4655A5"/>
    <a:srgbClr val="4654A5"/>
    <a:srgbClr val="4A52A3"/>
    <a:srgbClr val="574A9E"/>
    <a:srgbClr val="573795"/>
    <a:srgbClr val="2E22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3269B-C705-48EC-BFCD-20AE4DC5BA57}" v="14" dt="2025-11-17T11:02:16.6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6201" autoAdjust="0"/>
  </p:normalViewPr>
  <p:slideViewPr>
    <p:cSldViewPr snapToGrid="0" showGuides="1">
      <p:cViewPr varScale="1">
        <p:scale>
          <a:sx n="74" d="100"/>
          <a:sy n="74" d="100"/>
        </p:scale>
        <p:origin x="300" y="72"/>
      </p:cViewPr>
      <p:guideLst/>
    </p:cSldViewPr>
  </p:slideViewPr>
  <p:outlineViewPr>
    <p:cViewPr>
      <p:scale>
        <a:sx n="33" d="100"/>
        <a:sy n="33" d="100"/>
      </p:scale>
      <p:origin x="0" y="-10926"/>
    </p:cViewPr>
  </p:outlineViewPr>
  <p:notesTextViewPr>
    <p:cViewPr>
      <p:scale>
        <a:sx n="3" d="2"/>
        <a:sy n="3" d="2"/>
      </p:scale>
      <p:origin x="0" y="0"/>
    </p:cViewPr>
  </p:notesTextViewPr>
  <p:sorterViewPr>
    <p:cViewPr varScale="1">
      <p:scale>
        <a:sx n="100" d="100"/>
        <a:sy n="100" d="100"/>
      </p:scale>
      <p:origin x="0" y="-7325"/>
    </p:cViewPr>
  </p:sorterViewPr>
  <p:notesViewPr>
    <p:cSldViewPr snapToGrid="0" showGuides="1">
      <p:cViewPr varScale="1">
        <p:scale>
          <a:sx n="86" d="100"/>
          <a:sy n="86" d="100"/>
        </p:scale>
        <p:origin x="3413"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Deepakraja" userId="6a0b3f5f-bb98-4963-9c06-3a857a7b4d39" providerId="ADAL" clId="{0BD0D4A0-915D-4619-8D79-ECB3F60E8FBA}"/>
    <pc:docChg chg="undo custSel addSld delSld modSld sldOrd modSection">
      <pc:chgData name="K, Deepakraja" userId="6a0b3f5f-bb98-4963-9c06-3a857a7b4d39" providerId="ADAL" clId="{0BD0D4A0-915D-4619-8D79-ECB3F60E8FBA}" dt="2025-11-28T13:08:18.255" v="756" actId="5793"/>
      <pc:docMkLst>
        <pc:docMk/>
      </pc:docMkLst>
      <pc:sldChg chg="del">
        <pc:chgData name="K, Deepakraja" userId="6a0b3f5f-bb98-4963-9c06-3a857a7b4d39" providerId="ADAL" clId="{0BD0D4A0-915D-4619-8D79-ECB3F60E8FBA}" dt="2025-11-07T08:38:30.221" v="472" actId="47"/>
        <pc:sldMkLst>
          <pc:docMk/>
          <pc:sldMk cId="2654760239" sldId="384"/>
        </pc:sldMkLst>
      </pc:sldChg>
      <pc:sldChg chg="del">
        <pc:chgData name="K, Deepakraja" userId="6a0b3f5f-bb98-4963-9c06-3a857a7b4d39" providerId="ADAL" clId="{0BD0D4A0-915D-4619-8D79-ECB3F60E8FBA}" dt="2025-11-07T08:38:42.722" v="473" actId="47"/>
        <pc:sldMkLst>
          <pc:docMk/>
          <pc:sldMk cId="1556846521" sldId="387"/>
        </pc:sldMkLst>
      </pc:sldChg>
      <pc:sldChg chg="del">
        <pc:chgData name="K, Deepakraja" userId="6a0b3f5f-bb98-4963-9c06-3a857a7b4d39" providerId="ADAL" clId="{0BD0D4A0-915D-4619-8D79-ECB3F60E8FBA}" dt="2025-11-07T08:38:42.722" v="473" actId="47"/>
        <pc:sldMkLst>
          <pc:docMk/>
          <pc:sldMk cId="1937177931" sldId="391"/>
        </pc:sldMkLst>
      </pc:sldChg>
      <pc:sldChg chg="del">
        <pc:chgData name="K, Deepakraja" userId="6a0b3f5f-bb98-4963-9c06-3a857a7b4d39" providerId="ADAL" clId="{0BD0D4A0-915D-4619-8D79-ECB3F60E8FBA}" dt="2025-11-07T08:38:42.722" v="473" actId="47"/>
        <pc:sldMkLst>
          <pc:docMk/>
          <pc:sldMk cId="810315138" sldId="392"/>
        </pc:sldMkLst>
      </pc:sldChg>
      <pc:sldChg chg="del">
        <pc:chgData name="K, Deepakraja" userId="6a0b3f5f-bb98-4963-9c06-3a857a7b4d39" providerId="ADAL" clId="{0BD0D4A0-915D-4619-8D79-ECB3F60E8FBA}" dt="2025-11-07T08:38:42.722" v="473" actId="47"/>
        <pc:sldMkLst>
          <pc:docMk/>
          <pc:sldMk cId="594754758" sldId="393"/>
        </pc:sldMkLst>
      </pc:sldChg>
      <pc:sldChg chg="del">
        <pc:chgData name="K, Deepakraja" userId="6a0b3f5f-bb98-4963-9c06-3a857a7b4d39" providerId="ADAL" clId="{0BD0D4A0-915D-4619-8D79-ECB3F60E8FBA}" dt="2025-11-07T08:38:42.722" v="473" actId="47"/>
        <pc:sldMkLst>
          <pc:docMk/>
          <pc:sldMk cId="2157006803" sldId="394"/>
        </pc:sldMkLst>
      </pc:sldChg>
      <pc:sldChg chg="del">
        <pc:chgData name="K, Deepakraja" userId="6a0b3f5f-bb98-4963-9c06-3a857a7b4d39" providerId="ADAL" clId="{0BD0D4A0-915D-4619-8D79-ECB3F60E8FBA}" dt="2025-11-07T08:38:42.722" v="473" actId="47"/>
        <pc:sldMkLst>
          <pc:docMk/>
          <pc:sldMk cId="3807143801" sldId="395"/>
        </pc:sldMkLst>
      </pc:sldChg>
      <pc:sldChg chg="del">
        <pc:chgData name="K, Deepakraja" userId="6a0b3f5f-bb98-4963-9c06-3a857a7b4d39" providerId="ADAL" clId="{0BD0D4A0-915D-4619-8D79-ECB3F60E8FBA}" dt="2025-11-07T08:38:42.722" v="473" actId="47"/>
        <pc:sldMkLst>
          <pc:docMk/>
          <pc:sldMk cId="716838518" sldId="556"/>
        </pc:sldMkLst>
      </pc:sldChg>
      <pc:sldChg chg="del">
        <pc:chgData name="K, Deepakraja" userId="6a0b3f5f-bb98-4963-9c06-3a857a7b4d39" providerId="ADAL" clId="{0BD0D4A0-915D-4619-8D79-ECB3F60E8FBA}" dt="2025-11-07T08:38:42.722" v="473" actId="47"/>
        <pc:sldMkLst>
          <pc:docMk/>
          <pc:sldMk cId="1808440398" sldId="575"/>
        </pc:sldMkLst>
      </pc:sldChg>
      <pc:sldChg chg="addSp delSp modSp mod">
        <pc:chgData name="K, Deepakraja" userId="6a0b3f5f-bb98-4963-9c06-3a857a7b4d39" providerId="ADAL" clId="{0BD0D4A0-915D-4619-8D79-ECB3F60E8FBA}" dt="2025-11-15T09:48:29.615" v="642" actId="20577"/>
        <pc:sldMkLst>
          <pc:docMk/>
          <pc:sldMk cId="1142438501" sldId="2147480572"/>
        </pc:sldMkLst>
        <pc:spChg chg="mod">
          <ac:chgData name="K, Deepakraja" userId="6a0b3f5f-bb98-4963-9c06-3a857a7b4d39" providerId="ADAL" clId="{0BD0D4A0-915D-4619-8D79-ECB3F60E8FBA}" dt="2025-11-07T08:38:03.859" v="468" actId="20577"/>
          <ac:spMkLst>
            <pc:docMk/>
            <pc:sldMk cId="1142438501" sldId="2147480572"/>
            <ac:spMk id="12" creationId="{1D933222-1BC8-DA02-35B7-4FFB7A6E1F40}"/>
          </ac:spMkLst>
        </pc:spChg>
        <pc:spChg chg="mod">
          <ac:chgData name="K, Deepakraja" userId="6a0b3f5f-bb98-4963-9c06-3a857a7b4d39" providerId="ADAL" clId="{0BD0D4A0-915D-4619-8D79-ECB3F60E8FBA}" dt="2025-11-15T09:48:29.615" v="642" actId="20577"/>
          <ac:spMkLst>
            <pc:docMk/>
            <pc:sldMk cId="1142438501" sldId="2147480572"/>
            <ac:spMk id="14" creationId="{0E347356-76BB-7225-B980-4990A29DCAA8}"/>
          </ac:spMkLst>
        </pc:spChg>
      </pc:sldChg>
      <pc:sldChg chg="del">
        <pc:chgData name="K, Deepakraja" userId="6a0b3f5f-bb98-4963-9c06-3a857a7b4d39" providerId="ADAL" clId="{0BD0D4A0-915D-4619-8D79-ECB3F60E8FBA}" dt="2025-11-07T08:38:42.722" v="473" actId="47"/>
        <pc:sldMkLst>
          <pc:docMk/>
          <pc:sldMk cId="1544752425" sldId="2147480573"/>
        </pc:sldMkLst>
      </pc:sldChg>
      <pc:sldChg chg="addSp delSp modSp mod ord">
        <pc:chgData name="K, Deepakraja" userId="6a0b3f5f-bb98-4963-9c06-3a857a7b4d39" providerId="ADAL" clId="{0BD0D4A0-915D-4619-8D79-ECB3F60E8FBA}" dt="2025-11-15T08:23:48.536" v="527" actId="20577"/>
        <pc:sldMkLst>
          <pc:docMk/>
          <pc:sldMk cId="240820397" sldId="2147480575"/>
        </pc:sldMkLst>
        <pc:graphicFrameChg chg="add del mod modGraphic">
          <ac:chgData name="K, Deepakraja" userId="6a0b3f5f-bb98-4963-9c06-3a857a7b4d39" providerId="ADAL" clId="{0BD0D4A0-915D-4619-8D79-ECB3F60E8FBA}" dt="2025-11-15T08:23:48.536" v="527" actId="20577"/>
          <ac:graphicFrameMkLst>
            <pc:docMk/>
            <pc:sldMk cId="240820397" sldId="2147480575"/>
            <ac:graphicFrameMk id="5" creationId="{B26A9EF2-44DD-6125-ABE8-5EFFA17C9F97}"/>
          </ac:graphicFrameMkLst>
        </pc:graphicFrameChg>
      </pc:sldChg>
      <pc:sldChg chg="modSp mod">
        <pc:chgData name="K, Deepakraja" userId="6a0b3f5f-bb98-4963-9c06-3a857a7b4d39" providerId="ADAL" clId="{0BD0D4A0-915D-4619-8D79-ECB3F60E8FBA}" dt="2025-11-15T08:24:32.130" v="549" actId="14100"/>
        <pc:sldMkLst>
          <pc:docMk/>
          <pc:sldMk cId="640456339" sldId="2147480576"/>
        </pc:sldMkLst>
        <pc:spChg chg="mod">
          <ac:chgData name="K, Deepakraja" userId="6a0b3f5f-bb98-4963-9c06-3a857a7b4d39" providerId="ADAL" clId="{0BD0D4A0-915D-4619-8D79-ECB3F60E8FBA}" dt="2025-11-15T08:24:32.130" v="549" actId="14100"/>
          <ac:spMkLst>
            <pc:docMk/>
            <pc:sldMk cId="640456339" sldId="2147480576"/>
            <ac:spMk id="4" creationId="{E204BBDA-05B2-A8BC-A6F8-D2DCC4C75FDA}"/>
          </ac:spMkLst>
        </pc:spChg>
      </pc:sldChg>
      <pc:sldChg chg="delSp modSp mod ord">
        <pc:chgData name="K, Deepakraja" userId="6a0b3f5f-bb98-4963-9c06-3a857a7b4d39" providerId="ADAL" clId="{0BD0D4A0-915D-4619-8D79-ECB3F60E8FBA}" dt="2025-11-14T03:13:44.766" v="504" actId="1076"/>
        <pc:sldMkLst>
          <pc:docMk/>
          <pc:sldMk cId="4051016731" sldId="2147480577"/>
        </pc:sldMkLst>
        <pc:spChg chg="mod">
          <ac:chgData name="K, Deepakraja" userId="6a0b3f5f-bb98-4963-9c06-3a857a7b4d39" providerId="ADAL" clId="{0BD0D4A0-915D-4619-8D79-ECB3F60E8FBA}" dt="2025-11-14T03:13:44.766" v="504" actId="1076"/>
          <ac:spMkLst>
            <pc:docMk/>
            <pc:sldMk cId="4051016731" sldId="2147480577"/>
            <ac:spMk id="2" creationId="{69D970F0-CFE4-9E73-2364-EABD38B5994D}"/>
          </ac:spMkLst>
        </pc:spChg>
      </pc:sldChg>
      <pc:sldChg chg="del">
        <pc:chgData name="K, Deepakraja" userId="6a0b3f5f-bb98-4963-9c06-3a857a7b4d39" providerId="ADAL" clId="{0BD0D4A0-915D-4619-8D79-ECB3F60E8FBA}" dt="2025-11-07T08:38:42.722" v="473" actId="47"/>
        <pc:sldMkLst>
          <pc:docMk/>
          <pc:sldMk cId="875617166" sldId="2147480590"/>
        </pc:sldMkLst>
      </pc:sldChg>
      <pc:sldChg chg="del">
        <pc:chgData name="K, Deepakraja" userId="6a0b3f5f-bb98-4963-9c06-3a857a7b4d39" providerId="ADAL" clId="{0BD0D4A0-915D-4619-8D79-ECB3F60E8FBA}" dt="2025-11-07T08:38:42.722" v="473" actId="47"/>
        <pc:sldMkLst>
          <pc:docMk/>
          <pc:sldMk cId="2405881007" sldId="2147480591"/>
        </pc:sldMkLst>
      </pc:sldChg>
      <pc:sldChg chg="del">
        <pc:chgData name="K, Deepakraja" userId="6a0b3f5f-bb98-4963-9c06-3a857a7b4d39" providerId="ADAL" clId="{0BD0D4A0-915D-4619-8D79-ECB3F60E8FBA}" dt="2025-11-07T08:38:42.722" v="473" actId="47"/>
        <pc:sldMkLst>
          <pc:docMk/>
          <pc:sldMk cId="1819811613" sldId="2147480592"/>
        </pc:sldMkLst>
      </pc:sldChg>
      <pc:sldChg chg="del">
        <pc:chgData name="K, Deepakraja" userId="6a0b3f5f-bb98-4963-9c06-3a857a7b4d39" providerId="ADAL" clId="{0BD0D4A0-915D-4619-8D79-ECB3F60E8FBA}" dt="2025-11-07T08:38:42.722" v="473" actId="47"/>
        <pc:sldMkLst>
          <pc:docMk/>
          <pc:sldMk cId="1709936282" sldId="2147480593"/>
        </pc:sldMkLst>
      </pc:sldChg>
      <pc:sldChg chg="modSp del mod ord">
        <pc:chgData name="K, Deepakraja" userId="6a0b3f5f-bb98-4963-9c06-3a857a7b4d39" providerId="ADAL" clId="{0BD0D4A0-915D-4619-8D79-ECB3F60E8FBA}" dt="2025-11-07T08:39:17.448" v="474" actId="47"/>
        <pc:sldMkLst>
          <pc:docMk/>
          <pc:sldMk cId="2536311644" sldId="2147480594"/>
        </pc:sldMkLst>
      </pc:sldChg>
      <pc:sldChg chg="modSp mod">
        <pc:chgData name="K, Deepakraja" userId="6a0b3f5f-bb98-4963-9c06-3a857a7b4d39" providerId="ADAL" clId="{0BD0D4A0-915D-4619-8D79-ECB3F60E8FBA}" dt="2025-11-17T11:02:27.897" v="719" actId="12"/>
        <pc:sldMkLst>
          <pc:docMk/>
          <pc:sldMk cId="980020362" sldId="2147480595"/>
        </pc:sldMkLst>
        <pc:spChg chg="mod">
          <ac:chgData name="K, Deepakraja" userId="6a0b3f5f-bb98-4963-9c06-3a857a7b4d39" providerId="ADAL" clId="{0BD0D4A0-915D-4619-8D79-ECB3F60E8FBA}" dt="2025-11-15T09:28:44.300" v="564" actId="20577"/>
          <ac:spMkLst>
            <pc:docMk/>
            <pc:sldMk cId="980020362" sldId="2147480595"/>
            <ac:spMk id="3" creationId="{C31E1660-3350-9166-028A-CF98A4E936BC}"/>
          </ac:spMkLst>
        </pc:spChg>
        <pc:spChg chg="mod">
          <ac:chgData name="K, Deepakraja" userId="6a0b3f5f-bb98-4963-9c06-3a857a7b4d39" providerId="ADAL" clId="{0BD0D4A0-915D-4619-8D79-ECB3F60E8FBA}" dt="2025-11-17T11:02:27.897" v="719" actId="12"/>
          <ac:spMkLst>
            <pc:docMk/>
            <pc:sldMk cId="980020362" sldId="2147480595"/>
            <ac:spMk id="5" creationId="{F62F6F96-85F7-2A53-2313-D132071C2394}"/>
          </ac:spMkLst>
        </pc:spChg>
      </pc:sldChg>
      <pc:sldChg chg="addSp delSp modSp mod">
        <pc:chgData name="K, Deepakraja" userId="6a0b3f5f-bb98-4963-9c06-3a857a7b4d39" providerId="ADAL" clId="{0BD0D4A0-915D-4619-8D79-ECB3F60E8FBA}" dt="2025-11-15T07:46:13.207" v="526" actId="14100"/>
        <pc:sldMkLst>
          <pc:docMk/>
          <pc:sldMk cId="3297299506" sldId="2147480596"/>
        </pc:sldMkLst>
        <pc:spChg chg="mod">
          <ac:chgData name="K, Deepakraja" userId="6a0b3f5f-bb98-4963-9c06-3a857a7b4d39" providerId="ADAL" clId="{0BD0D4A0-915D-4619-8D79-ECB3F60E8FBA}" dt="2025-11-15T07:44:54.176" v="515" actId="14100"/>
          <ac:spMkLst>
            <pc:docMk/>
            <pc:sldMk cId="3297299506" sldId="2147480596"/>
            <ac:spMk id="4" creationId="{C0F9E9B3-71E1-0963-7FE5-528E783A2C0E}"/>
          </ac:spMkLst>
        </pc:spChg>
        <pc:spChg chg="mod">
          <ac:chgData name="K, Deepakraja" userId="6a0b3f5f-bb98-4963-9c06-3a857a7b4d39" providerId="ADAL" clId="{0BD0D4A0-915D-4619-8D79-ECB3F60E8FBA}" dt="2025-11-15T07:46:13.207" v="526" actId="14100"/>
          <ac:spMkLst>
            <pc:docMk/>
            <pc:sldMk cId="3297299506" sldId="2147480596"/>
            <ac:spMk id="5" creationId="{7A6DBF82-BEFC-716A-86F2-B4E6C29C51FA}"/>
          </ac:spMkLst>
        </pc:spChg>
      </pc:sldChg>
      <pc:sldChg chg="delSp modSp mod">
        <pc:chgData name="K, Deepakraja" userId="6a0b3f5f-bb98-4963-9c06-3a857a7b4d39" providerId="ADAL" clId="{0BD0D4A0-915D-4619-8D79-ECB3F60E8FBA}" dt="2025-11-15T09:48:08.478" v="641" actId="12"/>
        <pc:sldMkLst>
          <pc:docMk/>
          <pc:sldMk cId="3074673905" sldId="2147480597"/>
        </pc:sldMkLst>
        <pc:spChg chg="mod">
          <ac:chgData name="K, Deepakraja" userId="6a0b3f5f-bb98-4963-9c06-3a857a7b4d39" providerId="ADAL" clId="{0BD0D4A0-915D-4619-8D79-ECB3F60E8FBA}" dt="2025-11-15T09:30:11.462" v="572" actId="20577"/>
          <ac:spMkLst>
            <pc:docMk/>
            <pc:sldMk cId="3074673905" sldId="2147480597"/>
            <ac:spMk id="12" creationId="{838413B2-938E-5916-9DE9-43D53768E6DC}"/>
          </ac:spMkLst>
        </pc:spChg>
        <pc:spChg chg="mod">
          <ac:chgData name="K, Deepakraja" userId="6a0b3f5f-bb98-4963-9c06-3a857a7b4d39" providerId="ADAL" clId="{0BD0D4A0-915D-4619-8D79-ECB3F60E8FBA}" dt="2025-11-15T09:48:08.478" v="641" actId="12"/>
          <ac:spMkLst>
            <pc:docMk/>
            <pc:sldMk cId="3074673905" sldId="2147480597"/>
            <ac:spMk id="14" creationId="{8CEE3E2B-E335-A70E-1F75-4E396E704DAE}"/>
          </ac:spMkLst>
        </pc:spChg>
      </pc:sldChg>
      <pc:sldChg chg="delSp modSp add mod">
        <pc:chgData name="K, Deepakraja" userId="6a0b3f5f-bb98-4963-9c06-3a857a7b4d39" providerId="ADAL" clId="{0BD0D4A0-915D-4619-8D79-ECB3F60E8FBA}" dt="2025-11-15T10:15:38.210" v="709" actId="14100"/>
        <pc:sldMkLst>
          <pc:docMk/>
          <pc:sldMk cId="508331888" sldId="2147480598"/>
        </pc:sldMkLst>
        <pc:spChg chg="mod">
          <ac:chgData name="K, Deepakraja" userId="6a0b3f5f-bb98-4963-9c06-3a857a7b4d39" providerId="ADAL" clId="{0BD0D4A0-915D-4619-8D79-ECB3F60E8FBA}" dt="2025-11-07T08:37:48.030" v="464" actId="20577"/>
          <ac:spMkLst>
            <pc:docMk/>
            <pc:sldMk cId="508331888" sldId="2147480598"/>
            <ac:spMk id="12" creationId="{5B51EBC5-8702-1C5E-AB07-3767107A0564}"/>
          </ac:spMkLst>
        </pc:spChg>
        <pc:spChg chg="mod">
          <ac:chgData name="K, Deepakraja" userId="6a0b3f5f-bb98-4963-9c06-3a857a7b4d39" providerId="ADAL" clId="{0BD0D4A0-915D-4619-8D79-ECB3F60E8FBA}" dt="2025-11-15T10:15:38.210" v="709" actId="14100"/>
          <ac:spMkLst>
            <pc:docMk/>
            <pc:sldMk cId="508331888" sldId="2147480598"/>
            <ac:spMk id="14" creationId="{93EF881E-51B9-06BC-5DD5-1DF3162E22EC}"/>
          </ac:spMkLst>
        </pc:spChg>
      </pc:sldChg>
      <pc:sldChg chg="addSp delSp modSp add mod">
        <pc:chgData name="K, Deepakraja" userId="6a0b3f5f-bb98-4963-9c06-3a857a7b4d39" providerId="ADAL" clId="{0BD0D4A0-915D-4619-8D79-ECB3F60E8FBA}" dt="2025-11-15T10:11:38.295" v="686" actId="1076"/>
        <pc:sldMkLst>
          <pc:docMk/>
          <pc:sldMk cId="2731790871" sldId="2147480599"/>
        </pc:sldMkLst>
        <pc:spChg chg="mod">
          <ac:chgData name="K, Deepakraja" userId="6a0b3f5f-bb98-4963-9c06-3a857a7b4d39" providerId="ADAL" clId="{0BD0D4A0-915D-4619-8D79-ECB3F60E8FBA}" dt="2025-11-15T09:46:18.081" v="625" actId="20577"/>
          <ac:spMkLst>
            <pc:docMk/>
            <pc:sldMk cId="2731790871" sldId="2147480599"/>
            <ac:spMk id="12" creationId="{19BBBB47-91AD-DE8A-D2CD-FF14983AECBF}"/>
          </ac:spMkLst>
        </pc:spChg>
        <pc:spChg chg="mod">
          <ac:chgData name="K, Deepakraja" userId="6a0b3f5f-bb98-4963-9c06-3a857a7b4d39" providerId="ADAL" clId="{0BD0D4A0-915D-4619-8D79-ECB3F60E8FBA}" dt="2025-11-15T09:53:35.386" v="669" actId="21"/>
          <ac:spMkLst>
            <pc:docMk/>
            <pc:sldMk cId="2731790871" sldId="2147480599"/>
            <ac:spMk id="14" creationId="{244A88DC-A7DB-8A4B-9D4A-A3184901093B}"/>
          </ac:spMkLst>
        </pc:spChg>
        <pc:picChg chg="add mod">
          <ac:chgData name="K, Deepakraja" userId="6a0b3f5f-bb98-4963-9c06-3a857a7b4d39" providerId="ADAL" clId="{0BD0D4A0-915D-4619-8D79-ECB3F60E8FBA}" dt="2025-11-15T10:11:38.295" v="686" actId="1076"/>
          <ac:picMkLst>
            <pc:docMk/>
            <pc:sldMk cId="2731790871" sldId="2147480599"/>
            <ac:picMk id="3" creationId="{0030018D-6A13-62E4-1BDF-BAE3AB0EAAA6}"/>
          </ac:picMkLst>
        </pc:picChg>
      </pc:sldChg>
      <pc:sldChg chg="delSp modSp add mod">
        <pc:chgData name="K, Deepakraja" userId="6a0b3f5f-bb98-4963-9c06-3a857a7b4d39" providerId="ADAL" clId="{0BD0D4A0-915D-4619-8D79-ECB3F60E8FBA}" dt="2025-11-07T08:12:10.473" v="439" actId="478"/>
        <pc:sldMkLst>
          <pc:docMk/>
          <pc:sldMk cId="2326804713" sldId="2147480600"/>
        </pc:sldMkLst>
        <pc:spChg chg="mod">
          <ac:chgData name="K, Deepakraja" userId="6a0b3f5f-bb98-4963-9c06-3a857a7b4d39" providerId="ADAL" clId="{0BD0D4A0-915D-4619-8D79-ECB3F60E8FBA}" dt="2025-11-07T07:39:40.505" v="62"/>
          <ac:spMkLst>
            <pc:docMk/>
            <pc:sldMk cId="2326804713" sldId="2147480600"/>
            <ac:spMk id="12" creationId="{971802A5-BB12-0A58-9000-798F5A0DA815}"/>
          </ac:spMkLst>
        </pc:spChg>
        <pc:spChg chg="mod">
          <ac:chgData name="K, Deepakraja" userId="6a0b3f5f-bb98-4963-9c06-3a857a7b4d39" providerId="ADAL" clId="{0BD0D4A0-915D-4619-8D79-ECB3F60E8FBA}" dt="2025-11-07T07:41:28.630" v="97" actId="20577"/>
          <ac:spMkLst>
            <pc:docMk/>
            <pc:sldMk cId="2326804713" sldId="2147480600"/>
            <ac:spMk id="14" creationId="{DDA240E4-1DA7-0CD3-7A0A-13FDD4BB9B66}"/>
          </ac:spMkLst>
        </pc:spChg>
      </pc:sldChg>
      <pc:sldChg chg="add del">
        <pc:chgData name="K, Deepakraja" userId="6a0b3f5f-bb98-4963-9c06-3a857a7b4d39" providerId="ADAL" clId="{0BD0D4A0-915D-4619-8D79-ECB3F60E8FBA}" dt="2025-11-07T08:10:09.825" v="428" actId="47"/>
        <pc:sldMkLst>
          <pc:docMk/>
          <pc:sldMk cId="317414448" sldId="2147480601"/>
        </pc:sldMkLst>
      </pc:sldChg>
      <pc:sldChg chg="delSp modSp new mod">
        <pc:chgData name="K, Deepakraja" userId="6a0b3f5f-bb98-4963-9c06-3a857a7b4d39" providerId="ADAL" clId="{0BD0D4A0-915D-4619-8D79-ECB3F60E8FBA}" dt="2025-11-15T09:38:09.215" v="621" actId="20577"/>
        <pc:sldMkLst>
          <pc:docMk/>
          <pc:sldMk cId="3222540325" sldId="2147480601"/>
        </pc:sldMkLst>
        <pc:spChg chg="mod">
          <ac:chgData name="K, Deepakraja" userId="6a0b3f5f-bb98-4963-9c06-3a857a7b4d39" providerId="ADAL" clId="{0BD0D4A0-915D-4619-8D79-ECB3F60E8FBA}" dt="2025-11-15T09:38:09.215" v="621" actId="20577"/>
          <ac:spMkLst>
            <pc:docMk/>
            <pc:sldMk cId="3222540325" sldId="2147480601"/>
            <ac:spMk id="6" creationId="{501A0956-905A-C519-3628-A589BF9D5A04}"/>
          </ac:spMkLst>
        </pc:spChg>
      </pc:sldChg>
      <pc:sldChg chg="addSp delSp modSp new mod">
        <pc:chgData name="K, Deepakraja" userId="6a0b3f5f-bb98-4963-9c06-3a857a7b4d39" providerId="ADAL" clId="{0BD0D4A0-915D-4619-8D79-ECB3F60E8FBA}" dt="2025-11-28T13:08:18.255" v="756" actId="5793"/>
        <pc:sldMkLst>
          <pc:docMk/>
          <pc:sldMk cId="2624481073" sldId="2147480602"/>
        </pc:sldMkLst>
        <pc:spChg chg="mod">
          <ac:chgData name="K, Deepakraja" userId="6a0b3f5f-bb98-4963-9c06-3a857a7b4d39" providerId="ADAL" clId="{0BD0D4A0-915D-4619-8D79-ECB3F60E8FBA}" dt="2025-11-28T13:08:18.255" v="756" actId="5793"/>
          <ac:spMkLst>
            <pc:docMk/>
            <pc:sldMk cId="2624481073" sldId="2147480602"/>
            <ac:spMk id="6" creationId="{4345106D-E3A9-A50F-6D31-66E87E2CC587}"/>
          </ac:spMkLst>
        </pc:spChg>
        <pc:picChg chg="add mod">
          <ac:chgData name="K, Deepakraja" userId="6a0b3f5f-bb98-4963-9c06-3a857a7b4d39" providerId="ADAL" clId="{0BD0D4A0-915D-4619-8D79-ECB3F60E8FBA}" dt="2025-11-28T13:07:51.794" v="742" actId="1076"/>
          <ac:picMkLst>
            <pc:docMk/>
            <pc:sldMk cId="2624481073" sldId="2147480602"/>
            <ac:picMk id="4" creationId="{5A1BFD2C-4C21-D0D6-81A4-C0DEDD433D14}"/>
          </ac:picMkLst>
        </pc:picChg>
        <pc:picChg chg="add mod">
          <ac:chgData name="K, Deepakraja" userId="6a0b3f5f-bb98-4963-9c06-3a857a7b4d39" providerId="ADAL" clId="{0BD0D4A0-915D-4619-8D79-ECB3F60E8FBA}" dt="2025-11-28T13:07:47.829" v="741" actId="14100"/>
          <ac:picMkLst>
            <pc:docMk/>
            <pc:sldMk cId="2624481073" sldId="2147480602"/>
            <ac:picMk id="9" creationId="{4D8DD642-8C22-3FDF-9723-5302D814BF7F}"/>
          </ac:picMkLst>
        </pc:picChg>
        <pc:picChg chg="add del mod">
          <ac:chgData name="K, Deepakraja" userId="6a0b3f5f-bb98-4963-9c06-3a857a7b4d39" providerId="ADAL" clId="{0BD0D4A0-915D-4619-8D79-ECB3F60E8FBA}" dt="2025-11-28T13:06:57.796" v="728" actId="478"/>
          <ac:picMkLst>
            <pc:docMk/>
            <pc:sldMk cId="2624481073" sldId="2147480602"/>
            <ac:picMk id="12" creationId="{2DC48A28-C3B7-A497-32D2-D6593E9CD95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9851A6-40C5-8B7C-F7F3-B2B7D52A81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latin typeface="Arial" panose="020B0604020202020204" pitchFamily="34" charset="0"/>
            </a:endParaRPr>
          </a:p>
        </p:txBody>
      </p:sp>
      <p:sp>
        <p:nvSpPr>
          <p:cNvPr id="3" name="Date Placeholder 2">
            <a:extLst>
              <a:ext uri="{FF2B5EF4-FFF2-40B4-BE49-F238E27FC236}">
                <a16:creationId xmlns:a16="http://schemas.microsoft.com/office/drawing/2014/main" id="{8EF0E36C-CACB-CD33-5455-66F01BBDFE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16C0FF-3C5E-44CA-B5C5-DB5E92E9B15F}" type="datetimeFigureOut">
              <a:rPr lang="en-AU" smtClean="0">
                <a:latin typeface="Arial" panose="020B0604020202020204" pitchFamily="34" charset="0"/>
              </a:rPr>
              <a:t>28/11/2025</a:t>
            </a:fld>
            <a:endParaRPr lang="en-AU" dirty="0">
              <a:latin typeface="Arial" panose="020B0604020202020204" pitchFamily="34" charset="0"/>
            </a:endParaRPr>
          </a:p>
        </p:txBody>
      </p:sp>
      <p:sp>
        <p:nvSpPr>
          <p:cNvPr id="4" name="Footer Placeholder 3">
            <a:extLst>
              <a:ext uri="{FF2B5EF4-FFF2-40B4-BE49-F238E27FC236}">
                <a16:creationId xmlns:a16="http://schemas.microsoft.com/office/drawing/2014/main" id="{9D6C3266-EB3C-851F-2672-21A30A7248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latin typeface="Arial" panose="020B0604020202020204" pitchFamily="34" charset="0"/>
            </a:endParaRPr>
          </a:p>
        </p:txBody>
      </p:sp>
      <p:sp>
        <p:nvSpPr>
          <p:cNvPr id="5" name="Slide Number Placeholder 4">
            <a:extLst>
              <a:ext uri="{FF2B5EF4-FFF2-40B4-BE49-F238E27FC236}">
                <a16:creationId xmlns:a16="http://schemas.microsoft.com/office/drawing/2014/main" id="{E854862A-E7E2-50DA-CDA9-F59F5EF030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C23114-F7F6-4803-9D3A-C2FF7AC50D8A}" type="slidenum">
              <a:rPr lang="en-AU" smtClean="0">
                <a:latin typeface="Arial" panose="020B0604020202020204" pitchFamily="34" charset="0"/>
              </a:rPr>
              <a:t>‹#›</a:t>
            </a:fld>
            <a:endParaRPr lang="en-AU" dirty="0">
              <a:latin typeface="Arial" panose="020B0604020202020204" pitchFamily="34" charset="0"/>
            </a:endParaRPr>
          </a:p>
        </p:txBody>
      </p:sp>
    </p:spTree>
    <p:extLst>
      <p:ext uri="{BB962C8B-B14F-4D97-AF65-F5344CB8AC3E}">
        <p14:creationId xmlns:p14="http://schemas.microsoft.com/office/powerpoint/2010/main" val="46559526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7BE1FC17-2010-4EAF-9C02-1980AB4549AC}" type="datetimeFigureOut">
              <a:rPr lang="en-AU" smtClean="0"/>
              <a:pPr/>
              <a:t>28/11/2025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7B448211-EADB-4DE2-8B6F-2964CA8AB177}" type="slidenum">
              <a:rPr lang="en-AU" smtClean="0"/>
              <a:pPr/>
              <a:t>‹#›</a:t>
            </a:fld>
            <a:endParaRPr lang="en-AU" dirty="0"/>
          </a:p>
        </p:txBody>
      </p:sp>
    </p:spTree>
    <p:extLst>
      <p:ext uri="{BB962C8B-B14F-4D97-AF65-F5344CB8AC3E}">
        <p14:creationId xmlns:p14="http://schemas.microsoft.com/office/powerpoint/2010/main" val="2600899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_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674578" y="853544"/>
            <a:ext cx="10842844" cy="589626"/>
          </a:xfrm>
          <a:prstGeom prst="rect">
            <a:avLst/>
          </a:prstGeom>
        </p:spPr>
        <p:txBody>
          <a:bodyPr lIns="0" tIns="0" rIns="0" bIns="0" anchor="t" anchorCtr="0"/>
          <a:lstStyle>
            <a:lvl1pPr algn="l">
              <a:defRPr sz="3600">
                <a:solidFill>
                  <a:schemeClr val="bg1"/>
                </a:solidFill>
              </a:defRPr>
            </a:lvl1pPr>
          </a:lstStyle>
          <a:p>
            <a:r>
              <a:rPr lang="en-US" dirty="0"/>
              <a:t>Your text here</a:t>
            </a:r>
            <a:endParaRPr lang="en-AU" dirty="0"/>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674578" y="6147435"/>
            <a:ext cx="8620506" cy="371892"/>
          </a:xfrm>
          <a:prstGeom prst="rect">
            <a:avLst/>
          </a:prstGeom>
        </p:spPr>
        <p:txBody>
          <a:bodyPr lIns="0" tIns="0" rIns="0" bIns="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7" name="Rectangle 6">
            <a:extLst>
              <a:ext uri="{FF2B5EF4-FFF2-40B4-BE49-F238E27FC236}">
                <a16:creationId xmlns:a16="http://schemas.microsoft.com/office/drawing/2014/main" id="{7159C2EE-9035-3D22-C580-198AB83783D4}"/>
              </a:ext>
            </a:extLst>
          </p:cNvPr>
          <p:cNvSpPr/>
          <p:nvPr userDrawn="1"/>
        </p:nvSpPr>
        <p:spPr>
          <a:xfrm>
            <a:off x="0" y="0"/>
            <a:ext cx="12192000" cy="13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Graphic 5">
            <a:extLst>
              <a:ext uri="{FF2B5EF4-FFF2-40B4-BE49-F238E27FC236}">
                <a16:creationId xmlns:a16="http://schemas.microsoft.com/office/drawing/2014/main" id="{BE717366-6BA1-7EF1-D6C0-B14DF27DE082}"/>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4578" y="1890060"/>
            <a:ext cx="10842844" cy="3810485"/>
          </a:xfrm>
          <a:prstGeom prst="rect">
            <a:avLst/>
          </a:prstGeom>
        </p:spPr>
      </p:pic>
      <p:sp>
        <p:nvSpPr>
          <p:cNvPr id="4" name="Rectangle 3">
            <a:extLst>
              <a:ext uri="{FF2B5EF4-FFF2-40B4-BE49-F238E27FC236}">
                <a16:creationId xmlns:a16="http://schemas.microsoft.com/office/drawing/2014/main" id="{3335AFBB-5158-CAAF-8C61-EC76D01F7FB3}"/>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57444829"/>
      </p:ext>
    </p:extLst>
  </p:cSld>
  <p:clrMapOvr>
    <a:masterClrMapping/>
  </p:clrMapOvr>
  <p:extLst>
    <p:ext uri="{DCECCB84-F9BA-43D5-87BE-67443E8EF086}">
      <p15:sldGuideLst xmlns:p15="http://schemas.microsoft.com/office/powerpoint/2012/main">
        <p15:guide id="1" orient="horz" pos="356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3643376"/>
            <a:ext cx="10842844" cy="645610"/>
          </a:xfrm>
          <a:prstGeom prst="rect">
            <a:avLst/>
          </a:prstGeom>
        </p:spPr>
        <p:txBody>
          <a:bodyPr lIns="0" tIns="0" rIns="0" bIns="0" anchor="t" anchorCtr="0"/>
          <a:lstStyle>
            <a:lvl1pPr algn="l">
              <a:defRPr sz="3400">
                <a:solidFill>
                  <a:schemeClr val="bg1"/>
                </a:solidFill>
              </a:defRPr>
            </a:lvl1pPr>
          </a:lstStyle>
          <a:p>
            <a:r>
              <a:rPr lang="en-US" dirty="0"/>
              <a:t>Your text here</a:t>
            </a:r>
            <a:endParaRPr lang="en-AU" dirty="0"/>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1667"/>
            <a:ext cx="3600000" cy="252000"/>
          </a:xfrm>
          <a:prstGeom prst="rect">
            <a:avLst/>
          </a:prstGeom>
        </p:spPr>
        <p:txBody>
          <a:bodyPr lIns="0" tIns="0" rIns="0" bIns="0"/>
          <a:lstStyle>
            <a:lvl1pPr marL="0" indent="0" algn="l">
              <a:buNone/>
              <a:defRPr sz="15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21" name="Text Placeholder 20">
            <a:extLst>
              <a:ext uri="{FF2B5EF4-FFF2-40B4-BE49-F238E27FC236}">
                <a16:creationId xmlns:a16="http://schemas.microsoft.com/office/drawing/2014/main" id="{448993CC-D7E4-12D5-5827-680DDF8329FD}"/>
              </a:ext>
            </a:extLst>
          </p:cNvPr>
          <p:cNvSpPr>
            <a:spLocks noGrp="1"/>
          </p:cNvSpPr>
          <p:nvPr>
            <p:ph type="body" sz="quarter" idx="12" hasCustomPrompt="1"/>
          </p:nvPr>
        </p:nvSpPr>
        <p:spPr>
          <a:xfrm>
            <a:off x="479424" y="5748020"/>
            <a:ext cx="3600000" cy="252000"/>
          </a:xfrm>
          <a:prstGeom prst="rect">
            <a:avLst/>
          </a:prstGeom>
        </p:spPr>
        <p:txBody>
          <a:bodyPr lIns="0" tIns="0" rIns="0" bIns="0"/>
          <a:lstStyle>
            <a:lvl1pPr marL="0" indent="0">
              <a:buNone/>
              <a:defRPr sz="1500" b="1">
                <a:solidFill>
                  <a:schemeClr val="bg1"/>
                </a:solidFill>
              </a:defRPr>
            </a:lvl1pPr>
          </a:lstStyle>
          <a:p>
            <a:pPr lvl="0"/>
            <a:r>
              <a:rPr lang="en-US" dirty="0"/>
              <a:t>Subtitle</a:t>
            </a:r>
          </a:p>
        </p:txBody>
      </p:sp>
      <p:pic>
        <p:nvPicPr>
          <p:cNvPr id="5" name="Graphic 4">
            <a:extLst>
              <a:ext uri="{FF2B5EF4-FFF2-40B4-BE49-F238E27FC236}">
                <a16:creationId xmlns:a16="http://schemas.microsoft.com/office/drawing/2014/main" id="{226B1E24-00EB-B156-8548-6467093849B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885953"/>
            <a:ext cx="5727600" cy="2012842"/>
          </a:xfrm>
          <a:prstGeom prst="rect">
            <a:avLst/>
          </a:prstGeom>
        </p:spPr>
      </p:pic>
      <p:cxnSp>
        <p:nvCxnSpPr>
          <p:cNvPr id="6" name="Straight Connector 5">
            <a:extLst>
              <a:ext uri="{FF2B5EF4-FFF2-40B4-BE49-F238E27FC236}">
                <a16:creationId xmlns:a16="http://schemas.microsoft.com/office/drawing/2014/main" id="{3E4ABF62-85EF-C227-010A-229E75E9E85E}"/>
              </a:ext>
            </a:extLst>
          </p:cNvPr>
          <p:cNvCxnSpPr>
            <a:cxnSpLocks/>
          </p:cNvCxnSpPr>
          <p:nvPr userDrawn="1"/>
        </p:nvCxnSpPr>
        <p:spPr>
          <a:xfrm>
            <a:off x="479424" y="3438016"/>
            <a:ext cx="1123315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B13B0BB-B4AA-DFE3-AC67-9FD86FA544E5}"/>
              </a:ext>
            </a:extLst>
          </p:cNvPr>
          <p:cNvCxnSpPr>
            <a:cxnSpLocks/>
          </p:cNvCxnSpPr>
          <p:nvPr userDrawn="1"/>
        </p:nvCxnSpPr>
        <p:spPr>
          <a:xfrm>
            <a:off x="479424" y="5533648"/>
            <a:ext cx="1123315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5C9C264-1DE6-56D2-AA37-45EBBD9D4819}"/>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1123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_inverte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AC886F-EC3D-B0EF-F10E-45895CBFC708}"/>
              </a:ext>
            </a:extLst>
          </p:cNvPr>
          <p:cNvSpPr>
            <a:spLocks noGrp="1"/>
          </p:cNvSpPr>
          <p:nvPr>
            <p:ph type="pic" sz="quarter" idx="34" hasCustomPrompt="1"/>
          </p:nvPr>
        </p:nvSpPr>
        <p:spPr>
          <a:xfrm>
            <a:off x="0" y="1"/>
            <a:ext cx="12204000" cy="6858000"/>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3643376"/>
            <a:ext cx="10842844" cy="645610"/>
          </a:xfrm>
          <a:prstGeom prst="rect">
            <a:avLst/>
          </a:prstGeom>
        </p:spPr>
        <p:txBody>
          <a:bodyPr lIns="0" tIns="0" rIns="0" bIns="0" anchor="t" anchorCtr="0"/>
          <a:lstStyle>
            <a:lvl1pPr algn="l">
              <a:defRPr sz="3400">
                <a:solidFill>
                  <a:schemeClr val="bg1"/>
                </a:solidFill>
              </a:defRPr>
            </a:lvl1pPr>
          </a:lstStyle>
          <a:p>
            <a:r>
              <a:rPr lang="en-US" dirty="0"/>
              <a:t>Your text here</a:t>
            </a:r>
            <a:endParaRPr lang="en-AU" dirty="0"/>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1667"/>
            <a:ext cx="3600000" cy="252000"/>
          </a:xfrm>
          <a:prstGeom prst="rect">
            <a:avLst/>
          </a:prstGeom>
        </p:spPr>
        <p:txBody>
          <a:bodyPr lIns="0" tIns="0" rIns="0" bIns="0"/>
          <a:lstStyle>
            <a:lvl1pPr marL="0" indent="0" algn="l">
              <a:buNone/>
              <a:defRPr sz="15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9" name="Text Placeholder 8">
            <a:extLst>
              <a:ext uri="{FF2B5EF4-FFF2-40B4-BE49-F238E27FC236}">
                <a16:creationId xmlns:a16="http://schemas.microsoft.com/office/drawing/2014/main" id="{B0697358-839B-D5D6-EB0F-627FBD488A49}"/>
              </a:ext>
            </a:extLst>
          </p:cNvPr>
          <p:cNvSpPr>
            <a:spLocks noGrp="1"/>
          </p:cNvSpPr>
          <p:nvPr>
            <p:ph type="body" sz="quarter" idx="10" hasCustomPrompt="1"/>
          </p:nvPr>
        </p:nvSpPr>
        <p:spPr>
          <a:xfrm>
            <a:off x="479425" y="3438016"/>
            <a:ext cx="11268000" cy="10800"/>
          </a:xfrm>
          <a:prstGeom prst="rect">
            <a:avLst/>
          </a:prstGeom>
          <a:solidFill>
            <a:schemeClr val="bg1"/>
          </a:solidFill>
        </p:spPr>
        <p:txBody>
          <a:bodyPr/>
          <a:lstStyle>
            <a:lvl1pPr marL="0" indent="0">
              <a:buNone/>
              <a:defRPr/>
            </a:lvl1pPr>
          </a:lstStyle>
          <a:p>
            <a:pPr lvl="0"/>
            <a:r>
              <a:rPr lang="en-US" dirty="0"/>
              <a:t> </a:t>
            </a:r>
            <a:endParaRPr lang="en-AU" dirty="0"/>
          </a:p>
        </p:txBody>
      </p:sp>
      <p:sp>
        <p:nvSpPr>
          <p:cNvPr id="10" name="Text Placeholder 8">
            <a:extLst>
              <a:ext uri="{FF2B5EF4-FFF2-40B4-BE49-F238E27FC236}">
                <a16:creationId xmlns:a16="http://schemas.microsoft.com/office/drawing/2014/main" id="{C1A15EDA-4756-C16A-4B18-DED8C97F5836}"/>
              </a:ext>
            </a:extLst>
          </p:cNvPr>
          <p:cNvSpPr>
            <a:spLocks noGrp="1"/>
          </p:cNvSpPr>
          <p:nvPr>
            <p:ph type="body" sz="quarter" idx="11" hasCustomPrompt="1"/>
          </p:nvPr>
        </p:nvSpPr>
        <p:spPr>
          <a:xfrm>
            <a:off x="479425" y="5522848"/>
            <a:ext cx="11268000" cy="10800"/>
          </a:xfrm>
          <a:prstGeom prst="rect">
            <a:avLst/>
          </a:prstGeom>
          <a:solidFill>
            <a:schemeClr val="bg1"/>
          </a:solidFill>
        </p:spPr>
        <p:txBody>
          <a:bodyPr/>
          <a:lstStyle>
            <a:lvl1pPr marL="0" indent="0">
              <a:buNone/>
              <a:defRPr/>
            </a:lvl1pPr>
          </a:lstStyle>
          <a:p>
            <a:pPr lvl="0"/>
            <a:r>
              <a:rPr lang="en-US" dirty="0"/>
              <a:t> </a:t>
            </a:r>
            <a:endParaRPr lang="en-AU" dirty="0"/>
          </a:p>
        </p:txBody>
      </p:sp>
      <p:sp>
        <p:nvSpPr>
          <p:cNvPr id="21" name="Text Placeholder 20">
            <a:extLst>
              <a:ext uri="{FF2B5EF4-FFF2-40B4-BE49-F238E27FC236}">
                <a16:creationId xmlns:a16="http://schemas.microsoft.com/office/drawing/2014/main" id="{448993CC-D7E4-12D5-5827-680DDF8329FD}"/>
              </a:ext>
            </a:extLst>
          </p:cNvPr>
          <p:cNvSpPr>
            <a:spLocks noGrp="1"/>
          </p:cNvSpPr>
          <p:nvPr>
            <p:ph type="body" sz="quarter" idx="12" hasCustomPrompt="1"/>
          </p:nvPr>
        </p:nvSpPr>
        <p:spPr>
          <a:xfrm>
            <a:off x="479424" y="5748020"/>
            <a:ext cx="3600000" cy="252000"/>
          </a:xfrm>
          <a:prstGeom prst="rect">
            <a:avLst/>
          </a:prstGeom>
        </p:spPr>
        <p:txBody>
          <a:bodyPr lIns="0" tIns="0" rIns="0" bIns="0"/>
          <a:lstStyle>
            <a:lvl1pPr marL="0" indent="0">
              <a:buNone/>
              <a:defRPr sz="1500" b="1">
                <a:solidFill>
                  <a:schemeClr val="bg1"/>
                </a:solidFill>
              </a:defRPr>
            </a:lvl1pPr>
          </a:lstStyle>
          <a:p>
            <a:pPr lvl="0"/>
            <a:r>
              <a:rPr lang="en-US" dirty="0"/>
              <a:t>Subtitle</a:t>
            </a:r>
          </a:p>
        </p:txBody>
      </p:sp>
      <p:sp>
        <p:nvSpPr>
          <p:cNvPr id="13" name="logo_white">
            <a:extLst>
              <a:ext uri="{FF2B5EF4-FFF2-40B4-BE49-F238E27FC236}">
                <a16:creationId xmlns:a16="http://schemas.microsoft.com/office/drawing/2014/main" id="{6DBA5F04-FA09-0D1B-3CE8-985F861DB6D0}"/>
              </a:ext>
            </a:extLst>
          </p:cNvPr>
          <p:cNvSpPr>
            <a:spLocks noGrp="1"/>
          </p:cNvSpPr>
          <p:nvPr>
            <p:ph type="pic" sz="quarter" idx="13"/>
          </p:nvPr>
        </p:nvSpPr>
        <p:spPr>
          <a:xfrm>
            <a:off x="479425" y="885953"/>
            <a:ext cx="5727600" cy="20124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noFill/>
              </a:defRPr>
            </a:lvl1pPr>
          </a:lstStyle>
          <a:p>
            <a:r>
              <a:rPr lang="en-US"/>
              <a:t>Click icon to add picture</a:t>
            </a:r>
            <a:endParaRPr lang="en-GB" dirty="0"/>
          </a:p>
        </p:txBody>
      </p:sp>
      <p:sp>
        <p:nvSpPr>
          <p:cNvPr id="5" name="Text Placeholder 4">
            <a:extLst>
              <a:ext uri="{FF2B5EF4-FFF2-40B4-BE49-F238E27FC236}">
                <a16:creationId xmlns:a16="http://schemas.microsoft.com/office/drawing/2014/main" id="{A9F10DCB-FE49-C896-9684-DD0DC55DD736}"/>
              </a:ext>
            </a:extLst>
          </p:cNvPr>
          <p:cNvSpPr>
            <a:spLocks noGrp="1" noRot="1" noMove="1" noResize="1" noEditPoints="1" noAdjustHandles="1" noChangeArrowheads="1" noChangeShapeType="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323367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_Hell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11867A0-8BD8-39FE-0A5D-B5B294E0053F}"/>
              </a:ext>
            </a:extLst>
          </p:cNvPr>
          <p:cNvSpPr>
            <a:spLocks noGrp="1"/>
          </p:cNvSpPr>
          <p:nvPr>
            <p:ph type="pic" sz="quarter" idx="34" hasCustomPrompt="1"/>
          </p:nvPr>
        </p:nvSpPr>
        <p:spPr>
          <a:xfrm>
            <a:off x="0" y="1"/>
            <a:ext cx="12204000" cy="6858000"/>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39" name="Text Placeholder 38">
            <a:extLst>
              <a:ext uri="{FF2B5EF4-FFF2-40B4-BE49-F238E27FC236}">
                <a16:creationId xmlns:a16="http://schemas.microsoft.com/office/drawing/2014/main" id="{56389369-8C5C-4567-A3BE-CD8E2B052ABB}"/>
              </a:ext>
            </a:extLst>
          </p:cNvPr>
          <p:cNvSpPr>
            <a:spLocks noGrp="1"/>
          </p:cNvSpPr>
          <p:nvPr>
            <p:ph type="body" sz="quarter" idx="37" hasCustomPrompt="1"/>
          </p:nvPr>
        </p:nvSpPr>
        <p:spPr>
          <a:xfrm>
            <a:off x="950590" y="1545587"/>
            <a:ext cx="10188000" cy="3636000"/>
          </a:xfrm>
          <a:custGeom>
            <a:avLst/>
            <a:gdLst>
              <a:gd name="connsiteX0" fmla="*/ 3019215 w 10188000"/>
              <a:gd name="connsiteY0" fmla="*/ 2258992 h 3636000"/>
              <a:gd name="connsiteX1" fmla="*/ 3019227 w 10188000"/>
              <a:gd name="connsiteY1" fmla="*/ 2259147 h 3636000"/>
              <a:gd name="connsiteX2" fmla="*/ 3019215 w 10188000"/>
              <a:gd name="connsiteY2" fmla="*/ 2259298 h 3636000"/>
              <a:gd name="connsiteX3" fmla="*/ 4312861 w 10188000"/>
              <a:gd name="connsiteY3" fmla="*/ 1499464 h 3636000"/>
              <a:gd name="connsiteX4" fmla="*/ 3802163 w 10188000"/>
              <a:gd name="connsiteY4" fmla="*/ 1992652 h 3636000"/>
              <a:gd name="connsiteX5" fmla="*/ 4784622 w 10188000"/>
              <a:gd name="connsiteY5" fmla="*/ 1992652 h 3636000"/>
              <a:gd name="connsiteX6" fmla="*/ 4312861 w 10188000"/>
              <a:gd name="connsiteY6" fmla="*/ 1499464 h 3636000"/>
              <a:gd name="connsiteX7" fmla="*/ 4298372 w 10188000"/>
              <a:gd name="connsiteY7" fmla="*/ 927291 h 3636000"/>
              <a:gd name="connsiteX8" fmla="*/ 5149536 w 10188000"/>
              <a:gd name="connsiteY8" fmla="*/ 1242919 h 3636000"/>
              <a:gd name="connsiteX9" fmla="*/ 5587190 w 10188000"/>
              <a:gd name="connsiteY9" fmla="*/ 2471146 h 3636000"/>
              <a:gd name="connsiteX10" fmla="*/ 3797333 w 10188000"/>
              <a:gd name="connsiteY10" fmla="*/ 2471146 h 3636000"/>
              <a:gd name="connsiteX11" fmla="*/ 4356626 w 10188000"/>
              <a:gd name="connsiteY11" fmla="*/ 3023724 h 3636000"/>
              <a:gd name="connsiteX12" fmla="*/ 4770134 w 10188000"/>
              <a:gd name="connsiteY12" fmla="*/ 2772079 h 3636000"/>
              <a:gd name="connsiteX13" fmla="*/ 5543425 w 10188000"/>
              <a:gd name="connsiteY13" fmla="*/ 2772079 h 3636000"/>
              <a:gd name="connsiteX14" fmla="*/ 5125087 w 10188000"/>
              <a:gd name="connsiteY14" fmla="*/ 3369048 h 3636000"/>
              <a:gd name="connsiteX15" fmla="*/ 4346967 w 10188000"/>
              <a:gd name="connsiteY15" fmla="*/ 3600794 h 3636000"/>
              <a:gd name="connsiteX16" fmla="*/ 3042556 w 10188000"/>
              <a:gd name="connsiteY16" fmla="*/ 2536209 h 3636000"/>
              <a:gd name="connsiteX17" fmla="*/ 3019227 w 10188000"/>
              <a:gd name="connsiteY17" fmla="*/ 2259147 h 3636000"/>
              <a:gd name="connsiteX18" fmla="*/ 3043055 w 10188000"/>
              <a:gd name="connsiteY18" fmla="*/ 1985401 h 3636000"/>
              <a:gd name="connsiteX19" fmla="*/ 4298372 w 10188000"/>
              <a:gd name="connsiteY19" fmla="*/ 927291 h 3636000"/>
              <a:gd name="connsiteX20" fmla="*/ 8844551 w 10188000"/>
              <a:gd name="connsiteY20" fmla="*/ 910760 h 3636000"/>
              <a:gd name="connsiteX21" fmla="*/ 10188000 w 10188000"/>
              <a:gd name="connsiteY21" fmla="*/ 2273381 h 3636000"/>
              <a:gd name="connsiteX22" fmla="*/ 8844551 w 10188000"/>
              <a:gd name="connsiteY22" fmla="*/ 3636000 h 3636000"/>
              <a:gd name="connsiteX23" fmla="*/ 7501101 w 10188000"/>
              <a:gd name="connsiteY23" fmla="*/ 2273381 h 3636000"/>
              <a:gd name="connsiteX24" fmla="*/ 8844551 w 10188000"/>
              <a:gd name="connsiteY24" fmla="*/ 910760 h 3636000"/>
              <a:gd name="connsiteX25" fmla="*/ 6602851 w 10188000"/>
              <a:gd name="connsiteY25" fmla="*/ 0 h 3636000"/>
              <a:gd name="connsiteX26" fmla="*/ 7405420 w 10188000"/>
              <a:gd name="connsiteY26" fmla="*/ 0 h 3636000"/>
              <a:gd name="connsiteX27" fmla="*/ 7405420 w 10188000"/>
              <a:gd name="connsiteY27" fmla="*/ 3527015 h 3636000"/>
              <a:gd name="connsiteX28" fmla="*/ 6602851 w 10188000"/>
              <a:gd name="connsiteY28" fmla="*/ 3527015 h 3636000"/>
              <a:gd name="connsiteX29" fmla="*/ 5680759 w 10188000"/>
              <a:gd name="connsiteY29" fmla="*/ 0 h 3636000"/>
              <a:gd name="connsiteX30" fmla="*/ 6483327 w 10188000"/>
              <a:gd name="connsiteY30" fmla="*/ 0 h 3636000"/>
              <a:gd name="connsiteX31" fmla="*/ 6483327 w 10188000"/>
              <a:gd name="connsiteY31" fmla="*/ 3527015 h 3636000"/>
              <a:gd name="connsiteX32" fmla="*/ 5680759 w 10188000"/>
              <a:gd name="connsiteY32" fmla="*/ 3527015 h 3636000"/>
              <a:gd name="connsiteX33" fmla="*/ 0 w 10188000"/>
              <a:gd name="connsiteY33" fmla="*/ 0 h 3636000"/>
              <a:gd name="connsiteX34" fmla="*/ 860823 w 10188000"/>
              <a:gd name="connsiteY34" fmla="*/ 0 h 3636000"/>
              <a:gd name="connsiteX35" fmla="*/ 860823 w 10188000"/>
              <a:gd name="connsiteY35" fmla="*/ 1336904 h 3636000"/>
              <a:gd name="connsiteX36" fmla="*/ 2081426 w 10188000"/>
              <a:gd name="connsiteY36" fmla="*/ 1336904 h 3636000"/>
              <a:gd name="connsiteX37" fmla="*/ 2081426 w 10188000"/>
              <a:gd name="connsiteY37" fmla="*/ 0 h 3636000"/>
              <a:gd name="connsiteX38" fmla="*/ 2942549 w 10188000"/>
              <a:gd name="connsiteY38" fmla="*/ 0 h 3636000"/>
              <a:gd name="connsiteX39" fmla="*/ 2942549 w 10188000"/>
              <a:gd name="connsiteY39" fmla="*/ 3527015 h 3636000"/>
              <a:gd name="connsiteX40" fmla="*/ 2081426 w 10188000"/>
              <a:gd name="connsiteY40" fmla="*/ 3527015 h 3636000"/>
              <a:gd name="connsiteX41" fmla="*/ 2081426 w 10188000"/>
              <a:gd name="connsiteY41" fmla="*/ 2056941 h 3636000"/>
              <a:gd name="connsiteX42" fmla="*/ 860823 w 10188000"/>
              <a:gd name="connsiteY42" fmla="*/ 2056941 h 3636000"/>
              <a:gd name="connsiteX43" fmla="*/ 860823 w 10188000"/>
              <a:gd name="connsiteY43" fmla="*/ 3527015 h 3636000"/>
              <a:gd name="connsiteX44" fmla="*/ 0 w 10188000"/>
              <a:gd name="connsiteY44" fmla="*/ 3527015 h 363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188000" h="3636000">
                <a:moveTo>
                  <a:pt x="3019215" y="2258992"/>
                </a:moveTo>
                <a:lnTo>
                  <a:pt x="3019227" y="2259147"/>
                </a:lnTo>
                <a:lnTo>
                  <a:pt x="3019215" y="2259298"/>
                </a:lnTo>
                <a:close/>
                <a:moveTo>
                  <a:pt x="4312861" y="1499464"/>
                </a:moveTo>
                <a:cubicBezTo>
                  <a:pt x="4011331" y="1499464"/>
                  <a:pt x="3855586" y="1691718"/>
                  <a:pt x="3802163" y="1992652"/>
                </a:cubicBezTo>
                <a:lnTo>
                  <a:pt x="4784622" y="1992652"/>
                </a:lnTo>
                <a:cubicBezTo>
                  <a:pt x="4755345" y="1691718"/>
                  <a:pt x="4570623" y="1499464"/>
                  <a:pt x="4312861" y="1499464"/>
                </a:cubicBezTo>
                <a:close/>
                <a:moveTo>
                  <a:pt x="4298372" y="927291"/>
                </a:moveTo>
                <a:cubicBezTo>
                  <a:pt x="4653326" y="927291"/>
                  <a:pt x="4935538" y="1045766"/>
                  <a:pt x="5149536" y="1242919"/>
                </a:cubicBezTo>
                <a:cubicBezTo>
                  <a:pt x="5446236" y="1519056"/>
                  <a:pt x="5592020" y="1958057"/>
                  <a:pt x="5587190" y="2471146"/>
                </a:cubicBezTo>
                <a:lnTo>
                  <a:pt x="3797333" y="2471146"/>
                </a:lnTo>
                <a:cubicBezTo>
                  <a:pt x="3845928" y="2811571"/>
                  <a:pt x="4030648" y="3023724"/>
                  <a:pt x="4356626" y="3023724"/>
                </a:cubicBezTo>
                <a:cubicBezTo>
                  <a:pt x="4565795" y="3023724"/>
                  <a:pt x="4701920" y="2930046"/>
                  <a:pt x="4770134" y="2772079"/>
                </a:cubicBezTo>
                <a:lnTo>
                  <a:pt x="5543425" y="2772079"/>
                </a:lnTo>
                <a:cubicBezTo>
                  <a:pt x="5490001" y="2998927"/>
                  <a:pt x="5343915" y="3215979"/>
                  <a:pt x="5125087" y="3369048"/>
                </a:cubicBezTo>
                <a:cubicBezTo>
                  <a:pt x="4915918" y="3516912"/>
                  <a:pt x="4662984" y="3600794"/>
                  <a:pt x="4346967" y="3600794"/>
                </a:cubicBezTo>
                <a:cubicBezTo>
                  <a:pt x="3627818" y="3600794"/>
                  <a:pt x="3150619" y="3158975"/>
                  <a:pt x="3042556" y="2536209"/>
                </a:cubicBezTo>
                <a:lnTo>
                  <a:pt x="3019227" y="2259147"/>
                </a:lnTo>
                <a:lnTo>
                  <a:pt x="3043055" y="1985401"/>
                </a:lnTo>
                <a:cubicBezTo>
                  <a:pt x="3153029" y="1369346"/>
                  <a:pt x="3634420" y="927291"/>
                  <a:pt x="4298372" y="927291"/>
                </a:cubicBezTo>
                <a:close/>
                <a:moveTo>
                  <a:pt x="8844551" y="910760"/>
                </a:moveTo>
                <a:cubicBezTo>
                  <a:pt x="9586450" y="910760"/>
                  <a:pt x="10188000" y="1520893"/>
                  <a:pt x="10188000" y="2273381"/>
                </a:cubicBezTo>
                <a:cubicBezTo>
                  <a:pt x="10188000" y="3025867"/>
                  <a:pt x="9586450" y="3636000"/>
                  <a:pt x="8844551" y="3636000"/>
                </a:cubicBezTo>
                <a:cubicBezTo>
                  <a:pt x="8102651" y="3636000"/>
                  <a:pt x="7501101" y="3025867"/>
                  <a:pt x="7501101" y="2273381"/>
                </a:cubicBezTo>
                <a:cubicBezTo>
                  <a:pt x="7501101" y="1520893"/>
                  <a:pt x="8102651" y="910760"/>
                  <a:pt x="8844551" y="910760"/>
                </a:cubicBezTo>
                <a:close/>
                <a:moveTo>
                  <a:pt x="6602851" y="0"/>
                </a:moveTo>
                <a:lnTo>
                  <a:pt x="7405420" y="0"/>
                </a:lnTo>
                <a:lnTo>
                  <a:pt x="7405420" y="3527015"/>
                </a:lnTo>
                <a:lnTo>
                  <a:pt x="6602851" y="3527015"/>
                </a:lnTo>
                <a:close/>
                <a:moveTo>
                  <a:pt x="5680759" y="0"/>
                </a:moveTo>
                <a:lnTo>
                  <a:pt x="6483327" y="0"/>
                </a:lnTo>
                <a:lnTo>
                  <a:pt x="6483327" y="3527015"/>
                </a:lnTo>
                <a:lnTo>
                  <a:pt x="5680759" y="3527015"/>
                </a:lnTo>
                <a:close/>
                <a:moveTo>
                  <a:pt x="0" y="0"/>
                </a:moveTo>
                <a:lnTo>
                  <a:pt x="860823" y="0"/>
                </a:lnTo>
                <a:lnTo>
                  <a:pt x="860823" y="1336904"/>
                </a:lnTo>
                <a:lnTo>
                  <a:pt x="2081426" y="1336904"/>
                </a:lnTo>
                <a:lnTo>
                  <a:pt x="2081426" y="0"/>
                </a:lnTo>
                <a:lnTo>
                  <a:pt x="2942549" y="0"/>
                </a:lnTo>
                <a:lnTo>
                  <a:pt x="2942549" y="3527015"/>
                </a:lnTo>
                <a:lnTo>
                  <a:pt x="2081426" y="3527015"/>
                </a:lnTo>
                <a:lnTo>
                  <a:pt x="2081426" y="2056941"/>
                </a:lnTo>
                <a:lnTo>
                  <a:pt x="860823" y="2056941"/>
                </a:lnTo>
                <a:lnTo>
                  <a:pt x="860823" y="3527015"/>
                </a:lnTo>
                <a:lnTo>
                  <a:pt x="0" y="3527015"/>
                </a:ln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41" name="Content Placeholder 40">
            <a:extLst>
              <a:ext uri="{FF2B5EF4-FFF2-40B4-BE49-F238E27FC236}">
                <a16:creationId xmlns:a16="http://schemas.microsoft.com/office/drawing/2014/main" id="{E4A7304B-3E1C-436F-4780-88E0FB0E736B}"/>
              </a:ext>
            </a:extLst>
          </p:cNvPr>
          <p:cNvSpPr>
            <a:spLocks noGrp="1"/>
          </p:cNvSpPr>
          <p:nvPr>
            <p:ph sz="quarter" idx="38" hasCustomPrompt="1"/>
          </p:nvPr>
        </p:nvSpPr>
        <p:spPr>
          <a:xfrm flipH="1">
            <a:off x="8727440" y="3322320"/>
            <a:ext cx="2219960" cy="949325"/>
          </a:xfrm>
          <a:prstGeom prst="rect">
            <a:avLst/>
          </a:prstGeom>
        </p:spPr>
        <p:txBody>
          <a:bodyPr/>
          <a:lstStyle>
            <a:lvl1pPr algn="ctr">
              <a:defRPr>
                <a:solidFill>
                  <a:schemeClr val="tx1"/>
                </a:solidFill>
              </a:defRPr>
            </a:lvl1pPr>
          </a:lstStyle>
          <a:p>
            <a:pPr lvl="0"/>
            <a:r>
              <a:rPr lang="en-US" dirty="0"/>
              <a:t>Black logo here</a:t>
            </a:r>
            <a:endParaRPr lang="en-AU" dirty="0"/>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916305" y="5497576"/>
            <a:ext cx="10796270" cy="395224"/>
          </a:xfrm>
          <a:prstGeom prst="rect">
            <a:avLst/>
          </a:prstGeom>
        </p:spPr>
        <p:txBody>
          <a:bodyPr lIns="0" tIns="0" rIns="0" bIns="0" anchor="t" anchorCtr="0"/>
          <a:lstStyle>
            <a:lvl1pPr algn="l">
              <a:defRPr sz="3000">
                <a:solidFill>
                  <a:schemeClr val="bg1"/>
                </a:solidFill>
              </a:defRPr>
            </a:lvl1pPr>
          </a:lstStyle>
          <a:p>
            <a:r>
              <a:rPr lang="en-AU" dirty="0"/>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916305" y="5976747"/>
            <a:ext cx="3600000" cy="252000"/>
          </a:xfrm>
          <a:prstGeom prst="rect">
            <a:avLst/>
          </a:prstGeom>
        </p:spPr>
        <p:txBody>
          <a:bodyPr lIns="0" tIns="0" rIns="0" bIns="0"/>
          <a:lstStyle>
            <a:lvl1pPr marL="0" indent="0" algn="l">
              <a:buNone/>
              <a:defRPr sz="16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903343" y="947722"/>
            <a:ext cx="2318400" cy="4572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lIns="0" tIns="0" rIns="0" bIns="0"/>
          <a:lstStyle>
            <a:lvl1pPr>
              <a:defRPr/>
            </a:lvl1pPr>
          </a:lstStyle>
          <a:p>
            <a:pPr lvl="0"/>
            <a:r>
              <a:rPr lang="en-US" dirty="0"/>
              <a:t> </a:t>
            </a:r>
            <a:endParaRPr lang="en-AU" dirty="0"/>
          </a:p>
        </p:txBody>
      </p:sp>
      <p:sp>
        <p:nvSpPr>
          <p:cNvPr id="4" name="Text Placeholder 4">
            <a:extLst>
              <a:ext uri="{FF2B5EF4-FFF2-40B4-BE49-F238E27FC236}">
                <a16:creationId xmlns:a16="http://schemas.microsoft.com/office/drawing/2014/main" id="{BC5609CD-6DE7-62B5-D1CA-B52A24C84AF9}"/>
              </a:ext>
            </a:extLst>
          </p:cNvPr>
          <p:cNvSpPr>
            <a:spLocks noGrp="1"/>
          </p:cNvSpPr>
          <p:nvPr>
            <p:ph type="body" sz="quarter" idx="39"/>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63369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_Welcom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A1F3392-507F-13C1-4B2B-5222E41FF779}"/>
              </a:ext>
            </a:extLst>
          </p:cNvPr>
          <p:cNvSpPr>
            <a:spLocks noGrp="1"/>
          </p:cNvSpPr>
          <p:nvPr>
            <p:ph type="pic" sz="quarter" idx="34" hasCustomPrompt="1"/>
          </p:nvPr>
        </p:nvSpPr>
        <p:spPr>
          <a:xfrm>
            <a:off x="0" y="1"/>
            <a:ext cx="12204000" cy="6858000"/>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22" name="Text Placeholder 21">
            <a:extLst>
              <a:ext uri="{FF2B5EF4-FFF2-40B4-BE49-F238E27FC236}">
                <a16:creationId xmlns:a16="http://schemas.microsoft.com/office/drawing/2014/main" id="{929DFB1A-CC06-8030-A00E-16F0F23E069B}"/>
              </a:ext>
            </a:extLst>
          </p:cNvPr>
          <p:cNvSpPr>
            <a:spLocks noGrp="1"/>
          </p:cNvSpPr>
          <p:nvPr>
            <p:ph type="body" sz="quarter" idx="39" hasCustomPrompt="1"/>
          </p:nvPr>
        </p:nvSpPr>
        <p:spPr>
          <a:xfrm>
            <a:off x="479427" y="2439671"/>
            <a:ext cx="11223582" cy="2028726"/>
          </a:xfrm>
          <a:custGeom>
            <a:avLst/>
            <a:gdLst>
              <a:gd name="connsiteX0" fmla="*/ 10496360 w 11223582"/>
              <a:gd name="connsiteY0" fmla="*/ 844154 h 2028726"/>
              <a:gd name="connsiteX1" fmla="*/ 10204908 w 11223582"/>
              <a:gd name="connsiteY1" fmla="*/ 1121531 h 2028726"/>
              <a:gd name="connsiteX2" fmla="*/ 10765527 w 11223582"/>
              <a:gd name="connsiteY2" fmla="*/ 1121531 h 2028726"/>
              <a:gd name="connsiteX3" fmla="*/ 10496360 w 11223582"/>
              <a:gd name="connsiteY3" fmla="*/ 844154 h 2028726"/>
              <a:gd name="connsiteX4" fmla="*/ 3108035 w 11223582"/>
              <a:gd name="connsiteY4" fmla="*/ 844154 h 2028726"/>
              <a:gd name="connsiteX5" fmla="*/ 2816583 w 11223582"/>
              <a:gd name="connsiteY5" fmla="*/ 1121531 h 2028726"/>
              <a:gd name="connsiteX6" fmla="*/ 3377202 w 11223582"/>
              <a:gd name="connsiteY6" fmla="*/ 1121531 h 2028726"/>
              <a:gd name="connsiteX7" fmla="*/ 3108035 w 11223582"/>
              <a:gd name="connsiteY7" fmla="*/ 844154 h 2028726"/>
              <a:gd name="connsiteX8" fmla="*/ 5181913 w 11223582"/>
              <a:gd name="connsiteY8" fmla="*/ 524554 h 2028726"/>
              <a:gd name="connsiteX9" fmla="*/ 5856298 w 11223582"/>
              <a:gd name="connsiteY9" fmla="*/ 1068460 h 2028726"/>
              <a:gd name="connsiteX10" fmla="*/ 5420586 w 11223582"/>
              <a:gd name="connsiteY10" fmla="*/ 1068460 h 2028726"/>
              <a:gd name="connsiteX11" fmla="*/ 5187484 w 11223582"/>
              <a:gd name="connsiteY11" fmla="*/ 857642 h 2028726"/>
              <a:gd name="connsiteX12" fmla="*/ 4896032 w 11223582"/>
              <a:gd name="connsiteY12" fmla="*/ 1276640 h 2028726"/>
              <a:gd name="connsiteX13" fmla="*/ 5187484 w 11223582"/>
              <a:gd name="connsiteY13" fmla="*/ 1690067 h 2028726"/>
              <a:gd name="connsiteX14" fmla="*/ 5434367 w 11223582"/>
              <a:gd name="connsiteY14" fmla="*/ 1445823 h 2028726"/>
              <a:gd name="connsiteX15" fmla="*/ 5867440 w 11223582"/>
              <a:gd name="connsiteY15" fmla="*/ 1445823 h 2028726"/>
              <a:gd name="connsiteX16" fmla="*/ 5193055 w 11223582"/>
              <a:gd name="connsiteY16" fmla="*/ 2028726 h 2028726"/>
              <a:gd name="connsiteX17" fmla="*/ 4438330 w 11223582"/>
              <a:gd name="connsiteY17" fmla="*/ 1276640 h 2028726"/>
              <a:gd name="connsiteX18" fmla="*/ 5181913 w 11223582"/>
              <a:gd name="connsiteY18" fmla="*/ 524554 h 2028726"/>
              <a:gd name="connsiteX19" fmla="*/ 10488150 w 11223582"/>
              <a:gd name="connsiteY19" fmla="*/ 521915 h 2028726"/>
              <a:gd name="connsiteX20" fmla="*/ 10973707 w 11223582"/>
              <a:gd name="connsiteY20" fmla="*/ 699601 h 2028726"/>
              <a:gd name="connsiteX21" fmla="*/ 11223522 w 11223582"/>
              <a:gd name="connsiteY21" fmla="*/ 1390699 h 2028726"/>
              <a:gd name="connsiteX22" fmla="*/ 10202269 w 11223582"/>
              <a:gd name="connsiteY22" fmla="*/ 1390699 h 2028726"/>
              <a:gd name="connsiteX23" fmla="*/ 10521282 w 11223582"/>
              <a:gd name="connsiteY23" fmla="*/ 1701502 h 2028726"/>
              <a:gd name="connsiteX24" fmla="*/ 10757023 w 11223582"/>
              <a:gd name="connsiteY24" fmla="*/ 1559882 h 2028726"/>
              <a:gd name="connsiteX25" fmla="*/ 11198306 w 11223582"/>
              <a:gd name="connsiteY25" fmla="*/ 1559882 h 2028726"/>
              <a:gd name="connsiteX26" fmla="*/ 10959632 w 11223582"/>
              <a:gd name="connsiteY26" fmla="*/ 1895608 h 2028726"/>
              <a:gd name="connsiteX27" fmla="*/ 10515712 w 11223582"/>
              <a:gd name="connsiteY27" fmla="*/ 2026087 h 2028726"/>
              <a:gd name="connsiteX28" fmla="*/ 9758054 w 11223582"/>
              <a:gd name="connsiteY28" fmla="*/ 1271362 h 2028726"/>
              <a:gd name="connsiteX29" fmla="*/ 9758347 w 11223582"/>
              <a:gd name="connsiteY29" fmla="*/ 1271069 h 2028726"/>
              <a:gd name="connsiteX30" fmla="*/ 10488150 w 11223582"/>
              <a:gd name="connsiteY30" fmla="*/ 521915 h 2028726"/>
              <a:gd name="connsiteX31" fmla="*/ 3100118 w 11223582"/>
              <a:gd name="connsiteY31" fmla="*/ 521915 h 2028726"/>
              <a:gd name="connsiteX32" fmla="*/ 3585675 w 11223582"/>
              <a:gd name="connsiteY32" fmla="*/ 699601 h 2028726"/>
              <a:gd name="connsiteX33" fmla="*/ 3835490 w 11223582"/>
              <a:gd name="connsiteY33" fmla="*/ 1390699 h 2028726"/>
              <a:gd name="connsiteX34" fmla="*/ 2814237 w 11223582"/>
              <a:gd name="connsiteY34" fmla="*/ 1390699 h 2028726"/>
              <a:gd name="connsiteX35" fmla="*/ 3133250 w 11223582"/>
              <a:gd name="connsiteY35" fmla="*/ 1701502 h 2028726"/>
              <a:gd name="connsiteX36" fmla="*/ 3368992 w 11223582"/>
              <a:gd name="connsiteY36" fmla="*/ 1559882 h 2028726"/>
              <a:gd name="connsiteX37" fmla="*/ 3810273 w 11223582"/>
              <a:gd name="connsiteY37" fmla="*/ 1559882 h 2028726"/>
              <a:gd name="connsiteX38" fmla="*/ 3571600 w 11223582"/>
              <a:gd name="connsiteY38" fmla="*/ 1895608 h 2028726"/>
              <a:gd name="connsiteX39" fmla="*/ 3127680 w 11223582"/>
              <a:gd name="connsiteY39" fmla="*/ 2026087 h 2028726"/>
              <a:gd name="connsiteX40" fmla="*/ 2370023 w 11223582"/>
              <a:gd name="connsiteY40" fmla="*/ 1271362 h 2028726"/>
              <a:gd name="connsiteX41" fmla="*/ 2370316 w 11223582"/>
              <a:gd name="connsiteY41" fmla="*/ 1271069 h 2028726"/>
              <a:gd name="connsiteX42" fmla="*/ 3100118 w 11223582"/>
              <a:gd name="connsiteY42" fmla="*/ 521915 h 2028726"/>
              <a:gd name="connsiteX43" fmla="*/ 8360905 w 11223582"/>
              <a:gd name="connsiteY43" fmla="*/ 521622 h 2028726"/>
              <a:gd name="connsiteX44" fmla="*/ 8760551 w 11223582"/>
              <a:gd name="connsiteY44" fmla="*/ 771438 h 2028726"/>
              <a:gd name="connsiteX45" fmla="*/ 8766122 w 11223582"/>
              <a:gd name="connsiteY45" fmla="*/ 771438 h 2028726"/>
              <a:gd name="connsiteX46" fmla="*/ 9212975 w 11223582"/>
              <a:gd name="connsiteY46" fmla="*/ 521622 h 2028726"/>
              <a:gd name="connsiteX47" fmla="*/ 9695894 w 11223582"/>
              <a:gd name="connsiteY47" fmla="*/ 1059957 h 2028726"/>
              <a:gd name="connsiteX48" fmla="*/ 9695894 w 11223582"/>
              <a:gd name="connsiteY48" fmla="*/ 1983865 h 2028726"/>
              <a:gd name="connsiteX49" fmla="*/ 9243469 w 11223582"/>
              <a:gd name="connsiteY49" fmla="*/ 1983865 h 2028726"/>
              <a:gd name="connsiteX50" fmla="*/ 9243469 w 11223582"/>
              <a:gd name="connsiteY50" fmla="*/ 1140297 h 2028726"/>
              <a:gd name="connsiteX51" fmla="*/ 9043793 w 11223582"/>
              <a:gd name="connsiteY51" fmla="*/ 898984 h 2028726"/>
              <a:gd name="connsiteX52" fmla="*/ 8818900 w 11223582"/>
              <a:gd name="connsiteY52" fmla="*/ 1187504 h 2028726"/>
              <a:gd name="connsiteX53" fmla="*/ 8818900 w 11223582"/>
              <a:gd name="connsiteY53" fmla="*/ 1983865 h 2028726"/>
              <a:gd name="connsiteX54" fmla="*/ 8366476 w 11223582"/>
              <a:gd name="connsiteY54" fmla="*/ 1983865 h 2028726"/>
              <a:gd name="connsiteX55" fmla="*/ 8366476 w 11223582"/>
              <a:gd name="connsiteY55" fmla="*/ 1140297 h 2028726"/>
              <a:gd name="connsiteX56" fmla="*/ 8166506 w 11223582"/>
              <a:gd name="connsiteY56" fmla="*/ 898984 h 2028726"/>
              <a:gd name="connsiteX57" fmla="*/ 7941614 w 11223582"/>
              <a:gd name="connsiteY57" fmla="*/ 1187504 h 2028726"/>
              <a:gd name="connsiteX58" fmla="*/ 7941614 w 11223582"/>
              <a:gd name="connsiteY58" fmla="*/ 1983865 h 2028726"/>
              <a:gd name="connsiteX59" fmla="*/ 7489189 w 11223582"/>
              <a:gd name="connsiteY59" fmla="*/ 1983865 h 2028726"/>
              <a:gd name="connsiteX60" fmla="*/ 7489189 w 11223582"/>
              <a:gd name="connsiteY60" fmla="*/ 563258 h 2028726"/>
              <a:gd name="connsiteX61" fmla="*/ 7489776 w 11223582"/>
              <a:gd name="connsiteY61" fmla="*/ 563258 h 2028726"/>
              <a:gd name="connsiteX62" fmla="*/ 7922555 w 11223582"/>
              <a:gd name="connsiteY62" fmla="*/ 563258 h 2028726"/>
              <a:gd name="connsiteX63" fmla="*/ 7922555 w 11223582"/>
              <a:gd name="connsiteY63" fmla="*/ 765867 h 2028726"/>
              <a:gd name="connsiteX64" fmla="*/ 7930765 w 11223582"/>
              <a:gd name="connsiteY64" fmla="*/ 765867 h 2028726"/>
              <a:gd name="connsiteX65" fmla="*/ 8360905 w 11223582"/>
              <a:gd name="connsiteY65" fmla="*/ 521622 h 2028726"/>
              <a:gd name="connsiteX66" fmla="*/ 6678754 w 11223582"/>
              <a:gd name="connsiteY66" fmla="*/ 515757 h 2028726"/>
              <a:gd name="connsiteX67" fmla="*/ 7424389 w 11223582"/>
              <a:gd name="connsiteY67" fmla="*/ 1261392 h 2028726"/>
              <a:gd name="connsiteX68" fmla="*/ 6678754 w 11223582"/>
              <a:gd name="connsiteY68" fmla="*/ 2007027 h 2028726"/>
              <a:gd name="connsiteX69" fmla="*/ 5933119 w 11223582"/>
              <a:gd name="connsiteY69" fmla="*/ 1261392 h 2028726"/>
              <a:gd name="connsiteX70" fmla="*/ 6678754 w 11223582"/>
              <a:gd name="connsiteY70" fmla="*/ 515757 h 2028726"/>
              <a:gd name="connsiteX71" fmla="*/ 3907912 w 11223582"/>
              <a:gd name="connsiteY71" fmla="*/ 0 h 2028726"/>
              <a:gd name="connsiteX72" fmla="*/ 4365907 w 11223582"/>
              <a:gd name="connsiteY72" fmla="*/ 0 h 2028726"/>
              <a:gd name="connsiteX73" fmla="*/ 4365907 w 11223582"/>
              <a:gd name="connsiteY73" fmla="*/ 1984158 h 2028726"/>
              <a:gd name="connsiteX74" fmla="*/ 3907912 w 11223582"/>
              <a:gd name="connsiteY74" fmla="*/ 1984158 h 2028726"/>
              <a:gd name="connsiteX75" fmla="*/ 0 w 11223582"/>
              <a:gd name="connsiteY75" fmla="*/ 0 h 2028726"/>
              <a:gd name="connsiteX76" fmla="*/ 496699 w 11223582"/>
              <a:gd name="connsiteY76" fmla="*/ 0 h 2028726"/>
              <a:gd name="connsiteX77" fmla="*/ 696375 w 11223582"/>
              <a:gd name="connsiteY77" fmla="*/ 832426 h 2028726"/>
              <a:gd name="connsiteX78" fmla="*/ 787858 w 11223582"/>
              <a:gd name="connsiteY78" fmla="*/ 1323554 h 2028726"/>
              <a:gd name="connsiteX79" fmla="*/ 793428 w 11223582"/>
              <a:gd name="connsiteY79" fmla="*/ 1323554 h 2028726"/>
              <a:gd name="connsiteX80" fmla="*/ 890481 w 11223582"/>
              <a:gd name="connsiteY80" fmla="*/ 851778 h 2028726"/>
              <a:gd name="connsiteX81" fmla="*/ 1076670 w 11223582"/>
              <a:gd name="connsiteY81" fmla="*/ 0 h 2028726"/>
              <a:gd name="connsiteX82" fmla="*/ 1531733 w 11223582"/>
              <a:gd name="connsiteY82" fmla="*/ 0 h 2028726"/>
              <a:gd name="connsiteX83" fmla="*/ 1717629 w 11223582"/>
              <a:gd name="connsiteY83" fmla="*/ 846500 h 2028726"/>
              <a:gd name="connsiteX84" fmla="*/ 1812042 w 11223582"/>
              <a:gd name="connsiteY84" fmla="*/ 1323847 h 2028726"/>
              <a:gd name="connsiteX85" fmla="*/ 1817614 w 11223582"/>
              <a:gd name="connsiteY85" fmla="*/ 1323847 h 2028726"/>
              <a:gd name="connsiteX86" fmla="*/ 1917598 w 11223582"/>
              <a:gd name="connsiteY86" fmla="*/ 827148 h 2028726"/>
              <a:gd name="connsiteX87" fmla="*/ 2114637 w 11223582"/>
              <a:gd name="connsiteY87" fmla="*/ 0 h 2028726"/>
              <a:gd name="connsiteX88" fmla="*/ 2608697 w 11223582"/>
              <a:gd name="connsiteY88" fmla="*/ 0 h 2028726"/>
              <a:gd name="connsiteX89" fmla="*/ 2064791 w 11223582"/>
              <a:gd name="connsiteY89" fmla="*/ 1984158 h 2028726"/>
              <a:gd name="connsiteX90" fmla="*/ 1584804 w 11223582"/>
              <a:gd name="connsiteY90" fmla="*/ 1984158 h 2028726"/>
              <a:gd name="connsiteX91" fmla="*/ 1376625 w 11223582"/>
              <a:gd name="connsiteY91" fmla="*/ 1032395 h 2028726"/>
              <a:gd name="connsiteX92" fmla="*/ 1307134 w 11223582"/>
              <a:gd name="connsiteY92" fmla="*/ 663243 h 2028726"/>
              <a:gd name="connsiteX93" fmla="*/ 1301563 w 11223582"/>
              <a:gd name="connsiteY93" fmla="*/ 663243 h 2028726"/>
              <a:gd name="connsiteX94" fmla="*/ 1235004 w 11223582"/>
              <a:gd name="connsiteY94" fmla="*/ 1032395 h 2028726"/>
              <a:gd name="connsiteX95" fmla="*/ 1026824 w 11223582"/>
              <a:gd name="connsiteY95" fmla="*/ 1984158 h 2028726"/>
              <a:gd name="connsiteX96" fmla="*/ 543906 w 11223582"/>
              <a:gd name="connsiteY96" fmla="*/ 1984158 h 202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223582" h="2028726">
                <a:moveTo>
                  <a:pt x="10496360" y="844154"/>
                </a:moveTo>
                <a:cubicBezTo>
                  <a:pt x="10324244" y="844154"/>
                  <a:pt x="10235401" y="952349"/>
                  <a:pt x="10204908" y="1121531"/>
                </a:cubicBezTo>
                <a:lnTo>
                  <a:pt x="10765527" y="1121531"/>
                </a:lnTo>
                <a:cubicBezTo>
                  <a:pt x="10748814" y="952349"/>
                  <a:pt x="10643551" y="844154"/>
                  <a:pt x="10496360" y="844154"/>
                </a:cubicBezTo>
                <a:close/>
                <a:moveTo>
                  <a:pt x="3108035" y="844154"/>
                </a:moveTo>
                <a:cubicBezTo>
                  <a:pt x="2935920" y="844154"/>
                  <a:pt x="2847077" y="952349"/>
                  <a:pt x="2816583" y="1121531"/>
                </a:cubicBezTo>
                <a:lnTo>
                  <a:pt x="3377202" y="1121531"/>
                </a:lnTo>
                <a:cubicBezTo>
                  <a:pt x="3360488" y="952349"/>
                  <a:pt x="3255226" y="844154"/>
                  <a:pt x="3108035" y="844154"/>
                </a:cubicBezTo>
                <a:close/>
                <a:moveTo>
                  <a:pt x="5181913" y="524554"/>
                </a:moveTo>
                <a:cubicBezTo>
                  <a:pt x="5567778" y="524554"/>
                  <a:pt x="5814662" y="749447"/>
                  <a:pt x="5856298" y="1068460"/>
                </a:cubicBezTo>
                <a:lnTo>
                  <a:pt x="5420586" y="1068460"/>
                </a:lnTo>
                <a:cubicBezTo>
                  <a:pt x="5392731" y="940913"/>
                  <a:pt x="5315031" y="857642"/>
                  <a:pt x="5187484" y="857642"/>
                </a:cubicBezTo>
                <a:cubicBezTo>
                  <a:pt x="4993378" y="857642"/>
                  <a:pt x="4896032" y="1018614"/>
                  <a:pt x="4896032" y="1276640"/>
                </a:cubicBezTo>
                <a:cubicBezTo>
                  <a:pt x="4896032" y="1534665"/>
                  <a:pt x="4993085" y="1690067"/>
                  <a:pt x="5187484" y="1690067"/>
                </a:cubicBezTo>
                <a:cubicBezTo>
                  <a:pt x="5329105" y="1690067"/>
                  <a:pt x="5415015" y="1606795"/>
                  <a:pt x="5434367" y="1445823"/>
                </a:cubicBezTo>
                <a:lnTo>
                  <a:pt x="5867440" y="1445823"/>
                </a:lnTo>
                <a:cubicBezTo>
                  <a:pt x="5856298" y="1773339"/>
                  <a:pt x="5595340" y="2028726"/>
                  <a:pt x="5193055" y="2028726"/>
                </a:cubicBezTo>
                <a:cubicBezTo>
                  <a:pt x="4735060" y="2028726"/>
                  <a:pt x="4438330" y="1704141"/>
                  <a:pt x="4438330" y="1276640"/>
                </a:cubicBezTo>
                <a:cubicBezTo>
                  <a:pt x="4438330" y="849432"/>
                  <a:pt x="4732420" y="524554"/>
                  <a:pt x="5181913" y="524554"/>
                </a:cubicBezTo>
                <a:close/>
                <a:moveTo>
                  <a:pt x="10488150" y="521915"/>
                </a:moveTo>
                <a:cubicBezTo>
                  <a:pt x="10690758" y="521915"/>
                  <a:pt x="10851731" y="588474"/>
                  <a:pt x="10973707" y="699601"/>
                </a:cubicBezTo>
                <a:cubicBezTo>
                  <a:pt x="11142889" y="855003"/>
                  <a:pt x="11226161" y="1101886"/>
                  <a:pt x="11223522" y="1390699"/>
                </a:cubicBezTo>
                <a:lnTo>
                  <a:pt x="10202269" y="1390699"/>
                </a:lnTo>
                <a:cubicBezTo>
                  <a:pt x="10230124" y="1582166"/>
                  <a:pt x="10335386" y="1701502"/>
                  <a:pt x="10521282" y="1701502"/>
                </a:cubicBezTo>
                <a:cubicBezTo>
                  <a:pt x="10640619" y="1701502"/>
                  <a:pt x="10718319" y="1648724"/>
                  <a:pt x="10757023" y="1559882"/>
                </a:cubicBezTo>
                <a:lnTo>
                  <a:pt x="11198306" y="1559882"/>
                </a:lnTo>
                <a:cubicBezTo>
                  <a:pt x="11167812" y="1687428"/>
                  <a:pt x="11084540" y="1809697"/>
                  <a:pt x="10959632" y="1895608"/>
                </a:cubicBezTo>
                <a:cubicBezTo>
                  <a:pt x="10840295" y="1978880"/>
                  <a:pt x="10696036" y="2026087"/>
                  <a:pt x="10515712" y="2026087"/>
                </a:cubicBezTo>
                <a:cubicBezTo>
                  <a:pt x="10046867" y="2026087"/>
                  <a:pt x="9758054" y="1701502"/>
                  <a:pt x="9758054" y="1271362"/>
                </a:cubicBezTo>
                <a:lnTo>
                  <a:pt x="9758347" y="1271069"/>
                </a:lnTo>
                <a:cubicBezTo>
                  <a:pt x="9758347" y="846499"/>
                  <a:pt x="10055370" y="521915"/>
                  <a:pt x="10488150" y="521915"/>
                </a:cubicBezTo>
                <a:close/>
                <a:moveTo>
                  <a:pt x="3100118" y="521915"/>
                </a:moveTo>
                <a:cubicBezTo>
                  <a:pt x="3302727" y="521915"/>
                  <a:pt x="3463699" y="588474"/>
                  <a:pt x="3585675" y="699601"/>
                </a:cubicBezTo>
                <a:cubicBezTo>
                  <a:pt x="3754857" y="855003"/>
                  <a:pt x="3838128" y="1101886"/>
                  <a:pt x="3835490" y="1390699"/>
                </a:cubicBezTo>
                <a:lnTo>
                  <a:pt x="2814237" y="1390699"/>
                </a:lnTo>
                <a:cubicBezTo>
                  <a:pt x="2842091" y="1582166"/>
                  <a:pt x="2947354" y="1701502"/>
                  <a:pt x="3133250" y="1701502"/>
                </a:cubicBezTo>
                <a:cubicBezTo>
                  <a:pt x="3252588" y="1701502"/>
                  <a:pt x="3330288" y="1648724"/>
                  <a:pt x="3368992" y="1559882"/>
                </a:cubicBezTo>
                <a:lnTo>
                  <a:pt x="3810273" y="1559882"/>
                </a:lnTo>
                <a:cubicBezTo>
                  <a:pt x="3779780" y="1687428"/>
                  <a:pt x="3696509" y="1809697"/>
                  <a:pt x="3571600" y="1895608"/>
                </a:cubicBezTo>
                <a:cubicBezTo>
                  <a:pt x="3452264" y="1978880"/>
                  <a:pt x="3308004" y="2026087"/>
                  <a:pt x="3127680" y="2026087"/>
                </a:cubicBezTo>
                <a:cubicBezTo>
                  <a:pt x="2658836" y="2026087"/>
                  <a:pt x="2370023" y="1701502"/>
                  <a:pt x="2370023" y="1271362"/>
                </a:cubicBezTo>
                <a:lnTo>
                  <a:pt x="2370316" y="1271069"/>
                </a:lnTo>
                <a:cubicBezTo>
                  <a:pt x="2370316" y="846499"/>
                  <a:pt x="2667044" y="521915"/>
                  <a:pt x="3100118" y="521915"/>
                </a:cubicBezTo>
                <a:close/>
                <a:moveTo>
                  <a:pt x="8360905" y="521622"/>
                </a:moveTo>
                <a:cubicBezTo>
                  <a:pt x="8546800" y="521622"/>
                  <a:pt x="8688422" y="618675"/>
                  <a:pt x="8760551" y="771438"/>
                </a:cubicBezTo>
                <a:lnTo>
                  <a:pt x="8766122" y="771438"/>
                </a:lnTo>
                <a:cubicBezTo>
                  <a:pt x="8877249" y="599323"/>
                  <a:pt x="9029718" y="521622"/>
                  <a:pt x="9212975" y="521622"/>
                </a:cubicBezTo>
                <a:cubicBezTo>
                  <a:pt x="9534921" y="521622"/>
                  <a:pt x="9695894" y="740944"/>
                  <a:pt x="9695894" y="1059957"/>
                </a:cubicBezTo>
                <a:lnTo>
                  <a:pt x="9695894" y="1983865"/>
                </a:lnTo>
                <a:lnTo>
                  <a:pt x="9243469" y="1983865"/>
                </a:lnTo>
                <a:lnTo>
                  <a:pt x="9243469" y="1140297"/>
                </a:lnTo>
                <a:cubicBezTo>
                  <a:pt x="9243469" y="987827"/>
                  <a:pt x="9179550" y="898984"/>
                  <a:pt x="9043793" y="898984"/>
                </a:cubicBezTo>
                <a:cubicBezTo>
                  <a:pt x="8899533" y="898984"/>
                  <a:pt x="8818900" y="1018321"/>
                  <a:pt x="8818900" y="1187504"/>
                </a:cubicBezTo>
                <a:lnTo>
                  <a:pt x="8818900" y="1983865"/>
                </a:lnTo>
                <a:lnTo>
                  <a:pt x="8366476" y="1983865"/>
                </a:lnTo>
                <a:lnTo>
                  <a:pt x="8366476" y="1140297"/>
                </a:lnTo>
                <a:cubicBezTo>
                  <a:pt x="8366476" y="987827"/>
                  <a:pt x="8302556" y="898984"/>
                  <a:pt x="8166506" y="898984"/>
                </a:cubicBezTo>
                <a:cubicBezTo>
                  <a:pt x="8030456" y="898984"/>
                  <a:pt x="7941614" y="1018321"/>
                  <a:pt x="7941614" y="1187504"/>
                </a:cubicBezTo>
                <a:lnTo>
                  <a:pt x="7941614" y="1983865"/>
                </a:lnTo>
                <a:lnTo>
                  <a:pt x="7489189" y="1983865"/>
                </a:lnTo>
                <a:lnTo>
                  <a:pt x="7489189" y="563258"/>
                </a:lnTo>
                <a:lnTo>
                  <a:pt x="7489776" y="563258"/>
                </a:lnTo>
                <a:lnTo>
                  <a:pt x="7922555" y="563258"/>
                </a:lnTo>
                <a:lnTo>
                  <a:pt x="7922555" y="765867"/>
                </a:lnTo>
                <a:lnTo>
                  <a:pt x="7930765" y="765867"/>
                </a:lnTo>
                <a:cubicBezTo>
                  <a:pt x="8019608" y="618675"/>
                  <a:pt x="8155657" y="521622"/>
                  <a:pt x="8360905" y="521622"/>
                </a:cubicBezTo>
                <a:close/>
                <a:moveTo>
                  <a:pt x="6678754" y="515757"/>
                </a:moveTo>
                <a:cubicBezTo>
                  <a:pt x="7090422" y="515757"/>
                  <a:pt x="7424389" y="849724"/>
                  <a:pt x="7424389" y="1261392"/>
                </a:cubicBezTo>
                <a:cubicBezTo>
                  <a:pt x="7424389" y="1673060"/>
                  <a:pt x="7090422" y="2007027"/>
                  <a:pt x="6678754" y="2007027"/>
                </a:cubicBezTo>
                <a:cubicBezTo>
                  <a:pt x="6267086" y="2007027"/>
                  <a:pt x="5933119" y="1673060"/>
                  <a:pt x="5933119" y="1261392"/>
                </a:cubicBezTo>
                <a:cubicBezTo>
                  <a:pt x="5933119" y="849724"/>
                  <a:pt x="6267086" y="515757"/>
                  <a:pt x="6678754" y="515757"/>
                </a:cubicBezTo>
                <a:close/>
                <a:moveTo>
                  <a:pt x="3907912" y="0"/>
                </a:moveTo>
                <a:lnTo>
                  <a:pt x="4365907" y="0"/>
                </a:lnTo>
                <a:lnTo>
                  <a:pt x="4365907" y="1984158"/>
                </a:lnTo>
                <a:lnTo>
                  <a:pt x="3907912" y="1984158"/>
                </a:lnTo>
                <a:close/>
                <a:moveTo>
                  <a:pt x="0" y="0"/>
                </a:moveTo>
                <a:lnTo>
                  <a:pt x="496699" y="0"/>
                </a:lnTo>
                <a:lnTo>
                  <a:pt x="696375" y="832426"/>
                </a:lnTo>
                <a:cubicBezTo>
                  <a:pt x="740651" y="1023892"/>
                  <a:pt x="787858" y="1323554"/>
                  <a:pt x="787858" y="1323554"/>
                </a:cubicBezTo>
                <a:lnTo>
                  <a:pt x="793428" y="1323554"/>
                </a:lnTo>
                <a:cubicBezTo>
                  <a:pt x="793428" y="1323554"/>
                  <a:pt x="846206" y="1051747"/>
                  <a:pt x="890481" y="851778"/>
                </a:cubicBezTo>
                <a:lnTo>
                  <a:pt x="1076670" y="0"/>
                </a:lnTo>
                <a:lnTo>
                  <a:pt x="1531733" y="0"/>
                </a:lnTo>
                <a:lnTo>
                  <a:pt x="1717629" y="846500"/>
                </a:lnTo>
                <a:cubicBezTo>
                  <a:pt x="1761904" y="1049109"/>
                  <a:pt x="1812042" y="1323847"/>
                  <a:pt x="1812042" y="1323847"/>
                </a:cubicBezTo>
                <a:lnTo>
                  <a:pt x="1817614" y="1323847"/>
                </a:lnTo>
                <a:cubicBezTo>
                  <a:pt x="1817614" y="1323847"/>
                  <a:pt x="1873031" y="1024186"/>
                  <a:pt x="1917598" y="827148"/>
                </a:cubicBezTo>
                <a:lnTo>
                  <a:pt x="2114637" y="0"/>
                </a:lnTo>
                <a:lnTo>
                  <a:pt x="2608697" y="0"/>
                </a:lnTo>
                <a:lnTo>
                  <a:pt x="2064791" y="1984158"/>
                </a:lnTo>
                <a:lnTo>
                  <a:pt x="1584804" y="1984158"/>
                </a:lnTo>
                <a:lnTo>
                  <a:pt x="1376625" y="1032395"/>
                </a:lnTo>
                <a:cubicBezTo>
                  <a:pt x="1340560" y="874355"/>
                  <a:pt x="1307134" y="663243"/>
                  <a:pt x="1307134" y="663243"/>
                </a:cubicBezTo>
                <a:lnTo>
                  <a:pt x="1301563" y="663243"/>
                </a:lnTo>
                <a:cubicBezTo>
                  <a:pt x="1301563" y="663243"/>
                  <a:pt x="1268137" y="874062"/>
                  <a:pt x="1235004" y="1032395"/>
                </a:cubicBezTo>
                <a:lnTo>
                  <a:pt x="1026824" y="1984158"/>
                </a:lnTo>
                <a:lnTo>
                  <a:pt x="543906" y="1984158"/>
                </a:lnTo>
                <a:close/>
              </a:path>
            </a:pathLst>
          </a:custGeom>
          <a:solidFill>
            <a:schemeClr val="bg1"/>
          </a:solidFill>
        </p:spPr>
        <p:txBody>
          <a:bodyPr wrap="square">
            <a:noAutofit/>
          </a:bodyPr>
          <a:lstStyle>
            <a:lvl1pPr marL="0" indent="0">
              <a:buNone/>
              <a:defRPr/>
            </a:lvl1pPr>
          </a:lstStyle>
          <a:p>
            <a:pPr lvl="0"/>
            <a:r>
              <a:rPr lang="en-US" dirty="0"/>
              <a:t> </a:t>
            </a:r>
            <a:endParaRPr lang="en-AU" dirty="0"/>
          </a:p>
        </p:txBody>
      </p:sp>
      <p:sp>
        <p:nvSpPr>
          <p:cNvPr id="9" name="Content Placeholder 40">
            <a:extLst>
              <a:ext uri="{FF2B5EF4-FFF2-40B4-BE49-F238E27FC236}">
                <a16:creationId xmlns:a16="http://schemas.microsoft.com/office/drawing/2014/main" id="{F1532452-CC41-4D46-929A-DD7E87248532}"/>
              </a:ext>
            </a:extLst>
          </p:cNvPr>
          <p:cNvSpPr>
            <a:spLocks noGrp="1"/>
          </p:cNvSpPr>
          <p:nvPr>
            <p:ph sz="quarter" idx="38" hasCustomPrompt="1"/>
          </p:nvPr>
        </p:nvSpPr>
        <p:spPr>
          <a:xfrm flipH="1">
            <a:off x="6515100" y="3487421"/>
            <a:ext cx="1305560" cy="426720"/>
          </a:xfrm>
          <a:prstGeom prst="rect">
            <a:avLst/>
          </a:prstGeom>
        </p:spPr>
        <p:txBody>
          <a:bodyPr/>
          <a:lstStyle>
            <a:lvl1pPr marL="0" indent="0" algn="ctr">
              <a:buNone/>
              <a:defRPr>
                <a:solidFill>
                  <a:schemeClr val="tx1"/>
                </a:solidFill>
              </a:defRPr>
            </a:lvl1pPr>
          </a:lstStyle>
          <a:p>
            <a:pPr lvl="0"/>
            <a:r>
              <a:rPr lang="en-US" dirty="0"/>
              <a:t>Black logo here</a:t>
            </a:r>
            <a:endParaRPr lang="en-AU" dirty="0"/>
          </a:p>
        </p:txBody>
      </p:sp>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79425" y="5497576"/>
            <a:ext cx="10796270" cy="395224"/>
          </a:xfrm>
          <a:prstGeom prst="rect">
            <a:avLst/>
          </a:prstGeom>
        </p:spPr>
        <p:txBody>
          <a:bodyPr lIns="0" tIns="0" rIns="0" bIns="0" anchor="t" anchorCtr="0"/>
          <a:lstStyle>
            <a:lvl1pPr algn="l">
              <a:defRPr sz="3000">
                <a:solidFill>
                  <a:schemeClr val="bg1"/>
                </a:solidFill>
              </a:defRPr>
            </a:lvl1pPr>
          </a:lstStyle>
          <a:p>
            <a:r>
              <a:rPr lang="en-AU" dirty="0"/>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79425" y="5976747"/>
            <a:ext cx="3600000" cy="252000"/>
          </a:xfrm>
          <a:prstGeom prst="rect">
            <a:avLst/>
          </a:prstGeom>
        </p:spPr>
        <p:txBody>
          <a:bodyPr lIns="0" tIns="0" rIns="0" bIns="0"/>
          <a:lstStyle>
            <a:lvl1pPr marL="0" indent="0" algn="l">
              <a:buNone/>
              <a:defRPr sz="16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4" name="Text Placeholder 23">
            <a:extLst>
              <a:ext uri="{FF2B5EF4-FFF2-40B4-BE49-F238E27FC236}">
                <a16:creationId xmlns:a16="http://schemas.microsoft.com/office/drawing/2014/main" id="{939F8C7D-4C00-307D-49A5-533A86057913}"/>
              </a:ext>
            </a:extLst>
          </p:cNvPr>
          <p:cNvSpPr>
            <a:spLocks noGrp="1"/>
          </p:cNvSpPr>
          <p:nvPr>
            <p:ph type="body" sz="quarter" idx="40" hasCustomPrompt="1"/>
          </p:nvPr>
        </p:nvSpPr>
        <p:spPr>
          <a:xfrm>
            <a:off x="479427" y="947722"/>
            <a:ext cx="2318400" cy="4572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lIns="0" tIns="0" rIns="0" bIns="0"/>
          <a:lstStyle>
            <a:lvl1pPr>
              <a:defRPr/>
            </a:lvl1pPr>
          </a:lstStyle>
          <a:p>
            <a:pPr lvl="0"/>
            <a:r>
              <a:rPr lang="en-US" dirty="0"/>
              <a:t> </a:t>
            </a:r>
            <a:endParaRPr lang="en-AU" dirty="0"/>
          </a:p>
        </p:txBody>
      </p:sp>
      <p:sp>
        <p:nvSpPr>
          <p:cNvPr id="5" name="Text Placeholder 4">
            <a:extLst>
              <a:ext uri="{FF2B5EF4-FFF2-40B4-BE49-F238E27FC236}">
                <a16:creationId xmlns:a16="http://schemas.microsoft.com/office/drawing/2014/main" id="{C0ABAAB8-3686-1E77-310A-76C8EB896F2B}"/>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3242454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3_Title_Togeth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DDEC-0501-D7B8-5F3B-C0481BE68210}"/>
              </a:ext>
            </a:extLst>
          </p:cNvPr>
          <p:cNvSpPr>
            <a:spLocks noGrp="1"/>
          </p:cNvSpPr>
          <p:nvPr>
            <p:ph type="ctrTitle" hasCustomPrompt="1"/>
          </p:nvPr>
        </p:nvSpPr>
        <p:spPr>
          <a:xfrm>
            <a:off x="492387" y="5497576"/>
            <a:ext cx="10796270" cy="395224"/>
          </a:xfrm>
          <a:prstGeom prst="rect">
            <a:avLst/>
          </a:prstGeom>
        </p:spPr>
        <p:txBody>
          <a:bodyPr lIns="0" tIns="0" rIns="0" bIns="0" anchor="t" anchorCtr="0"/>
          <a:lstStyle>
            <a:lvl1pPr algn="l">
              <a:defRPr sz="3000">
                <a:solidFill>
                  <a:schemeClr val="bg1"/>
                </a:solidFill>
              </a:defRPr>
            </a:lvl1pPr>
          </a:lstStyle>
          <a:p>
            <a:r>
              <a:rPr lang="en-AU" dirty="0"/>
              <a:t>Title goes here</a:t>
            </a:r>
          </a:p>
        </p:txBody>
      </p:sp>
      <p:sp>
        <p:nvSpPr>
          <p:cNvPr id="3" name="Subtitle 2">
            <a:extLst>
              <a:ext uri="{FF2B5EF4-FFF2-40B4-BE49-F238E27FC236}">
                <a16:creationId xmlns:a16="http://schemas.microsoft.com/office/drawing/2014/main" id="{6DB7F3CF-EEDB-C3E2-32A8-5EFB581E33CD}"/>
              </a:ext>
            </a:extLst>
          </p:cNvPr>
          <p:cNvSpPr>
            <a:spLocks noGrp="1"/>
          </p:cNvSpPr>
          <p:nvPr>
            <p:ph type="subTitle" idx="1" hasCustomPrompt="1"/>
          </p:nvPr>
        </p:nvSpPr>
        <p:spPr>
          <a:xfrm>
            <a:off x="492387" y="5976747"/>
            <a:ext cx="3600000" cy="252000"/>
          </a:xfrm>
          <a:prstGeom prst="rect">
            <a:avLst/>
          </a:prstGeom>
        </p:spPr>
        <p:txBody>
          <a:bodyPr lIns="0" tIns="0" rIns="0" bIns="0"/>
          <a:lstStyle>
            <a:lvl1pPr marL="0" indent="0" algn="l">
              <a:buNone/>
              <a:defRPr sz="16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endParaRPr lang="en-AU" dirty="0"/>
          </a:p>
        </p:txBody>
      </p:sp>
      <p:sp>
        <p:nvSpPr>
          <p:cNvPr id="25" name="Text Placeholder 23">
            <a:extLst>
              <a:ext uri="{FF2B5EF4-FFF2-40B4-BE49-F238E27FC236}">
                <a16:creationId xmlns:a16="http://schemas.microsoft.com/office/drawing/2014/main" id="{1FE731C3-8128-7CC9-181E-1EE52468E737}"/>
              </a:ext>
            </a:extLst>
          </p:cNvPr>
          <p:cNvSpPr>
            <a:spLocks noGrp="1"/>
          </p:cNvSpPr>
          <p:nvPr>
            <p:ph type="body" sz="quarter" idx="35" hasCustomPrompt="1"/>
          </p:nvPr>
        </p:nvSpPr>
        <p:spPr>
          <a:xfrm>
            <a:off x="479425" y="947722"/>
            <a:ext cx="2318400" cy="4572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lIns="0" tIns="0" rIns="0" bIns="0"/>
          <a:lstStyle>
            <a:lvl1pPr marL="0" indent="0">
              <a:buNone/>
              <a:defRPr/>
            </a:lvl1pPr>
          </a:lstStyle>
          <a:p>
            <a:pPr lvl="0"/>
            <a:r>
              <a:rPr lang="en-US" dirty="0"/>
              <a:t> </a:t>
            </a:r>
            <a:endParaRPr lang="en-AU" dirty="0"/>
          </a:p>
        </p:txBody>
      </p:sp>
      <p:sp>
        <p:nvSpPr>
          <p:cNvPr id="21" name="Text Placeholder 20">
            <a:extLst>
              <a:ext uri="{FF2B5EF4-FFF2-40B4-BE49-F238E27FC236}">
                <a16:creationId xmlns:a16="http://schemas.microsoft.com/office/drawing/2014/main" id="{561FD153-AAE6-ACB8-0298-56640AE34860}"/>
              </a:ext>
            </a:extLst>
          </p:cNvPr>
          <p:cNvSpPr>
            <a:spLocks noGrp="1"/>
          </p:cNvSpPr>
          <p:nvPr>
            <p:ph type="body" sz="quarter" idx="36" hasCustomPrompt="1"/>
          </p:nvPr>
        </p:nvSpPr>
        <p:spPr>
          <a:xfrm>
            <a:off x="476568" y="2189120"/>
            <a:ext cx="11225849" cy="2525176"/>
          </a:xfrm>
          <a:custGeom>
            <a:avLst/>
            <a:gdLst>
              <a:gd name="connsiteX0" fmla="*/ 3749439 w 11225849"/>
              <a:gd name="connsiteY0" fmla="*/ 880102 h 2525176"/>
              <a:gd name="connsiteX1" fmla="*/ 3463460 w 11225849"/>
              <a:gd name="connsiteY1" fmla="*/ 1242424 h 2525176"/>
              <a:gd name="connsiteX2" fmla="*/ 3749439 w 11225849"/>
              <a:gd name="connsiteY2" fmla="*/ 1601977 h 2525176"/>
              <a:gd name="connsiteX3" fmla="*/ 4044037 w 11225849"/>
              <a:gd name="connsiteY3" fmla="*/ 1239654 h 2525176"/>
              <a:gd name="connsiteX4" fmla="*/ 3749439 w 11225849"/>
              <a:gd name="connsiteY4" fmla="*/ 880102 h 2525176"/>
              <a:gd name="connsiteX5" fmla="*/ 9423160 w 11225849"/>
              <a:gd name="connsiteY5" fmla="*/ 860401 h 2525176"/>
              <a:gd name="connsiteX6" fmla="*/ 9125792 w 11225849"/>
              <a:gd name="connsiteY6" fmla="*/ 1143610 h 2525176"/>
              <a:gd name="connsiteX7" fmla="*/ 9697750 w 11225849"/>
              <a:gd name="connsiteY7" fmla="*/ 1143610 h 2525176"/>
              <a:gd name="connsiteX8" fmla="*/ 9423160 w 11225849"/>
              <a:gd name="connsiteY8" fmla="*/ 860401 h 2525176"/>
              <a:gd name="connsiteX9" fmla="*/ 5354187 w 11225849"/>
              <a:gd name="connsiteY9" fmla="*/ 860401 h 2525176"/>
              <a:gd name="connsiteX10" fmla="*/ 5056818 w 11225849"/>
              <a:gd name="connsiteY10" fmla="*/ 1143610 h 2525176"/>
              <a:gd name="connsiteX11" fmla="*/ 5628777 w 11225849"/>
              <a:gd name="connsiteY11" fmla="*/ 1143610 h 2525176"/>
              <a:gd name="connsiteX12" fmla="*/ 5354187 w 11225849"/>
              <a:gd name="connsiteY12" fmla="*/ 860401 h 2525176"/>
              <a:gd name="connsiteX13" fmla="*/ 11135345 w 11225849"/>
              <a:gd name="connsiteY13" fmla="*/ 552257 h 2525176"/>
              <a:gd name="connsiteX14" fmla="*/ 11225849 w 11225849"/>
              <a:gd name="connsiteY14" fmla="*/ 563647 h 2525176"/>
              <a:gd name="connsiteX15" fmla="*/ 11225849 w 11225849"/>
              <a:gd name="connsiteY15" fmla="*/ 960139 h 2525176"/>
              <a:gd name="connsiteX16" fmla="*/ 11214458 w 11225849"/>
              <a:gd name="connsiteY16" fmla="*/ 960139 h 2525176"/>
              <a:gd name="connsiteX17" fmla="*/ 10750242 w 11225849"/>
              <a:gd name="connsiteY17" fmla="*/ 1373563 h 2525176"/>
              <a:gd name="connsiteX18" fmla="*/ 10750242 w 11225849"/>
              <a:gd name="connsiteY18" fmla="*/ 2024635 h 2525176"/>
              <a:gd name="connsiteX19" fmla="*/ 10288796 w 11225849"/>
              <a:gd name="connsiteY19" fmla="*/ 2024635 h 2525176"/>
              <a:gd name="connsiteX20" fmla="*/ 10288796 w 11225849"/>
              <a:gd name="connsiteY20" fmla="*/ 574729 h 2525176"/>
              <a:gd name="connsiteX21" fmla="*/ 10730233 w 11225849"/>
              <a:gd name="connsiteY21" fmla="*/ 574729 h 2525176"/>
              <a:gd name="connsiteX22" fmla="*/ 10730233 w 11225849"/>
              <a:gd name="connsiteY22" fmla="*/ 801296 h 2525176"/>
              <a:gd name="connsiteX23" fmla="*/ 10738852 w 11225849"/>
              <a:gd name="connsiteY23" fmla="*/ 801296 h 2525176"/>
              <a:gd name="connsiteX24" fmla="*/ 11135345 w 11225849"/>
              <a:gd name="connsiteY24" fmla="*/ 552257 h 2525176"/>
              <a:gd name="connsiteX25" fmla="*/ 3621996 w 11225849"/>
              <a:gd name="connsiteY25" fmla="*/ 532863 h 2525176"/>
              <a:gd name="connsiteX26" fmla="*/ 4029569 w 11225849"/>
              <a:gd name="connsiteY26" fmla="*/ 731109 h 2525176"/>
              <a:gd name="connsiteX27" fmla="*/ 4035110 w 11225849"/>
              <a:gd name="connsiteY27" fmla="*/ 731109 h 2525176"/>
              <a:gd name="connsiteX28" fmla="*/ 4035110 w 11225849"/>
              <a:gd name="connsiteY28" fmla="*/ 575344 h 2525176"/>
              <a:gd name="connsiteX29" fmla="*/ 4476854 w 11225849"/>
              <a:gd name="connsiteY29" fmla="*/ 575344 h 2525176"/>
              <a:gd name="connsiteX30" fmla="*/ 4476854 w 11225849"/>
              <a:gd name="connsiteY30" fmla="*/ 1882723 h 2525176"/>
              <a:gd name="connsiteX31" fmla="*/ 4284457 w 11225849"/>
              <a:gd name="connsiteY31" fmla="*/ 2363870 h 2525176"/>
              <a:gd name="connsiteX32" fmla="*/ 3752209 w 11225849"/>
              <a:gd name="connsiteY32" fmla="*/ 2525176 h 2525176"/>
              <a:gd name="connsiteX33" fmla="*/ 3044495 w 11225849"/>
              <a:gd name="connsiteY33" fmla="*/ 2057881 h 2525176"/>
              <a:gd name="connsiteX34" fmla="*/ 3044803 w 11225849"/>
              <a:gd name="connsiteY34" fmla="*/ 2058497 h 2525176"/>
              <a:gd name="connsiteX35" fmla="*/ 3492089 w 11225849"/>
              <a:gd name="connsiteY35" fmla="*/ 2058497 h 2525176"/>
              <a:gd name="connsiteX36" fmla="*/ 3746976 w 11225849"/>
              <a:gd name="connsiteY36" fmla="*/ 2200101 h 2525176"/>
              <a:gd name="connsiteX37" fmla="*/ 4024336 w 11225849"/>
              <a:gd name="connsiteY37" fmla="*/ 1922741 h 2525176"/>
              <a:gd name="connsiteX38" fmla="*/ 4024336 w 11225849"/>
              <a:gd name="connsiteY38" fmla="*/ 1778366 h 2525176"/>
              <a:gd name="connsiteX39" fmla="*/ 4012946 w 11225849"/>
              <a:gd name="connsiteY39" fmla="*/ 1778366 h 2525176"/>
              <a:gd name="connsiteX40" fmla="*/ 3642005 w 11225849"/>
              <a:gd name="connsiteY40" fmla="*/ 1945521 h 2525176"/>
              <a:gd name="connsiteX41" fmla="*/ 3013404 w 11225849"/>
              <a:gd name="connsiteY41" fmla="*/ 1257508 h 2525176"/>
              <a:gd name="connsiteX42" fmla="*/ 3621996 w 11225849"/>
              <a:gd name="connsiteY42" fmla="*/ 532863 h 2525176"/>
              <a:gd name="connsiteX43" fmla="*/ 9414541 w 11225849"/>
              <a:gd name="connsiteY43" fmla="*/ 532248 h 2525176"/>
              <a:gd name="connsiteX44" fmla="*/ 9910157 w 11225849"/>
              <a:gd name="connsiteY44" fmla="*/ 713563 h 2525176"/>
              <a:gd name="connsiteX45" fmla="*/ 10165045 w 11225849"/>
              <a:gd name="connsiteY45" fmla="*/ 1418507 h 2525176"/>
              <a:gd name="connsiteX46" fmla="*/ 9123020 w 11225849"/>
              <a:gd name="connsiteY46" fmla="*/ 1418507 h 2525176"/>
              <a:gd name="connsiteX47" fmla="*/ 9448711 w 11225849"/>
              <a:gd name="connsiteY47" fmla="*/ 1735578 h 2525176"/>
              <a:gd name="connsiteX48" fmla="*/ 9689439 w 11225849"/>
              <a:gd name="connsiteY48" fmla="*/ 1591203 h 2525176"/>
              <a:gd name="connsiteX49" fmla="*/ 10139495 w 11225849"/>
              <a:gd name="connsiteY49" fmla="*/ 1591203 h 2525176"/>
              <a:gd name="connsiteX50" fmla="*/ 9895997 w 11225849"/>
              <a:gd name="connsiteY50" fmla="*/ 1933824 h 2525176"/>
              <a:gd name="connsiteX51" fmla="*/ 9442862 w 11225849"/>
              <a:gd name="connsiteY51" fmla="*/ 2066809 h 2525176"/>
              <a:gd name="connsiteX52" fmla="*/ 8669887 w 11225849"/>
              <a:gd name="connsiteY52" fmla="*/ 1296604 h 2525176"/>
              <a:gd name="connsiteX53" fmla="*/ 9414541 w 11225849"/>
              <a:gd name="connsiteY53" fmla="*/ 532248 h 2525176"/>
              <a:gd name="connsiteX54" fmla="*/ 5345876 w 11225849"/>
              <a:gd name="connsiteY54" fmla="*/ 532248 h 2525176"/>
              <a:gd name="connsiteX55" fmla="*/ 5841183 w 11225849"/>
              <a:gd name="connsiteY55" fmla="*/ 713563 h 2525176"/>
              <a:gd name="connsiteX56" fmla="*/ 6096071 w 11225849"/>
              <a:gd name="connsiteY56" fmla="*/ 1418507 h 2525176"/>
              <a:gd name="connsiteX57" fmla="*/ 5054047 w 11225849"/>
              <a:gd name="connsiteY57" fmla="*/ 1418507 h 2525176"/>
              <a:gd name="connsiteX58" fmla="*/ 5379737 w 11225849"/>
              <a:gd name="connsiteY58" fmla="*/ 1735578 h 2525176"/>
              <a:gd name="connsiteX59" fmla="*/ 5620465 w 11225849"/>
              <a:gd name="connsiteY59" fmla="*/ 1591203 h 2525176"/>
              <a:gd name="connsiteX60" fmla="*/ 6070521 w 11225849"/>
              <a:gd name="connsiteY60" fmla="*/ 1591203 h 2525176"/>
              <a:gd name="connsiteX61" fmla="*/ 5827023 w 11225849"/>
              <a:gd name="connsiteY61" fmla="*/ 1933824 h 2525176"/>
              <a:gd name="connsiteX62" fmla="*/ 5373889 w 11225849"/>
              <a:gd name="connsiteY62" fmla="*/ 2066809 h 2525176"/>
              <a:gd name="connsiteX63" fmla="*/ 4600913 w 11225849"/>
              <a:gd name="connsiteY63" fmla="*/ 1296604 h 2525176"/>
              <a:gd name="connsiteX64" fmla="*/ 4601221 w 11225849"/>
              <a:gd name="connsiteY64" fmla="*/ 1296604 h 2525176"/>
              <a:gd name="connsiteX65" fmla="*/ 5345876 w 11225849"/>
              <a:gd name="connsiteY65" fmla="*/ 532248 h 2525176"/>
              <a:gd name="connsiteX66" fmla="*/ 2157004 w 11225849"/>
              <a:gd name="connsiteY66" fmla="*/ 521165 h 2525176"/>
              <a:gd name="connsiteX67" fmla="*/ 2938907 w 11225849"/>
              <a:gd name="connsiteY67" fmla="*/ 1303068 h 2525176"/>
              <a:gd name="connsiteX68" fmla="*/ 2157004 w 11225849"/>
              <a:gd name="connsiteY68" fmla="*/ 2084971 h 2525176"/>
              <a:gd name="connsiteX69" fmla="*/ 1375101 w 11225849"/>
              <a:gd name="connsiteY69" fmla="*/ 1303068 h 2525176"/>
              <a:gd name="connsiteX70" fmla="*/ 2157004 w 11225849"/>
              <a:gd name="connsiteY70" fmla="*/ 521165 h 2525176"/>
              <a:gd name="connsiteX71" fmla="*/ 6304784 w 11225849"/>
              <a:gd name="connsiteY71" fmla="*/ 116054 h 2525176"/>
              <a:gd name="connsiteX72" fmla="*/ 6754840 w 11225849"/>
              <a:gd name="connsiteY72" fmla="*/ 116054 h 2525176"/>
              <a:gd name="connsiteX73" fmla="*/ 6754840 w 11225849"/>
              <a:gd name="connsiteY73" fmla="*/ 574729 h 2525176"/>
              <a:gd name="connsiteX74" fmla="*/ 7018040 w 11225849"/>
              <a:gd name="connsiteY74" fmla="*/ 574729 h 2525176"/>
              <a:gd name="connsiteX75" fmla="*/ 7018040 w 11225849"/>
              <a:gd name="connsiteY75" fmla="*/ 863479 h 2525176"/>
              <a:gd name="connsiteX76" fmla="*/ 6754840 w 11225849"/>
              <a:gd name="connsiteY76" fmla="*/ 863479 h 2525176"/>
              <a:gd name="connsiteX77" fmla="*/ 6754840 w 11225849"/>
              <a:gd name="connsiteY77" fmla="*/ 1542873 h 2525176"/>
              <a:gd name="connsiteX78" fmla="*/ 6916146 w 11225849"/>
              <a:gd name="connsiteY78" fmla="*/ 1684477 h 2525176"/>
              <a:gd name="connsiteX79" fmla="*/ 7018040 w 11225849"/>
              <a:gd name="connsiteY79" fmla="*/ 1681707 h 2525176"/>
              <a:gd name="connsiteX80" fmla="*/ 7018040 w 11225849"/>
              <a:gd name="connsiteY80" fmla="*/ 2018787 h 2525176"/>
              <a:gd name="connsiteX81" fmla="*/ 6766231 w 11225849"/>
              <a:gd name="connsiteY81" fmla="*/ 2041567 h 2525176"/>
              <a:gd name="connsiteX82" fmla="*/ 6304784 w 11225849"/>
              <a:gd name="connsiteY82" fmla="*/ 1642304 h 2525176"/>
              <a:gd name="connsiteX83" fmla="*/ 6304784 w 11225849"/>
              <a:gd name="connsiteY83" fmla="*/ 863479 h 2525176"/>
              <a:gd name="connsiteX84" fmla="*/ 6112387 w 11225849"/>
              <a:gd name="connsiteY84" fmla="*/ 863479 h 2525176"/>
              <a:gd name="connsiteX85" fmla="*/ 6112387 w 11225849"/>
              <a:gd name="connsiteY85" fmla="*/ 574729 h 2525176"/>
              <a:gd name="connsiteX86" fmla="*/ 6304784 w 11225849"/>
              <a:gd name="connsiteY86" fmla="*/ 574729 h 2525176"/>
              <a:gd name="connsiteX87" fmla="*/ 7153180 w 11225849"/>
              <a:gd name="connsiteY87" fmla="*/ 0 h 2525176"/>
              <a:gd name="connsiteX88" fmla="*/ 7614626 w 11225849"/>
              <a:gd name="connsiteY88" fmla="*/ 0 h 2525176"/>
              <a:gd name="connsiteX89" fmla="*/ 7614626 w 11225849"/>
              <a:gd name="connsiteY89" fmla="*/ 753274 h 2525176"/>
              <a:gd name="connsiteX90" fmla="*/ 7623245 w 11225849"/>
              <a:gd name="connsiteY90" fmla="*/ 753274 h 2525176"/>
              <a:gd name="connsiteX91" fmla="*/ 8053600 w 11225849"/>
              <a:gd name="connsiteY91" fmla="*/ 532556 h 2525176"/>
              <a:gd name="connsiteX92" fmla="*/ 8557527 w 11225849"/>
              <a:gd name="connsiteY92" fmla="*/ 1081735 h 2525176"/>
              <a:gd name="connsiteX93" fmla="*/ 8557527 w 11225849"/>
              <a:gd name="connsiteY93" fmla="*/ 2024636 h 2525176"/>
              <a:gd name="connsiteX94" fmla="*/ 8096081 w 11225849"/>
              <a:gd name="connsiteY94" fmla="*/ 2024636 h 2525176"/>
              <a:gd name="connsiteX95" fmla="*/ 8096081 w 11225849"/>
              <a:gd name="connsiteY95" fmla="*/ 1175317 h 2525176"/>
              <a:gd name="connsiteX96" fmla="*/ 7869514 w 11225849"/>
              <a:gd name="connsiteY96" fmla="*/ 917658 h 2525176"/>
              <a:gd name="connsiteX97" fmla="*/ 7614626 w 11225849"/>
              <a:gd name="connsiteY97" fmla="*/ 1223339 h 2525176"/>
              <a:gd name="connsiteX98" fmla="*/ 7614626 w 11225849"/>
              <a:gd name="connsiteY98" fmla="*/ 2024636 h 2525176"/>
              <a:gd name="connsiteX99" fmla="*/ 7153180 w 11225849"/>
              <a:gd name="connsiteY99" fmla="*/ 2024636 h 2525176"/>
              <a:gd name="connsiteX100" fmla="*/ 0 w 11225849"/>
              <a:gd name="connsiteY100" fmla="*/ 0 h 2525176"/>
              <a:gd name="connsiteX101" fmla="*/ 1684786 w 11225849"/>
              <a:gd name="connsiteY101" fmla="*/ 0 h 2525176"/>
              <a:gd name="connsiteX102" fmla="*/ 1684786 w 11225849"/>
              <a:gd name="connsiteY102" fmla="*/ 424813 h 2525176"/>
              <a:gd name="connsiteX103" fmla="*/ 1090047 w 11225849"/>
              <a:gd name="connsiteY103" fmla="*/ 424813 h 2525176"/>
              <a:gd name="connsiteX104" fmla="*/ 1090047 w 11225849"/>
              <a:gd name="connsiteY104" fmla="*/ 2024328 h 2525176"/>
              <a:gd name="connsiteX105" fmla="*/ 588890 w 11225849"/>
              <a:gd name="connsiteY105" fmla="*/ 2024328 h 2525176"/>
              <a:gd name="connsiteX106" fmla="*/ 588890 w 11225849"/>
              <a:gd name="connsiteY106" fmla="*/ 424813 h 2525176"/>
              <a:gd name="connsiteX107" fmla="*/ 0 w 11225849"/>
              <a:gd name="connsiteY107" fmla="*/ 424813 h 252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11225849" h="2525176">
                <a:moveTo>
                  <a:pt x="3749439" y="880102"/>
                </a:moveTo>
                <a:cubicBezTo>
                  <a:pt x="3576744" y="880102"/>
                  <a:pt x="3463460" y="1021706"/>
                  <a:pt x="3463460" y="1242424"/>
                </a:cubicBezTo>
                <a:cubicBezTo>
                  <a:pt x="3463460" y="1463143"/>
                  <a:pt x="3576744" y="1601977"/>
                  <a:pt x="3749439" y="1601977"/>
                </a:cubicBezTo>
                <a:cubicBezTo>
                  <a:pt x="3950455" y="1601977"/>
                  <a:pt x="4044037" y="1443441"/>
                  <a:pt x="4044037" y="1239654"/>
                </a:cubicBezTo>
                <a:cubicBezTo>
                  <a:pt x="4044037" y="1044486"/>
                  <a:pt x="3942144" y="880102"/>
                  <a:pt x="3749439" y="880102"/>
                </a:cubicBezTo>
                <a:close/>
                <a:moveTo>
                  <a:pt x="9423160" y="860401"/>
                </a:moveTo>
                <a:cubicBezTo>
                  <a:pt x="9247695" y="860401"/>
                  <a:pt x="9157191" y="970914"/>
                  <a:pt x="9125792" y="1143610"/>
                </a:cubicBezTo>
                <a:lnTo>
                  <a:pt x="9697750" y="1143610"/>
                </a:lnTo>
                <a:cubicBezTo>
                  <a:pt x="9680820" y="970914"/>
                  <a:pt x="9573077" y="860401"/>
                  <a:pt x="9423160" y="860401"/>
                </a:cubicBezTo>
                <a:close/>
                <a:moveTo>
                  <a:pt x="5354187" y="860401"/>
                </a:moveTo>
                <a:cubicBezTo>
                  <a:pt x="5178721" y="860401"/>
                  <a:pt x="5087909" y="970914"/>
                  <a:pt x="5056818" y="1143610"/>
                </a:cubicBezTo>
                <a:lnTo>
                  <a:pt x="5628777" y="1143610"/>
                </a:lnTo>
                <a:cubicBezTo>
                  <a:pt x="5611846" y="970914"/>
                  <a:pt x="5504103" y="860401"/>
                  <a:pt x="5354187" y="860401"/>
                </a:cubicBezTo>
                <a:close/>
                <a:moveTo>
                  <a:pt x="11135345" y="552257"/>
                </a:moveTo>
                <a:cubicBezTo>
                  <a:pt x="11177825" y="552257"/>
                  <a:pt x="11206147" y="555028"/>
                  <a:pt x="11225849" y="563647"/>
                </a:cubicBezTo>
                <a:lnTo>
                  <a:pt x="11225849" y="960139"/>
                </a:lnTo>
                <a:lnTo>
                  <a:pt x="11214458" y="960139"/>
                </a:lnTo>
                <a:cubicBezTo>
                  <a:pt x="10931249" y="920429"/>
                  <a:pt x="10750242" y="1059262"/>
                  <a:pt x="10750242" y="1373563"/>
                </a:cubicBezTo>
                <a:lnTo>
                  <a:pt x="10750242" y="2024635"/>
                </a:lnTo>
                <a:lnTo>
                  <a:pt x="10288796" y="2024635"/>
                </a:lnTo>
                <a:lnTo>
                  <a:pt x="10288796" y="574729"/>
                </a:lnTo>
                <a:lnTo>
                  <a:pt x="10730233" y="574729"/>
                </a:lnTo>
                <a:lnTo>
                  <a:pt x="10730233" y="801296"/>
                </a:lnTo>
                <a:lnTo>
                  <a:pt x="10738852" y="801296"/>
                </a:lnTo>
                <a:cubicBezTo>
                  <a:pt x="10840746" y="628600"/>
                  <a:pt x="10959570" y="552257"/>
                  <a:pt x="11135345" y="552257"/>
                </a:cubicBezTo>
                <a:close/>
                <a:moveTo>
                  <a:pt x="3621996" y="532863"/>
                </a:moveTo>
                <a:cubicBezTo>
                  <a:pt x="3814392" y="532863"/>
                  <a:pt x="3944606" y="609206"/>
                  <a:pt x="4029569" y="731109"/>
                </a:cubicBezTo>
                <a:lnTo>
                  <a:pt x="4035110" y="731109"/>
                </a:lnTo>
                <a:lnTo>
                  <a:pt x="4035110" y="575344"/>
                </a:lnTo>
                <a:lnTo>
                  <a:pt x="4476854" y="575344"/>
                </a:lnTo>
                <a:lnTo>
                  <a:pt x="4476854" y="1882723"/>
                </a:lnTo>
                <a:cubicBezTo>
                  <a:pt x="4476854" y="2100670"/>
                  <a:pt x="4400511" y="2259206"/>
                  <a:pt x="4284457" y="2363870"/>
                </a:cubicBezTo>
                <a:cubicBezTo>
                  <a:pt x="4157013" y="2477154"/>
                  <a:pt x="3967386" y="2525176"/>
                  <a:pt x="3752209" y="2525176"/>
                </a:cubicBezTo>
                <a:cubicBezTo>
                  <a:pt x="3352947" y="2525176"/>
                  <a:pt x="3089747" y="2361099"/>
                  <a:pt x="3044495" y="2057881"/>
                </a:cubicBezTo>
                <a:lnTo>
                  <a:pt x="3044803" y="2058497"/>
                </a:lnTo>
                <a:lnTo>
                  <a:pt x="3492089" y="2058497"/>
                </a:lnTo>
                <a:cubicBezTo>
                  <a:pt x="3517639" y="2134840"/>
                  <a:pt x="3593982" y="2200101"/>
                  <a:pt x="3746976" y="2200101"/>
                </a:cubicBezTo>
                <a:cubicBezTo>
                  <a:pt x="3942452" y="2200101"/>
                  <a:pt x="4024336" y="2098208"/>
                  <a:pt x="4024336" y="1922741"/>
                </a:cubicBezTo>
                <a:lnTo>
                  <a:pt x="4024336" y="1778366"/>
                </a:lnTo>
                <a:lnTo>
                  <a:pt x="4012946" y="1778366"/>
                </a:lnTo>
                <a:cubicBezTo>
                  <a:pt x="3927983" y="1874719"/>
                  <a:pt x="3817470" y="1945521"/>
                  <a:pt x="3642005" y="1945521"/>
                </a:cubicBezTo>
                <a:cubicBezTo>
                  <a:pt x="3316315" y="1945521"/>
                  <a:pt x="3013404" y="1702023"/>
                  <a:pt x="3013404" y="1257508"/>
                </a:cubicBezTo>
                <a:cubicBezTo>
                  <a:pt x="3013404" y="812994"/>
                  <a:pt x="3262443" y="532863"/>
                  <a:pt x="3621996" y="532863"/>
                </a:cubicBezTo>
                <a:close/>
                <a:moveTo>
                  <a:pt x="9414541" y="532248"/>
                </a:moveTo>
                <a:cubicBezTo>
                  <a:pt x="9621100" y="532248"/>
                  <a:pt x="9785484" y="600280"/>
                  <a:pt x="9910157" y="713563"/>
                </a:cubicBezTo>
                <a:cubicBezTo>
                  <a:pt x="10082853" y="872099"/>
                  <a:pt x="10167815" y="1124216"/>
                  <a:pt x="10165045" y="1418507"/>
                </a:cubicBezTo>
                <a:lnTo>
                  <a:pt x="9123020" y="1418507"/>
                </a:lnTo>
                <a:cubicBezTo>
                  <a:pt x="9151342" y="1613983"/>
                  <a:pt x="9258776" y="1735578"/>
                  <a:pt x="9448711" y="1735578"/>
                </a:cubicBezTo>
                <a:cubicBezTo>
                  <a:pt x="9570614" y="1735578"/>
                  <a:pt x="9649728" y="1681707"/>
                  <a:pt x="9689439" y="1591203"/>
                </a:cubicBezTo>
                <a:lnTo>
                  <a:pt x="10139495" y="1591203"/>
                </a:lnTo>
                <a:cubicBezTo>
                  <a:pt x="10108403" y="1721417"/>
                  <a:pt x="10023440" y="1846091"/>
                  <a:pt x="9895997" y="1933824"/>
                </a:cubicBezTo>
                <a:cubicBezTo>
                  <a:pt x="9774094" y="2018787"/>
                  <a:pt x="9626949" y="2066809"/>
                  <a:pt x="9442862" y="2066809"/>
                </a:cubicBezTo>
                <a:cubicBezTo>
                  <a:pt x="8964485" y="2066809"/>
                  <a:pt x="8669887" y="1735578"/>
                  <a:pt x="8669887" y="1296604"/>
                </a:cubicBezTo>
                <a:cubicBezTo>
                  <a:pt x="8669887" y="863479"/>
                  <a:pt x="8972797" y="532248"/>
                  <a:pt x="9414541" y="532248"/>
                </a:cubicBezTo>
                <a:close/>
                <a:moveTo>
                  <a:pt x="5345876" y="532248"/>
                </a:moveTo>
                <a:cubicBezTo>
                  <a:pt x="5552433" y="532248"/>
                  <a:pt x="5716818" y="600280"/>
                  <a:pt x="5841183" y="713563"/>
                </a:cubicBezTo>
                <a:cubicBezTo>
                  <a:pt x="6013879" y="872099"/>
                  <a:pt x="6098842" y="1124216"/>
                  <a:pt x="6096071" y="1418507"/>
                </a:cubicBezTo>
                <a:lnTo>
                  <a:pt x="5054047" y="1418507"/>
                </a:lnTo>
                <a:cubicBezTo>
                  <a:pt x="5082368" y="1613983"/>
                  <a:pt x="5189803" y="1735578"/>
                  <a:pt x="5379737" y="1735578"/>
                </a:cubicBezTo>
                <a:cubicBezTo>
                  <a:pt x="5501641" y="1735578"/>
                  <a:pt x="5580754" y="1681707"/>
                  <a:pt x="5620465" y="1591203"/>
                </a:cubicBezTo>
                <a:lnTo>
                  <a:pt x="6070521" y="1591203"/>
                </a:lnTo>
                <a:cubicBezTo>
                  <a:pt x="6039430" y="1721417"/>
                  <a:pt x="5954467" y="1846091"/>
                  <a:pt x="5827023" y="1933824"/>
                </a:cubicBezTo>
                <a:cubicBezTo>
                  <a:pt x="5705120" y="2018787"/>
                  <a:pt x="5557975" y="2066809"/>
                  <a:pt x="5373889" y="2066809"/>
                </a:cubicBezTo>
                <a:cubicBezTo>
                  <a:pt x="4895512" y="2066809"/>
                  <a:pt x="4600913" y="1735578"/>
                  <a:pt x="4600913" y="1296604"/>
                </a:cubicBezTo>
                <a:lnTo>
                  <a:pt x="4601221" y="1296604"/>
                </a:lnTo>
                <a:cubicBezTo>
                  <a:pt x="4601221" y="863479"/>
                  <a:pt x="4904131" y="532248"/>
                  <a:pt x="5345876" y="532248"/>
                </a:cubicBezTo>
                <a:close/>
                <a:moveTo>
                  <a:pt x="2157004" y="521165"/>
                </a:moveTo>
                <a:cubicBezTo>
                  <a:pt x="2588898" y="521165"/>
                  <a:pt x="2938907" y="871174"/>
                  <a:pt x="2938907" y="1303068"/>
                </a:cubicBezTo>
                <a:cubicBezTo>
                  <a:pt x="2938907" y="1734961"/>
                  <a:pt x="2588898" y="2084971"/>
                  <a:pt x="2157004" y="2084971"/>
                </a:cubicBezTo>
                <a:cubicBezTo>
                  <a:pt x="1725110" y="2084971"/>
                  <a:pt x="1375101" y="1734961"/>
                  <a:pt x="1375101" y="1303068"/>
                </a:cubicBezTo>
                <a:cubicBezTo>
                  <a:pt x="1375101" y="871174"/>
                  <a:pt x="1725110" y="521165"/>
                  <a:pt x="2157004" y="521165"/>
                </a:cubicBezTo>
                <a:close/>
                <a:moveTo>
                  <a:pt x="6304784" y="116054"/>
                </a:moveTo>
                <a:lnTo>
                  <a:pt x="6754840" y="116054"/>
                </a:lnTo>
                <a:lnTo>
                  <a:pt x="6754840" y="574729"/>
                </a:lnTo>
                <a:lnTo>
                  <a:pt x="7018040" y="574729"/>
                </a:lnTo>
                <a:lnTo>
                  <a:pt x="7018040" y="863479"/>
                </a:lnTo>
                <a:lnTo>
                  <a:pt x="6754840" y="863479"/>
                </a:lnTo>
                <a:lnTo>
                  <a:pt x="6754840" y="1542873"/>
                </a:lnTo>
                <a:cubicBezTo>
                  <a:pt x="6754840" y="1656156"/>
                  <a:pt x="6817023" y="1684477"/>
                  <a:pt x="6916146" y="1684477"/>
                </a:cubicBezTo>
                <a:cubicBezTo>
                  <a:pt x="6955858" y="1684477"/>
                  <a:pt x="7001109" y="1681707"/>
                  <a:pt x="7018040" y="1681707"/>
                </a:cubicBezTo>
                <a:lnTo>
                  <a:pt x="7018040" y="2018787"/>
                </a:lnTo>
                <a:cubicBezTo>
                  <a:pt x="6978329" y="2030177"/>
                  <a:pt x="6890596" y="2041567"/>
                  <a:pt x="6766231" y="2041567"/>
                </a:cubicBezTo>
                <a:cubicBezTo>
                  <a:pt x="6497182" y="2041567"/>
                  <a:pt x="6304784" y="1953833"/>
                  <a:pt x="6304784" y="1642304"/>
                </a:cubicBezTo>
                <a:lnTo>
                  <a:pt x="6304784" y="863479"/>
                </a:lnTo>
                <a:lnTo>
                  <a:pt x="6112387" y="863479"/>
                </a:lnTo>
                <a:lnTo>
                  <a:pt x="6112387" y="574729"/>
                </a:lnTo>
                <a:lnTo>
                  <a:pt x="6304784" y="574729"/>
                </a:lnTo>
                <a:close/>
                <a:moveTo>
                  <a:pt x="7153180" y="0"/>
                </a:moveTo>
                <a:lnTo>
                  <a:pt x="7614626" y="0"/>
                </a:lnTo>
                <a:lnTo>
                  <a:pt x="7614626" y="753274"/>
                </a:lnTo>
                <a:lnTo>
                  <a:pt x="7623245" y="753274"/>
                </a:lnTo>
                <a:cubicBezTo>
                  <a:pt x="7727909" y="614440"/>
                  <a:pt x="7852583" y="532556"/>
                  <a:pt x="8053600" y="532556"/>
                </a:cubicBezTo>
                <a:cubicBezTo>
                  <a:pt x="8370671" y="532556"/>
                  <a:pt x="8557527" y="759123"/>
                  <a:pt x="8557527" y="1081735"/>
                </a:cubicBezTo>
                <a:lnTo>
                  <a:pt x="8557527" y="2024636"/>
                </a:lnTo>
                <a:lnTo>
                  <a:pt x="8096081" y="2024636"/>
                </a:lnTo>
                <a:lnTo>
                  <a:pt x="8096081" y="1175317"/>
                </a:lnTo>
                <a:cubicBezTo>
                  <a:pt x="8096081" y="1022322"/>
                  <a:pt x="8019738" y="917658"/>
                  <a:pt x="7869514" y="917658"/>
                </a:cubicBezTo>
                <a:cubicBezTo>
                  <a:pt x="7719290" y="917658"/>
                  <a:pt x="7614626" y="1045102"/>
                  <a:pt x="7614626" y="1223339"/>
                </a:cubicBezTo>
                <a:lnTo>
                  <a:pt x="7614626" y="2024636"/>
                </a:lnTo>
                <a:lnTo>
                  <a:pt x="7153180" y="2024636"/>
                </a:lnTo>
                <a:close/>
                <a:moveTo>
                  <a:pt x="0" y="0"/>
                </a:moveTo>
                <a:lnTo>
                  <a:pt x="1684786" y="0"/>
                </a:lnTo>
                <a:lnTo>
                  <a:pt x="1684786" y="424813"/>
                </a:lnTo>
                <a:lnTo>
                  <a:pt x="1090047" y="424813"/>
                </a:lnTo>
                <a:lnTo>
                  <a:pt x="1090047" y="2024328"/>
                </a:lnTo>
                <a:lnTo>
                  <a:pt x="588890" y="2024328"/>
                </a:lnTo>
                <a:lnTo>
                  <a:pt x="588890" y="424813"/>
                </a:lnTo>
                <a:lnTo>
                  <a:pt x="0" y="424813"/>
                </a:ln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3" name="Content Placeholder 40">
            <a:extLst>
              <a:ext uri="{FF2B5EF4-FFF2-40B4-BE49-F238E27FC236}">
                <a16:creationId xmlns:a16="http://schemas.microsoft.com/office/drawing/2014/main" id="{37A46FE4-3B29-1CB2-8CD2-2019DDB8159E}"/>
              </a:ext>
            </a:extLst>
          </p:cNvPr>
          <p:cNvSpPr>
            <a:spLocks noGrp="1"/>
          </p:cNvSpPr>
          <p:nvPr>
            <p:ph sz="quarter" idx="38" hasCustomPrompt="1"/>
          </p:nvPr>
        </p:nvSpPr>
        <p:spPr>
          <a:xfrm flipH="1">
            <a:off x="1981200" y="3225801"/>
            <a:ext cx="1305560" cy="528320"/>
          </a:xfrm>
          <a:prstGeom prst="rect">
            <a:avLst/>
          </a:prstGeom>
        </p:spPr>
        <p:txBody>
          <a:bodyPr/>
          <a:lstStyle>
            <a:lvl1pPr algn="ctr">
              <a:defRPr>
                <a:solidFill>
                  <a:schemeClr val="tx1"/>
                </a:solidFill>
              </a:defRPr>
            </a:lvl1pPr>
          </a:lstStyle>
          <a:p>
            <a:pPr lvl="0"/>
            <a:r>
              <a:rPr lang="en-US" dirty="0"/>
              <a:t>Black logo here</a:t>
            </a:r>
            <a:endParaRPr lang="en-AU" dirty="0"/>
          </a:p>
        </p:txBody>
      </p:sp>
      <p:sp>
        <p:nvSpPr>
          <p:cNvPr id="4" name="Rectangle 3">
            <a:extLst>
              <a:ext uri="{FF2B5EF4-FFF2-40B4-BE49-F238E27FC236}">
                <a16:creationId xmlns:a16="http://schemas.microsoft.com/office/drawing/2014/main" id="{562373B2-5D59-B65F-1461-89036A62FDAD}"/>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8209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ypo_we_are_o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0" name="Footer Placeholder 4">
            <a:extLst>
              <a:ext uri="{FF2B5EF4-FFF2-40B4-BE49-F238E27FC236}">
                <a16:creationId xmlns:a16="http://schemas.microsoft.com/office/drawing/2014/main" id="{1848D18A-8192-A615-DC40-5BA0684EF664}"/>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grpSp>
        <p:nvGrpSpPr>
          <p:cNvPr id="32" name="Graphic 30">
            <a:extLst>
              <a:ext uri="{FF2B5EF4-FFF2-40B4-BE49-F238E27FC236}">
                <a16:creationId xmlns:a16="http://schemas.microsoft.com/office/drawing/2014/main" id="{55EA748E-D743-4252-08F7-2974D11A38EA}"/>
              </a:ext>
            </a:extLst>
          </p:cNvPr>
          <p:cNvGrpSpPr/>
          <p:nvPr/>
        </p:nvGrpSpPr>
        <p:grpSpPr>
          <a:xfrm>
            <a:off x="479425" y="2097088"/>
            <a:ext cx="11233150" cy="1929572"/>
            <a:chOff x="1858041" y="2460307"/>
            <a:chExt cx="8620887" cy="1480851"/>
          </a:xfrm>
        </p:grpSpPr>
        <p:grpSp>
          <p:nvGrpSpPr>
            <p:cNvPr id="33" name="Graphic 30">
              <a:extLst>
                <a:ext uri="{FF2B5EF4-FFF2-40B4-BE49-F238E27FC236}">
                  <a16:creationId xmlns:a16="http://schemas.microsoft.com/office/drawing/2014/main" id="{FF2BD7F3-5948-813D-DC59-4169B0518D84}"/>
                </a:ext>
              </a:extLst>
            </p:cNvPr>
            <p:cNvGrpSpPr/>
            <p:nvPr/>
          </p:nvGrpSpPr>
          <p:grpSpPr>
            <a:xfrm>
              <a:off x="6869525" y="2831115"/>
              <a:ext cx="3172694" cy="1106995"/>
              <a:chOff x="6869525" y="2831115"/>
              <a:chExt cx="3172694" cy="1106995"/>
            </a:xfrm>
          </p:grpSpPr>
          <p:sp>
            <p:nvSpPr>
              <p:cNvPr id="34" name="Freeform: Shape 33">
                <a:extLst>
                  <a:ext uri="{FF2B5EF4-FFF2-40B4-BE49-F238E27FC236}">
                    <a16:creationId xmlns:a16="http://schemas.microsoft.com/office/drawing/2014/main" id="{9000A0C0-4D10-541F-29AC-C4FF6B0CDE4B}"/>
                  </a:ext>
                </a:extLst>
              </p:cNvPr>
              <p:cNvSpPr/>
              <p:nvPr/>
            </p:nvSpPr>
            <p:spPr>
              <a:xfrm>
                <a:off x="6869525" y="2831115"/>
                <a:ext cx="3172694" cy="1106995"/>
              </a:xfrm>
              <a:custGeom>
                <a:avLst/>
                <a:gdLst>
                  <a:gd name="connsiteX0" fmla="*/ 2657189 w 3172694"/>
                  <a:gd name="connsiteY0" fmla="*/ 874014 h 1106995"/>
                  <a:gd name="connsiteX1" fmla="*/ 2415921 w 3172694"/>
                  <a:gd name="connsiteY1" fmla="*/ 639508 h 1106995"/>
                  <a:gd name="connsiteX2" fmla="*/ 2415159 w 3172694"/>
                  <a:gd name="connsiteY2" fmla="*/ 633889 h 1106995"/>
                  <a:gd name="connsiteX3" fmla="*/ 3172682 w 3172694"/>
                  <a:gd name="connsiteY3" fmla="*/ 633889 h 1106995"/>
                  <a:gd name="connsiteX4" fmla="*/ 2989136 w 3172694"/>
                  <a:gd name="connsiteY4" fmla="*/ 130302 h 1106995"/>
                  <a:gd name="connsiteX5" fmla="*/ 2632520 w 3172694"/>
                  <a:gd name="connsiteY5" fmla="*/ 0 h 1106995"/>
                  <a:gd name="connsiteX6" fmla="*/ 2103882 w 3172694"/>
                  <a:gd name="connsiteY6" fmla="*/ 453866 h 1106995"/>
                  <a:gd name="connsiteX7" fmla="*/ 2103882 w 3172694"/>
                  <a:gd name="connsiteY7" fmla="*/ 394144 h 1106995"/>
                  <a:gd name="connsiteX8" fmla="*/ 1745456 w 3172694"/>
                  <a:gd name="connsiteY8" fmla="*/ 95 h 1106995"/>
                  <a:gd name="connsiteX9" fmla="*/ 1420558 w 3172694"/>
                  <a:gd name="connsiteY9" fmla="*/ 174879 h 1106995"/>
                  <a:gd name="connsiteX10" fmla="*/ 1414367 w 3172694"/>
                  <a:gd name="connsiteY10" fmla="*/ 174879 h 1106995"/>
                  <a:gd name="connsiteX11" fmla="*/ 1414367 w 3172694"/>
                  <a:gd name="connsiteY11" fmla="*/ 30956 h 1106995"/>
                  <a:gd name="connsiteX12" fmla="*/ 1099089 w 3172694"/>
                  <a:gd name="connsiteY12" fmla="*/ 30956 h 1106995"/>
                  <a:gd name="connsiteX13" fmla="*/ 1099089 w 3172694"/>
                  <a:gd name="connsiteY13" fmla="*/ 464534 h 1106995"/>
                  <a:gd name="connsiteX14" fmla="*/ 553212 w 3172694"/>
                  <a:gd name="connsiteY14" fmla="*/ 571 h 1106995"/>
                  <a:gd name="connsiteX15" fmla="*/ 0 w 3172694"/>
                  <a:gd name="connsiteY15" fmla="*/ 553783 h 1106995"/>
                  <a:gd name="connsiteX16" fmla="*/ 553212 w 3172694"/>
                  <a:gd name="connsiteY16" fmla="*/ 1106996 h 1106995"/>
                  <a:gd name="connsiteX17" fmla="*/ 1099089 w 3172694"/>
                  <a:gd name="connsiteY17" fmla="*/ 643033 h 1106995"/>
                  <a:gd name="connsiteX18" fmla="*/ 1099089 w 3172694"/>
                  <a:gd name="connsiteY18" fmla="*/ 1074039 h 1106995"/>
                  <a:gd name="connsiteX19" fmla="*/ 1421796 w 3172694"/>
                  <a:gd name="connsiteY19" fmla="*/ 1074039 h 1106995"/>
                  <a:gd name="connsiteX20" fmla="*/ 1421796 w 3172694"/>
                  <a:gd name="connsiteY20" fmla="*/ 496919 h 1106995"/>
                  <a:gd name="connsiteX21" fmla="*/ 1611725 w 3172694"/>
                  <a:gd name="connsiteY21" fmla="*/ 269938 h 1106995"/>
                  <a:gd name="connsiteX22" fmla="*/ 1781080 w 3172694"/>
                  <a:gd name="connsiteY22" fmla="*/ 461963 h 1106995"/>
                  <a:gd name="connsiteX23" fmla="*/ 1781080 w 3172694"/>
                  <a:gd name="connsiteY23" fmla="*/ 1074039 h 1106995"/>
                  <a:gd name="connsiteX24" fmla="*/ 2103787 w 3172694"/>
                  <a:gd name="connsiteY24" fmla="*/ 1074039 h 1106995"/>
                  <a:gd name="connsiteX25" fmla="*/ 2103787 w 3172694"/>
                  <a:gd name="connsiteY25" fmla="*/ 650462 h 1106995"/>
                  <a:gd name="connsiteX26" fmla="*/ 2652998 w 3172694"/>
                  <a:gd name="connsiteY26" fmla="*/ 1104900 h 1106995"/>
                  <a:gd name="connsiteX27" fmla="*/ 2979229 w 3172694"/>
                  <a:gd name="connsiteY27" fmla="*/ 1009079 h 1106995"/>
                  <a:gd name="connsiteX28" fmla="*/ 3152680 w 3172694"/>
                  <a:gd name="connsiteY28" fmla="*/ 769144 h 1106995"/>
                  <a:gd name="connsiteX29" fmla="*/ 2835116 w 3172694"/>
                  <a:gd name="connsiteY29" fmla="*/ 769144 h 1106995"/>
                  <a:gd name="connsiteX30" fmla="*/ 2657189 w 3172694"/>
                  <a:gd name="connsiteY30" fmla="*/ 874014 h 1106995"/>
                  <a:gd name="connsiteX31" fmla="*/ 2638711 w 3172694"/>
                  <a:gd name="connsiteY31" fmla="*/ 228886 h 1106995"/>
                  <a:gd name="connsiteX32" fmla="*/ 2842355 w 3172694"/>
                  <a:gd name="connsiteY32" fmla="*/ 434054 h 1106995"/>
                  <a:gd name="connsiteX33" fmla="*/ 2418873 w 3172694"/>
                  <a:gd name="connsiteY33" fmla="*/ 434054 h 1106995"/>
                  <a:gd name="connsiteX34" fmla="*/ 2638711 w 3172694"/>
                  <a:gd name="connsiteY34" fmla="*/ 228886 h 110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172694" h="1106995">
                    <a:moveTo>
                      <a:pt x="2657189" y="874014"/>
                    </a:moveTo>
                    <a:cubicBezTo>
                      <a:pt x="2523458" y="874014"/>
                      <a:pt x="2437829" y="790765"/>
                      <a:pt x="2415921" y="639508"/>
                    </a:cubicBezTo>
                    <a:lnTo>
                      <a:pt x="2415159" y="633889"/>
                    </a:lnTo>
                    <a:lnTo>
                      <a:pt x="3172682" y="633889"/>
                    </a:lnTo>
                    <a:cubicBezTo>
                      <a:pt x="3173730" y="418719"/>
                      <a:pt x="3108674" y="240030"/>
                      <a:pt x="2989136" y="130302"/>
                    </a:cubicBezTo>
                    <a:cubicBezTo>
                      <a:pt x="2893980" y="43815"/>
                      <a:pt x="2774061" y="0"/>
                      <a:pt x="2632520" y="0"/>
                    </a:cubicBezTo>
                    <a:cubicBezTo>
                      <a:pt x="2354294" y="0"/>
                      <a:pt x="2144554" y="185833"/>
                      <a:pt x="2103882" y="453866"/>
                    </a:cubicBezTo>
                    <a:lnTo>
                      <a:pt x="2103882" y="394144"/>
                    </a:lnTo>
                    <a:cubicBezTo>
                      <a:pt x="2103882" y="154781"/>
                      <a:pt x="1964912" y="95"/>
                      <a:pt x="1745456" y="95"/>
                    </a:cubicBezTo>
                    <a:cubicBezTo>
                      <a:pt x="1599438" y="95"/>
                      <a:pt x="1498663" y="61817"/>
                      <a:pt x="1420558" y="174879"/>
                    </a:cubicBezTo>
                    <a:lnTo>
                      <a:pt x="1414367" y="174879"/>
                    </a:lnTo>
                    <a:lnTo>
                      <a:pt x="1414367" y="30956"/>
                    </a:lnTo>
                    <a:lnTo>
                      <a:pt x="1099089" y="30956"/>
                    </a:lnTo>
                    <a:lnTo>
                      <a:pt x="1099089" y="464534"/>
                    </a:lnTo>
                    <a:cubicBezTo>
                      <a:pt x="1056227" y="201835"/>
                      <a:pt x="827818" y="571"/>
                      <a:pt x="553212" y="571"/>
                    </a:cubicBezTo>
                    <a:cubicBezTo>
                      <a:pt x="248126" y="571"/>
                      <a:pt x="0" y="248698"/>
                      <a:pt x="0" y="553783"/>
                    </a:cubicBezTo>
                    <a:cubicBezTo>
                      <a:pt x="0" y="858869"/>
                      <a:pt x="248126" y="1106996"/>
                      <a:pt x="553212" y="1106996"/>
                    </a:cubicBezTo>
                    <a:cubicBezTo>
                      <a:pt x="827818" y="1106996"/>
                      <a:pt x="1056322" y="905827"/>
                      <a:pt x="1099089" y="643033"/>
                    </a:cubicBezTo>
                    <a:lnTo>
                      <a:pt x="1099089" y="1074039"/>
                    </a:lnTo>
                    <a:lnTo>
                      <a:pt x="1421796" y="1074039"/>
                    </a:lnTo>
                    <a:lnTo>
                      <a:pt x="1421796" y="496919"/>
                    </a:lnTo>
                    <a:cubicBezTo>
                      <a:pt x="1421796" y="363283"/>
                      <a:pt x="1499902" y="269938"/>
                      <a:pt x="1611725" y="269938"/>
                    </a:cubicBezTo>
                    <a:cubicBezTo>
                      <a:pt x="1717834" y="269938"/>
                      <a:pt x="1781080" y="341757"/>
                      <a:pt x="1781080" y="461963"/>
                    </a:cubicBezTo>
                    <a:lnTo>
                      <a:pt x="1781080" y="1074039"/>
                    </a:lnTo>
                    <a:lnTo>
                      <a:pt x="2103787" y="1074039"/>
                    </a:lnTo>
                    <a:lnTo>
                      <a:pt x="2103787" y="650462"/>
                    </a:lnTo>
                    <a:cubicBezTo>
                      <a:pt x="2144458" y="926116"/>
                      <a:pt x="2354866" y="1104900"/>
                      <a:pt x="2652998" y="1104900"/>
                    </a:cubicBezTo>
                    <a:cubicBezTo>
                      <a:pt x="2780157" y="1104900"/>
                      <a:pt x="2886837" y="1073563"/>
                      <a:pt x="2979229" y="1009079"/>
                    </a:cubicBezTo>
                    <a:cubicBezTo>
                      <a:pt x="3067050" y="948595"/>
                      <a:pt x="3128391" y="863632"/>
                      <a:pt x="3152680" y="769144"/>
                    </a:cubicBezTo>
                    <a:lnTo>
                      <a:pt x="2835116" y="769144"/>
                    </a:lnTo>
                    <a:cubicBezTo>
                      <a:pt x="2803874" y="837819"/>
                      <a:pt x="2742343" y="874014"/>
                      <a:pt x="2657189" y="874014"/>
                    </a:cubicBezTo>
                    <a:close/>
                    <a:moveTo>
                      <a:pt x="2638711" y="228886"/>
                    </a:moveTo>
                    <a:cubicBezTo>
                      <a:pt x="2748820" y="228886"/>
                      <a:pt x="2828258" y="309277"/>
                      <a:pt x="2842355" y="434054"/>
                    </a:cubicBezTo>
                    <a:lnTo>
                      <a:pt x="2418873" y="434054"/>
                    </a:lnTo>
                    <a:cubicBezTo>
                      <a:pt x="2444782" y="297942"/>
                      <a:pt x="2518600" y="228886"/>
                      <a:pt x="2638711" y="228886"/>
                    </a:cubicBezTo>
                    <a:close/>
                  </a:path>
                </a:pathLst>
              </a:custGeom>
              <a:solidFill>
                <a:srgbClr val="FFFFFF"/>
              </a:solidFill>
              <a:ln w="9525" cap="flat">
                <a:noFill/>
                <a:prstDash val="solid"/>
                <a:miter/>
              </a:ln>
            </p:spPr>
            <p:txBody>
              <a:bodyPr rtlCol="0" anchor="ctr"/>
              <a:lstStyle/>
              <a:p>
                <a:endParaRPr lang="en-GB"/>
              </a:p>
            </p:txBody>
          </p:sp>
          <p:grpSp>
            <p:nvGrpSpPr>
              <p:cNvPr id="35" name="Graphic 30">
                <a:extLst>
                  <a:ext uri="{FF2B5EF4-FFF2-40B4-BE49-F238E27FC236}">
                    <a16:creationId xmlns:a16="http://schemas.microsoft.com/office/drawing/2014/main" id="{4D577153-92C7-4205-5693-09504E1A29AE}"/>
                  </a:ext>
                </a:extLst>
              </p:cNvPr>
              <p:cNvGrpSpPr/>
              <p:nvPr/>
            </p:nvGrpSpPr>
            <p:grpSpPr>
              <a:xfrm>
                <a:off x="6915530" y="3257817"/>
                <a:ext cx="1017183" cy="198232"/>
                <a:chOff x="6915530" y="3257817"/>
                <a:chExt cx="1017183" cy="198232"/>
              </a:xfrm>
              <a:solidFill>
                <a:srgbClr val="000000"/>
              </a:solidFill>
            </p:grpSpPr>
            <p:sp>
              <p:nvSpPr>
                <p:cNvPr id="36" name="Freeform: Shape 35">
                  <a:extLst>
                    <a:ext uri="{FF2B5EF4-FFF2-40B4-BE49-F238E27FC236}">
                      <a16:creationId xmlns:a16="http://schemas.microsoft.com/office/drawing/2014/main" id="{30B52252-A717-07ED-A35C-14DFFB2454D1}"/>
                    </a:ext>
                  </a:extLst>
                </p:cNvPr>
                <p:cNvSpPr/>
                <p:nvPr/>
              </p:nvSpPr>
              <p:spPr>
                <a:xfrm>
                  <a:off x="6915530" y="3309080"/>
                  <a:ext cx="128873" cy="146970"/>
                </a:xfrm>
                <a:custGeom>
                  <a:avLst/>
                  <a:gdLst>
                    <a:gd name="connsiteX0" fmla="*/ 76010 w 128873"/>
                    <a:gd name="connsiteY0" fmla="*/ 55436 h 146970"/>
                    <a:gd name="connsiteX1" fmla="*/ 41910 w 128873"/>
                    <a:gd name="connsiteY1" fmla="*/ 40100 h 146970"/>
                    <a:gd name="connsiteX2" fmla="*/ 62484 w 128873"/>
                    <a:gd name="connsiteY2" fmla="*/ 26003 h 146970"/>
                    <a:gd name="connsiteX3" fmla="*/ 85916 w 128873"/>
                    <a:gd name="connsiteY3" fmla="*/ 40862 h 146970"/>
                    <a:gd name="connsiteX4" fmla="*/ 123920 w 128873"/>
                    <a:gd name="connsiteY4" fmla="*/ 40862 h 146970"/>
                    <a:gd name="connsiteX5" fmla="*/ 62484 w 128873"/>
                    <a:gd name="connsiteY5" fmla="*/ 0 h 146970"/>
                    <a:gd name="connsiteX6" fmla="*/ 4191 w 128873"/>
                    <a:gd name="connsiteY6" fmla="*/ 43244 h 146970"/>
                    <a:gd name="connsiteX7" fmla="*/ 53912 w 128873"/>
                    <a:gd name="connsiteY7" fmla="*/ 86487 h 146970"/>
                    <a:gd name="connsiteX8" fmla="*/ 89631 w 128873"/>
                    <a:gd name="connsiteY8" fmla="*/ 104204 h 146970"/>
                    <a:gd name="connsiteX9" fmla="*/ 66675 w 128873"/>
                    <a:gd name="connsiteY9" fmla="*/ 120110 h 146970"/>
                    <a:gd name="connsiteX10" fmla="*/ 38577 w 128873"/>
                    <a:gd name="connsiteY10" fmla="*/ 99822 h 146970"/>
                    <a:gd name="connsiteX11" fmla="*/ 0 w 128873"/>
                    <a:gd name="connsiteY11" fmla="*/ 99822 h 146970"/>
                    <a:gd name="connsiteX12" fmla="*/ 66390 w 128873"/>
                    <a:gd name="connsiteY12" fmla="*/ 146971 h 146970"/>
                    <a:gd name="connsiteX13" fmla="*/ 128874 w 128873"/>
                    <a:gd name="connsiteY13" fmla="*/ 101346 h 146970"/>
                    <a:gd name="connsiteX14" fmla="*/ 76010 w 128873"/>
                    <a:gd name="connsiteY14" fmla="*/ 55436 h 146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873" h="146970">
                      <a:moveTo>
                        <a:pt x="76010" y="55436"/>
                      </a:moveTo>
                      <a:cubicBezTo>
                        <a:pt x="56960" y="52006"/>
                        <a:pt x="41910" y="50482"/>
                        <a:pt x="41910" y="40100"/>
                      </a:cubicBezTo>
                      <a:cubicBezTo>
                        <a:pt x="41910" y="31242"/>
                        <a:pt x="50006" y="26003"/>
                        <a:pt x="62484" y="26003"/>
                      </a:cubicBezTo>
                      <a:cubicBezTo>
                        <a:pt x="75533" y="26003"/>
                        <a:pt x="83344" y="30956"/>
                        <a:pt x="85916" y="40862"/>
                      </a:cubicBezTo>
                      <a:lnTo>
                        <a:pt x="123920" y="40862"/>
                      </a:lnTo>
                      <a:cubicBezTo>
                        <a:pt x="120301" y="16669"/>
                        <a:pt x="100965" y="0"/>
                        <a:pt x="62484" y="0"/>
                      </a:cubicBezTo>
                      <a:cubicBezTo>
                        <a:pt x="29909" y="0"/>
                        <a:pt x="4191" y="14859"/>
                        <a:pt x="4191" y="43244"/>
                      </a:cubicBezTo>
                      <a:cubicBezTo>
                        <a:pt x="4191" y="75533"/>
                        <a:pt x="29242" y="81820"/>
                        <a:pt x="53912" y="86487"/>
                      </a:cubicBezTo>
                      <a:cubicBezTo>
                        <a:pt x="73152" y="90106"/>
                        <a:pt x="89631" y="91726"/>
                        <a:pt x="89631" y="104204"/>
                      </a:cubicBezTo>
                      <a:cubicBezTo>
                        <a:pt x="89631" y="114110"/>
                        <a:pt x="81249" y="120110"/>
                        <a:pt x="66675" y="120110"/>
                      </a:cubicBezTo>
                      <a:cubicBezTo>
                        <a:pt x="50768" y="120110"/>
                        <a:pt x="40863" y="112776"/>
                        <a:pt x="38577" y="99822"/>
                      </a:cubicBezTo>
                      <a:lnTo>
                        <a:pt x="0" y="99822"/>
                      </a:lnTo>
                      <a:cubicBezTo>
                        <a:pt x="2096" y="127730"/>
                        <a:pt x="26289" y="146971"/>
                        <a:pt x="66390" y="146971"/>
                      </a:cubicBezTo>
                      <a:cubicBezTo>
                        <a:pt x="102299" y="146971"/>
                        <a:pt x="128874" y="131350"/>
                        <a:pt x="128874" y="101346"/>
                      </a:cubicBezTo>
                      <a:cubicBezTo>
                        <a:pt x="128874" y="66389"/>
                        <a:pt x="100679" y="59912"/>
                        <a:pt x="76010" y="55436"/>
                      </a:cubicBezTo>
                      <a:close/>
                    </a:path>
                  </a:pathLst>
                </a:custGeom>
                <a:solidFill>
                  <a:srgbClr val="000000"/>
                </a:solidFill>
                <a:ln w="9525"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6CA97113-A7C0-40F0-1228-8B6023B292EE}"/>
                    </a:ext>
                  </a:extLst>
                </p:cNvPr>
                <p:cNvSpPr/>
                <p:nvPr/>
              </p:nvSpPr>
              <p:spPr>
                <a:xfrm>
                  <a:off x="7047833" y="3309080"/>
                  <a:ext cx="146399" cy="146875"/>
                </a:xfrm>
                <a:custGeom>
                  <a:avLst/>
                  <a:gdLst>
                    <a:gd name="connsiteX0" fmla="*/ 73438 w 146399"/>
                    <a:gd name="connsiteY0" fmla="*/ 0 h 146875"/>
                    <a:gd name="connsiteX1" fmla="*/ 0 w 146399"/>
                    <a:gd name="connsiteY1" fmla="*/ 73438 h 146875"/>
                    <a:gd name="connsiteX2" fmla="*/ 73438 w 146399"/>
                    <a:gd name="connsiteY2" fmla="*/ 146875 h 146875"/>
                    <a:gd name="connsiteX3" fmla="*/ 146399 w 146399"/>
                    <a:gd name="connsiteY3" fmla="*/ 73438 h 146875"/>
                    <a:gd name="connsiteX4" fmla="*/ 73438 w 146399"/>
                    <a:gd name="connsiteY4" fmla="*/ 0 h 146875"/>
                    <a:gd name="connsiteX5" fmla="*/ 73152 w 146399"/>
                    <a:gd name="connsiteY5" fmla="*/ 117157 h 146875"/>
                    <a:gd name="connsiteX6" fmla="*/ 41339 w 146399"/>
                    <a:gd name="connsiteY6" fmla="*/ 73438 h 146875"/>
                    <a:gd name="connsiteX7" fmla="*/ 73152 w 146399"/>
                    <a:gd name="connsiteY7" fmla="*/ 29146 h 146875"/>
                    <a:gd name="connsiteX8" fmla="*/ 104966 w 146399"/>
                    <a:gd name="connsiteY8" fmla="*/ 73438 h 146875"/>
                    <a:gd name="connsiteX9" fmla="*/ 73152 w 146399"/>
                    <a:gd name="connsiteY9" fmla="*/ 117157 h 1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399" h="146875">
                      <a:moveTo>
                        <a:pt x="73438" y="0"/>
                      </a:moveTo>
                      <a:cubicBezTo>
                        <a:pt x="29146" y="0"/>
                        <a:pt x="0" y="31813"/>
                        <a:pt x="0" y="73438"/>
                      </a:cubicBezTo>
                      <a:cubicBezTo>
                        <a:pt x="0" y="114871"/>
                        <a:pt x="29146" y="146875"/>
                        <a:pt x="73438" y="146875"/>
                      </a:cubicBezTo>
                      <a:cubicBezTo>
                        <a:pt x="117443" y="146875"/>
                        <a:pt x="146399" y="114871"/>
                        <a:pt x="146399" y="73438"/>
                      </a:cubicBezTo>
                      <a:cubicBezTo>
                        <a:pt x="146304" y="31718"/>
                        <a:pt x="117443" y="0"/>
                        <a:pt x="73438" y="0"/>
                      </a:cubicBezTo>
                      <a:close/>
                      <a:moveTo>
                        <a:pt x="73152" y="117157"/>
                      </a:moveTo>
                      <a:cubicBezTo>
                        <a:pt x="52292" y="117157"/>
                        <a:pt x="41339" y="99441"/>
                        <a:pt x="41339" y="73438"/>
                      </a:cubicBezTo>
                      <a:cubicBezTo>
                        <a:pt x="41339" y="47149"/>
                        <a:pt x="52292" y="29146"/>
                        <a:pt x="73152" y="29146"/>
                      </a:cubicBezTo>
                      <a:cubicBezTo>
                        <a:pt x="93440" y="29146"/>
                        <a:pt x="104966" y="47149"/>
                        <a:pt x="104966" y="73438"/>
                      </a:cubicBezTo>
                      <a:cubicBezTo>
                        <a:pt x="104870" y="99441"/>
                        <a:pt x="93440" y="117157"/>
                        <a:pt x="73152" y="117157"/>
                      </a:cubicBezTo>
                      <a:close/>
                    </a:path>
                  </a:pathLst>
                </a:custGeom>
                <a:solidFill>
                  <a:srgbClr val="000000"/>
                </a:solidFill>
                <a:ln w="9525"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7D0E0879-CFA8-6BDC-016A-0C7E1CABA356}"/>
                    </a:ext>
                  </a:extLst>
                </p:cNvPr>
                <p:cNvSpPr/>
                <p:nvPr/>
              </p:nvSpPr>
              <p:spPr>
                <a:xfrm>
                  <a:off x="7188993" y="3257817"/>
                  <a:ext cx="379476" cy="195375"/>
                </a:xfrm>
                <a:custGeom>
                  <a:avLst/>
                  <a:gdLst>
                    <a:gd name="connsiteX0" fmla="*/ 339090 w 379476"/>
                    <a:gd name="connsiteY0" fmla="*/ 55168 h 195375"/>
                    <a:gd name="connsiteX1" fmla="*/ 324231 w 379476"/>
                    <a:gd name="connsiteY1" fmla="*/ 109079 h 195375"/>
                    <a:gd name="connsiteX2" fmla="*/ 315849 w 379476"/>
                    <a:gd name="connsiteY2" fmla="*/ 152322 h 195375"/>
                    <a:gd name="connsiteX3" fmla="*/ 315373 w 379476"/>
                    <a:gd name="connsiteY3" fmla="*/ 152322 h 195375"/>
                    <a:gd name="connsiteX4" fmla="*/ 306229 w 379476"/>
                    <a:gd name="connsiteY4" fmla="*/ 108603 h 195375"/>
                    <a:gd name="connsiteX5" fmla="*/ 291655 w 379476"/>
                    <a:gd name="connsiteY5" fmla="*/ 55168 h 195375"/>
                    <a:gd name="connsiteX6" fmla="*/ 256984 w 379476"/>
                    <a:gd name="connsiteY6" fmla="*/ 55168 h 195375"/>
                    <a:gd name="connsiteX7" fmla="*/ 242888 w 379476"/>
                    <a:gd name="connsiteY7" fmla="*/ 108603 h 195375"/>
                    <a:gd name="connsiteX8" fmla="*/ 234029 w 379476"/>
                    <a:gd name="connsiteY8" fmla="*/ 152132 h 195375"/>
                    <a:gd name="connsiteX9" fmla="*/ 233553 w 379476"/>
                    <a:gd name="connsiteY9" fmla="*/ 152132 h 195375"/>
                    <a:gd name="connsiteX10" fmla="*/ 225457 w 379476"/>
                    <a:gd name="connsiteY10" fmla="*/ 109174 h 195375"/>
                    <a:gd name="connsiteX11" fmla="*/ 210884 w 379476"/>
                    <a:gd name="connsiteY11" fmla="*/ 55263 h 195375"/>
                    <a:gd name="connsiteX12" fmla="*/ 186880 w 379476"/>
                    <a:gd name="connsiteY12" fmla="*/ 55263 h 195375"/>
                    <a:gd name="connsiteX13" fmla="*/ 175926 w 379476"/>
                    <a:gd name="connsiteY13" fmla="*/ 55263 h 195375"/>
                    <a:gd name="connsiteX14" fmla="*/ 170498 w 379476"/>
                    <a:gd name="connsiteY14" fmla="*/ 55263 h 195375"/>
                    <a:gd name="connsiteX15" fmla="*/ 148780 w 379476"/>
                    <a:gd name="connsiteY15" fmla="*/ 55263 h 195375"/>
                    <a:gd name="connsiteX16" fmla="*/ 148780 w 379476"/>
                    <a:gd name="connsiteY16" fmla="*/ 10971 h 195375"/>
                    <a:gd name="connsiteX17" fmla="*/ 108680 w 379476"/>
                    <a:gd name="connsiteY17" fmla="*/ 10971 h 195375"/>
                    <a:gd name="connsiteX18" fmla="*/ 108680 w 379476"/>
                    <a:gd name="connsiteY18" fmla="*/ 55263 h 195375"/>
                    <a:gd name="connsiteX19" fmla="*/ 90297 w 379476"/>
                    <a:gd name="connsiteY19" fmla="*/ 55263 h 195375"/>
                    <a:gd name="connsiteX20" fmla="*/ 61722 w 379476"/>
                    <a:gd name="connsiteY20" fmla="*/ 55263 h 195375"/>
                    <a:gd name="connsiteX21" fmla="*/ 61722 w 379476"/>
                    <a:gd name="connsiteY21" fmla="*/ 46404 h 195375"/>
                    <a:gd name="connsiteX22" fmla="*/ 90678 w 379476"/>
                    <a:gd name="connsiteY22" fmla="*/ 30212 h 195375"/>
                    <a:gd name="connsiteX23" fmla="*/ 90678 w 379476"/>
                    <a:gd name="connsiteY23" fmla="*/ 1066 h 195375"/>
                    <a:gd name="connsiteX24" fmla="*/ 73723 w 379476"/>
                    <a:gd name="connsiteY24" fmla="*/ 18 h 195375"/>
                    <a:gd name="connsiteX25" fmla="*/ 32575 w 379476"/>
                    <a:gd name="connsiteY25" fmla="*/ 10971 h 195375"/>
                    <a:gd name="connsiteX26" fmla="*/ 20860 w 379476"/>
                    <a:gd name="connsiteY26" fmla="*/ 43547 h 195375"/>
                    <a:gd name="connsiteX27" fmla="*/ 20860 w 379476"/>
                    <a:gd name="connsiteY27" fmla="*/ 55263 h 195375"/>
                    <a:gd name="connsiteX28" fmla="*/ 0 w 379476"/>
                    <a:gd name="connsiteY28" fmla="*/ 55263 h 195375"/>
                    <a:gd name="connsiteX29" fmla="*/ 0 w 379476"/>
                    <a:gd name="connsiteY29" fmla="*/ 83838 h 195375"/>
                    <a:gd name="connsiteX30" fmla="*/ 20860 w 379476"/>
                    <a:gd name="connsiteY30" fmla="*/ 83838 h 195375"/>
                    <a:gd name="connsiteX31" fmla="*/ 20860 w 379476"/>
                    <a:gd name="connsiteY31" fmla="*/ 193756 h 195375"/>
                    <a:gd name="connsiteX32" fmla="*/ 61722 w 379476"/>
                    <a:gd name="connsiteY32" fmla="*/ 193756 h 195375"/>
                    <a:gd name="connsiteX33" fmla="*/ 61722 w 379476"/>
                    <a:gd name="connsiteY33" fmla="*/ 83838 h 195375"/>
                    <a:gd name="connsiteX34" fmla="*/ 108680 w 379476"/>
                    <a:gd name="connsiteY34" fmla="*/ 83838 h 195375"/>
                    <a:gd name="connsiteX35" fmla="*/ 108680 w 379476"/>
                    <a:gd name="connsiteY35" fmla="*/ 158895 h 195375"/>
                    <a:gd name="connsiteX36" fmla="*/ 151924 w 379476"/>
                    <a:gd name="connsiteY36" fmla="*/ 195376 h 195375"/>
                    <a:gd name="connsiteX37" fmla="*/ 175641 w 379476"/>
                    <a:gd name="connsiteY37" fmla="*/ 193280 h 195375"/>
                    <a:gd name="connsiteX38" fmla="*/ 175641 w 379476"/>
                    <a:gd name="connsiteY38" fmla="*/ 162800 h 195375"/>
                    <a:gd name="connsiteX39" fmla="*/ 173545 w 379476"/>
                    <a:gd name="connsiteY39" fmla="*/ 162800 h 195375"/>
                    <a:gd name="connsiteX40" fmla="*/ 164211 w 379476"/>
                    <a:gd name="connsiteY40" fmla="*/ 163276 h 195375"/>
                    <a:gd name="connsiteX41" fmla="*/ 148876 w 379476"/>
                    <a:gd name="connsiteY41" fmla="*/ 150037 h 195375"/>
                    <a:gd name="connsiteX42" fmla="*/ 148876 w 379476"/>
                    <a:gd name="connsiteY42" fmla="*/ 83838 h 195375"/>
                    <a:gd name="connsiteX43" fmla="*/ 178022 w 379476"/>
                    <a:gd name="connsiteY43" fmla="*/ 83838 h 195375"/>
                    <a:gd name="connsiteX44" fmla="*/ 211931 w 379476"/>
                    <a:gd name="connsiteY44" fmla="*/ 193756 h 195375"/>
                    <a:gd name="connsiteX45" fmla="*/ 250031 w 379476"/>
                    <a:gd name="connsiteY45" fmla="*/ 193756 h 195375"/>
                    <a:gd name="connsiteX46" fmla="*/ 265176 w 379476"/>
                    <a:gd name="connsiteY46" fmla="*/ 137273 h 195375"/>
                    <a:gd name="connsiteX47" fmla="*/ 274320 w 379476"/>
                    <a:gd name="connsiteY47" fmla="*/ 94792 h 195375"/>
                    <a:gd name="connsiteX48" fmla="*/ 274796 w 379476"/>
                    <a:gd name="connsiteY48" fmla="*/ 94792 h 195375"/>
                    <a:gd name="connsiteX49" fmla="*/ 283369 w 379476"/>
                    <a:gd name="connsiteY49" fmla="*/ 137273 h 195375"/>
                    <a:gd name="connsiteX50" fmla="*/ 297942 w 379476"/>
                    <a:gd name="connsiteY50" fmla="*/ 193756 h 195375"/>
                    <a:gd name="connsiteX51" fmla="*/ 336518 w 379476"/>
                    <a:gd name="connsiteY51" fmla="*/ 193756 h 195375"/>
                    <a:gd name="connsiteX52" fmla="*/ 379476 w 379476"/>
                    <a:gd name="connsiteY52" fmla="*/ 55168 h 195375"/>
                    <a:gd name="connsiteX53" fmla="*/ 339090 w 379476"/>
                    <a:gd name="connsiteY53" fmla="*/ 55168 h 1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79476" h="195375">
                      <a:moveTo>
                        <a:pt x="339090" y="55168"/>
                      </a:moveTo>
                      <a:lnTo>
                        <a:pt x="324231" y="109079"/>
                      </a:lnTo>
                      <a:cubicBezTo>
                        <a:pt x="319564" y="125748"/>
                        <a:pt x="315849" y="152322"/>
                        <a:pt x="315849" y="152322"/>
                      </a:cubicBezTo>
                      <a:lnTo>
                        <a:pt x="315373" y="152322"/>
                      </a:lnTo>
                      <a:cubicBezTo>
                        <a:pt x="315373" y="152322"/>
                        <a:pt x="310896" y="125271"/>
                        <a:pt x="306229" y="108603"/>
                      </a:cubicBezTo>
                      <a:lnTo>
                        <a:pt x="291655" y="55168"/>
                      </a:lnTo>
                      <a:lnTo>
                        <a:pt x="256984" y="55168"/>
                      </a:lnTo>
                      <a:lnTo>
                        <a:pt x="242888" y="108603"/>
                      </a:lnTo>
                      <a:cubicBezTo>
                        <a:pt x="238506" y="125271"/>
                        <a:pt x="234029" y="152132"/>
                        <a:pt x="234029" y="152132"/>
                      </a:cubicBezTo>
                      <a:lnTo>
                        <a:pt x="233553" y="152132"/>
                      </a:lnTo>
                      <a:cubicBezTo>
                        <a:pt x="233553" y="152132"/>
                        <a:pt x="229934" y="125557"/>
                        <a:pt x="225457" y="109174"/>
                      </a:cubicBezTo>
                      <a:lnTo>
                        <a:pt x="210884" y="55263"/>
                      </a:lnTo>
                      <a:lnTo>
                        <a:pt x="186880" y="55263"/>
                      </a:lnTo>
                      <a:lnTo>
                        <a:pt x="175926" y="55263"/>
                      </a:lnTo>
                      <a:lnTo>
                        <a:pt x="170498" y="55263"/>
                      </a:lnTo>
                      <a:lnTo>
                        <a:pt x="148780" y="55263"/>
                      </a:lnTo>
                      <a:lnTo>
                        <a:pt x="148780" y="10971"/>
                      </a:lnTo>
                      <a:lnTo>
                        <a:pt x="108680" y="10971"/>
                      </a:lnTo>
                      <a:lnTo>
                        <a:pt x="108680" y="55263"/>
                      </a:lnTo>
                      <a:lnTo>
                        <a:pt x="90297" y="55263"/>
                      </a:lnTo>
                      <a:lnTo>
                        <a:pt x="61722" y="55263"/>
                      </a:lnTo>
                      <a:lnTo>
                        <a:pt x="61722" y="46404"/>
                      </a:lnTo>
                      <a:cubicBezTo>
                        <a:pt x="61722" y="30784"/>
                        <a:pt x="70104" y="29450"/>
                        <a:pt x="90678" y="30212"/>
                      </a:cubicBezTo>
                      <a:lnTo>
                        <a:pt x="90678" y="1066"/>
                      </a:lnTo>
                      <a:cubicBezTo>
                        <a:pt x="84963" y="303"/>
                        <a:pt x="79248" y="18"/>
                        <a:pt x="73723" y="18"/>
                      </a:cubicBezTo>
                      <a:cubicBezTo>
                        <a:pt x="56007" y="-268"/>
                        <a:pt x="41720" y="2875"/>
                        <a:pt x="32575" y="10971"/>
                      </a:cubicBezTo>
                      <a:cubicBezTo>
                        <a:pt x="24479" y="18306"/>
                        <a:pt x="20860" y="28688"/>
                        <a:pt x="20860" y="43547"/>
                      </a:cubicBezTo>
                      <a:lnTo>
                        <a:pt x="20860" y="55263"/>
                      </a:lnTo>
                      <a:lnTo>
                        <a:pt x="0" y="55263"/>
                      </a:lnTo>
                      <a:lnTo>
                        <a:pt x="0" y="83838"/>
                      </a:lnTo>
                      <a:lnTo>
                        <a:pt x="20860" y="83838"/>
                      </a:lnTo>
                      <a:lnTo>
                        <a:pt x="20860" y="193756"/>
                      </a:lnTo>
                      <a:lnTo>
                        <a:pt x="61722" y="193756"/>
                      </a:lnTo>
                      <a:lnTo>
                        <a:pt x="61722" y="83838"/>
                      </a:lnTo>
                      <a:lnTo>
                        <a:pt x="108680" y="83838"/>
                      </a:lnTo>
                      <a:lnTo>
                        <a:pt x="108680" y="158895"/>
                      </a:lnTo>
                      <a:cubicBezTo>
                        <a:pt x="108680" y="186994"/>
                        <a:pt x="126111" y="195376"/>
                        <a:pt x="151924" y="195376"/>
                      </a:cubicBezTo>
                      <a:cubicBezTo>
                        <a:pt x="162877" y="195376"/>
                        <a:pt x="171164" y="194042"/>
                        <a:pt x="175641" y="193280"/>
                      </a:cubicBezTo>
                      <a:lnTo>
                        <a:pt x="175641" y="162800"/>
                      </a:lnTo>
                      <a:lnTo>
                        <a:pt x="173545" y="162800"/>
                      </a:lnTo>
                      <a:cubicBezTo>
                        <a:pt x="170974" y="163086"/>
                        <a:pt x="166783" y="163276"/>
                        <a:pt x="164211" y="163276"/>
                      </a:cubicBezTo>
                      <a:cubicBezTo>
                        <a:pt x="154591" y="163276"/>
                        <a:pt x="148876" y="160419"/>
                        <a:pt x="148876" y="150037"/>
                      </a:cubicBezTo>
                      <a:lnTo>
                        <a:pt x="148876" y="83838"/>
                      </a:lnTo>
                      <a:lnTo>
                        <a:pt x="178022" y="83838"/>
                      </a:lnTo>
                      <a:lnTo>
                        <a:pt x="211931" y="193756"/>
                      </a:lnTo>
                      <a:lnTo>
                        <a:pt x="250031" y="193756"/>
                      </a:lnTo>
                      <a:lnTo>
                        <a:pt x="265176" y="137273"/>
                      </a:lnTo>
                      <a:cubicBezTo>
                        <a:pt x="269367" y="121366"/>
                        <a:pt x="274320" y="94792"/>
                        <a:pt x="274320" y="94792"/>
                      </a:cubicBezTo>
                      <a:lnTo>
                        <a:pt x="274796" y="94792"/>
                      </a:lnTo>
                      <a:cubicBezTo>
                        <a:pt x="274796" y="94792"/>
                        <a:pt x="279273" y="121652"/>
                        <a:pt x="283369" y="137273"/>
                      </a:cubicBezTo>
                      <a:lnTo>
                        <a:pt x="297942" y="193756"/>
                      </a:lnTo>
                      <a:lnTo>
                        <a:pt x="336518" y="193756"/>
                      </a:lnTo>
                      <a:lnTo>
                        <a:pt x="379476" y="55168"/>
                      </a:lnTo>
                      <a:lnTo>
                        <a:pt x="339090" y="55168"/>
                      </a:lnTo>
                      <a:close/>
                    </a:path>
                  </a:pathLst>
                </a:custGeom>
                <a:solidFill>
                  <a:srgbClr val="000000"/>
                </a:solidFill>
                <a:ln w="9525"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9C99767F-0E62-2DC1-7DFE-A24579CA5FBB}"/>
                    </a:ext>
                  </a:extLst>
                </p:cNvPr>
                <p:cNvSpPr/>
                <p:nvPr/>
              </p:nvSpPr>
              <p:spPr>
                <a:xfrm>
                  <a:off x="7559230" y="3308984"/>
                  <a:ext cx="135921" cy="146113"/>
                </a:xfrm>
                <a:custGeom>
                  <a:avLst/>
                  <a:gdLst>
                    <a:gd name="connsiteX0" fmla="*/ 135922 w 135921"/>
                    <a:gd name="connsiteY0" fmla="*/ 142589 h 146113"/>
                    <a:gd name="connsiteX1" fmla="*/ 129159 w 135921"/>
                    <a:gd name="connsiteY1" fmla="*/ 120968 h 146113"/>
                    <a:gd name="connsiteX2" fmla="*/ 129159 w 135921"/>
                    <a:gd name="connsiteY2" fmla="*/ 49816 h 146113"/>
                    <a:gd name="connsiteX3" fmla="*/ 108014 w 135921"/>
                    <a:gd name="connsiteY3" fmla="*/ 8382 h 146113"/>
                    <a:gd name="connsiteX4" fmla="*/ 68199 w 135921"/>
                    <a:gd name="connsiteY4" fmla="*/ 0 h 146113"/>
                    <a:gd name="connsiteX5" fmla="*/ 6763 w 135921"/>
                    <a:gd name="connsiteY5" fmla="*/ 45815 h 146113"/>
                    <a:gd name="connsiteX6" fmla="*/ 44577 w 135921"/>
                    <a:gd name="connsiteY6" fmla="*/ 45815 h 146113"/>
                    <a:gd name="connsiteX7" fmla="*/ 68771 w 135921"/>
                    <a:gd name="connsiteY7" fmla="*/ 27622 h 146113"/>
                    <a:gd name="connsiteX8" fmla="*/ 89345 w 135921"/>
                    <a:gd name="connsiteY8" fmla="*/ 44291 h 146113"/>
                    <a:gd name="connsiteX9" fmla="*/ 54483 w 135921"/>
                    <a:gd name="connsiteY9" fmla="*/ 62008 h 146113"/>
                    <a:gd name="connsiteX10" fmla="*/ 0 w 135921"/>
                    <a:gd name="connsiteY10" fmla="*/ 104204 h 146113"/>
                    <a:gd name="connsiteX11" fmla="*/ 47434 w 135921"/>
                    <a:gd name="connsiteY11" fmla="*/ 146113 h 146113"/>
                    <a:gd name="connsiteX12" fmla="*/ 89916 w 135921"/>
                    <a:gd name="connsiteY12" fmla="*/ 125539 h 146113"/>
                    <a:gd name="connsiteX13" fmla="*/ 89916 w 135921"/>
                    <a:gd name="connsiteY13" fmla="*/ 125539 h 146113"/>
                    <a:gd name="connsiteX14" fmla="*/ 94583 w 135921"/>
                    <a:gd name="connsiteY14" fmla="*/ 142494 h 146113"/>
                    <a:gd name="connsiteX15" fmla="*/ 135922 w 135921"/>
                    <a:gd name="connsiteY15" fmla="*/ 142494 h 146113"/>
                    <a:gd name="connsiteX16" fmla="*/ 90392 w 135921"/>
                    <a:gd name="connsiteY16" fmla="*/ 92774 h 146113"/>
                    <a:gd name="connsiteX17" fmla="*/ 60198 w 135921"/>
                    <a:gd name="connsiteY17" fmla="*/ 119348 h 146113"/>
                    <a:gd name="connsiteX18" fmla="*/ 39910 w 135921"/>
                    <a:gd name="connsiteY18" fmla="*/ 102965 h 146113"/>
                    <a:gd name="connsiteX19" fmla="*/ 66484 w 135921"/>
                    <a:gd name="connsiteY19" fmla="*/ 82677 h 146113"/>
                    <a:gd name="connsiteX20" fmla="*/ 90488 w 135921"/>
                    <a:gd name="connsiteY20" fmla="*/ 74867 h 146113"/>
                    <a:gd name="connsiteX21" fmla="*/ 90488 w 135921"/>
                    <a:gd name="connsiteY21" fmla="*/ 92774 h 1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5921" h="146113">
                      <a:moveTo>
                        <a:pt x="135922" y="142589"/>
                      </a:moveTo>
                      <a:cubicBezTo>
                        <a:pt x="131921" y="138970"/>
                        <a:pt x="129159" y="131921"/>
                        <a:pt x="129159" y="120968"/>
                      </a:cubicBezTo>
                      <a:lnTo>
                        <a:pt x="129159" y="49816"/>
                      </a:lnTo>
                      <a:cubicBezTo>
                        <a:pt x="129159" y="31052"/>
                        <a:pt x="122396" y="16764"/>
                        <a:pt x="108014" y="8382"/>
                      </a:cubicBezTo>
                      <a:cubicBezTo>
                        <a:pt x="98393" y="2667"/>
                        <a:pt x="85916" y="0"/>
                        <a:pt x="68199" y="0"/>
                      </a:cubicBezTo>
                      <a:cubicBezTo>
                        <a:pt x="27051" y="0"/>
                        <a:pt x="7811" y="22098"/>
                        <a:pt x="6763" y="45815"/>
                      </a:cubicBezTo>
                      <a:lnTo>
                        <a:pt x="44577" y="45815"/>
                      </a:lnTo>
                      <a:cubicBezTo>
                        <a:pt x="45625" y="34862"/>
                        <a:pt x="53150" y="27622"/>
                        <a:pt x="68771" y="27622"/>
                      </a:cubicBezTo>
                      <a:cubicBezTo>
                        <a:pt x="82868" y="27622"/>
                        <a:pt x="89345" y="34385"/>
                        <a:pt x="89345" y="44291"/>
                      </a:cubicBezTo>
                      <a:cubicBezTo>
                        <a:pt x="89345" y="54674"/>
                        <a:pt x="79153" y="58579"/>
                        <a:pt x="54483" y="62008"/>
                      </a:cubicBezTo>
                      <a:cubicBezTo>
                        <a:pt x="24289" y="65627"/>
                        <a:pt x="0" y="73438"/>
                        <a:pt x="0" y="104204"/>
                      </a:cubicBezTo>
                      <a:cubicBezTo>
                        <a:pt x="0" y="131540"/>
                        <a:pt x="20098" y="146113"/>
                        <a:pt x="47434" y="146113"/>
                      </a:cubicBezTo>
                      <a:cubicBezTo>
                        <a:pt x="68771" y="146113"/>
                        <a:pt x="80772" y="138303"/>
                        <a:pt x="89916" y="125539"/>
                      </a:cubicBezTo>
                      <a:lnTo>
                        <a:pt x="89916" y="125539"/>
                      </a:lnTo>
                      <a:cubicBezTo>
                        <a:pt x="90678" y="133350"/>
                        <a:pt x="92488" y="139351"/>
                        <a:pt x="94583" y="142494"/>
                      </a:cubicBezTo>
                      <a:lnTo>
                        <a:pt x="135922" y="142494"/>
                      </a:lnTo>
                      <a:close/>
                      <a:moveTo>
                        <a:pt x="90392" y="92774"/>
                      </a:moveTo>
                      <a:cubicBezTo>
                        <a:pt x="90392" y="107918"/>
                        <a:pt x="78391" y="119348"/>
                        <a:pt x="60198" y="119348"/>
                      </a:cubicBezTo>
                      <a:cubicBezTo>
                        <a:pt x="48959" y="119348"/>
                        <a:pt x="39910" y="114967"/>
                        <a:pt x="39910" y="102965"/>
                      </a:cubicBezTo>
                      <a:cubicBezTo>
                        <a:pt x="39910" y="90964"/>
                        <a:pt x="48483" y="86582"/>
                        <a:pt x="66484" y="82677"/>
                      </a:cubicBezTo>
                      <a:cubicBezTo>
                        <a:pt x="75629" y="80581"/>
                        <a:pt x="84487" y="78486"/>
                        <a:pt x="90488" y="74867"/>
                      </a:cubicBezTo>
                      <a:lnTo>
                        <a:pt x="90488" y="92774"/>
                      </a:lnTo>
                      <a:close/>
                    </a:path>
                  </a:pathLst>
                </a:custGeom>
                <a:solidFill>
                  <a:srgbClr val="000000"/>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E2D89350-1165-41EA-19A0-6AEB8980945D}"/>
                    </a:ext>
                  </a:extLst>
                </p:cNvPr>
                <p:cNvSpPr/>
                <p:nvPr/>
              </p:nvSpPr>
              <p:spPr>
                <a:xfrm>
                  <a:off x="7705438" y="3310604"/>
                  <a:ext cx="87249" cy="140874"/>
                </a:xfrm>
                <a:custGeom>
                  <a:avLst/>
                  <a:gdLst>
                    <a:gd name="connsiteX0" fmla="*/ 87249 w 87249"/>
                    <a:gd name="connsiteY0" fmla="*/ 36766 h 140874"/>
                    <a:gd name="connsiteX1" fmla="*/ 87249 w 87249"/>
                    <a:gd name="connsiteY1" fmla="*/ 1048 h 140874"/>
                    <a:gd name="connsiteX2" fmla="*/ 78677 w 87249"/>
                    <a:gd name="connsiteY2" fmla="*/ 0 h 140874"/>
                    <a:gd name="connsiteX3" fmla="*/ 40100 w 87249"/>
                    <a:gd name="connsiteY3" fmla="*/ 27051 h 140874"/>
                    <a:gd name="connsiteX4" fmla="*/ 39338 w 87249"/>
                    <a:gd name="connsiteY4" fmla="*/ 27051 h 140874"/>
                    <a:gd name="connsiteX5" fmla="*/ 39338 w 87249"/>
                    <a:gd name="connsiteY5" fmla="*/ 2286 h 140874"/>
                    <a:gd name="connsiteX6" fmla="*/ 0 w 87249"/>
                    <a:gd name="connsiteY6" fmla="*/ 2286 h 140874"/>
                    <a:gd name="connsiteX7" fmla="*/ 0 w 87249"/>
                    <a:gd name="connsiteY7" fmla="*/ 140875 h 140874"/>
                    <a:gd name="connsiteX8" fmla="*/ 40863 w 87249"/>
                    <a:gd name="connsiteY8" fmla="*/ 140875 h 140874"/>
                    <a:gd name="connsiteX9" fmla="*/ 40863 w 87249"/>
                    <a:gd name="connsiteY9" fmla="*/ 76581 h 140874"/>
                    <a:gd name="connsiteX10" fmla="*/ 77629 w 87249"/>
                    <a:gd name="connsiteY10" fmla="*/ 35909 h 140874"/>
                    <a:gd name="connsiteX11" fmla="*/ 86202 w 87249"/>
                    <a:gd name="connsiteY11" fmla="*/ 36671 h 140874"/>
                    <a:gd name="connsiteX12" fmla="*/ 87249 w 87249"/>
                    <a:gd name="connsiteY12" fmla="*/ 36671 h 14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249" h="140874">
                      <a:moveTo>
                        <a:pt x="87249" y="36766"/>
                      </a:moveTo>
                      <a:lnTo>
                        <a:pt x="87249" y="1048"/>
                      </a:lnTo>
                      <a:cubicBezTo>
                        <a:pt x="85440" y="286"/>
                        <a:pt x="82582" y="0"/>
                        <a:pt x="78677" y="0"/>
                      </a:cubicBezTo>
                      <a:cubicBezTo>
                        <a:pt x="61532" y="0"/>
                        <a:pt x="48959" y="7811"/>
                        <a:pt x="40100" y="27051"/>
                      </a:cubicBezTo>
                      <a:lnTo>
                        <a:pt x="39338" y="27051"/>
                      </a:lnTo>
                      <a:lnTo>
                        <a:pt x="39338" y="2286"/>
                      </a:lnTo>
                      <a:lnTo>
                        <a:pt x="0" y="2286"/>
                      </a:lnTo>
                      <a:lnTo>
                        <a:pt x="0" y="140875"/>
                      </a:lnTo>
                      <a:lnTo>
                        <a:pt x="40863" y="140875"/>
                      </a:lnTo>
                      <a:lnTo>
                        <a:pt x="40863" y="76581"/>
                      </a:lnTo>
                      <a:cubicBezTo>
                        <a:pt x="40863" y="49530"/>
                        <a:pt x="55436" y="35719"/>
                        <a:pt x="77629" y="35909"/>
                      </a:cubicBezTo>
                      <a:cubicBezTo>
                        <a:pt x="80486" y="35909"/>
                        <a:pt x="83344" y="36195"/>
                        <a:pt x="86202" y="36671"/>
                      </a:cubicBezTo>
                      <a:lnTo>
                        <a:pt x="87249" y="36671"/>
                      </a:lnTo>
                      <a:close/>
                    </a:path>
                  </a:pathLst>
                </a:custGeom>
                <a:solidFill>
                  <a:srgbClr val="000000"/>
                </a:solidFill>
                <a:ln w="9525"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F74440A3-0463-7E77-4C9E-5D7BDE09AB97}"/>
                    </a:ext>
                  </a:extLst>
                </p:cNvPr>
                <p:cNvSpPr/>
                <p:nvPr/>
              </p:nvSpPr>
              <p:spPr>
                <a:xfrm>
                  <a:off x="7791545" y="3309080"/>
                  <a:ext cx="141168" cy="146589"/>
                </a:xfrm>
                <a:custGeom>
                  <a:avLst/>
                  <a:gdLst>
                    <a:gd name="connsiteX0" fmla="*/ 73723 w 141168"/>
                    <a:gd name="connsiteY0" fmla="*/ 116967 h 146589"/>
                    <a:gd name="connsiteX1" fmla="*/ 40100 w 141168"/>
                    <a:gd name="connsiteY1" fmla="*/ 83629 h 146589"/>
                    <a:gd name="connsiteX2" fmla="*/ 141161 w 141168"/>
                    <a:gd name="connsiteY2" fmla="*/ 83629 h 146589"/>
                    <a:gd name="connsiteX3" fmla="*/ 118776 w 141168"/>
                    <a:gd name="connsiteY3" fmla="*/ 17716 h 146589"/>
                    <a:gd name="connsiteX4" fmla="*/ 71151 w 141168"/>
                    <a:gd name="connsiteY4" fmla="*/ 0 h 146589"/>
                    <a:gd name="connsiteX5" fmla="*/ 0 w 141168"/>
                    <a:gd name="connsiteY5" fmla="*/ 73438 h 146589"/>
                    <a:gd name="connsiteX6" fmla="*/ 73152 w 141168"/>
                    <a:gd name="connsiteY6" fmla="*/ 146590 h 146589"/>
                    <a:gd name="connsiteX7" fmla="*/ 138493 w 141168"/>
                    <a:gd name="connsiteY7" fmla="*/ 103346 h 146589"/>
                    <a:gd name="connsiteX8" fmla="*/ 98870 w 141168"/>
                    <a:gd name="connsiteY8" fmla="*/ 103346 h 146589"/>
                    <a:gd name="connsiteX9" fmla="*/ 73723 w 141168"/>
                    <a:gd name="connsiteY9" fmla="*/ 116967 h 146589"/>
                    <a:gd name="connsiteX10" fmla="*/ 71056 w 141168"/>
                    <a:gd name="connsiteY10" fmla="*/ 28861 h 146589"/>
                    <a:gd name="connsiteX11" fmla="*/ 99441 w 141168"/>
                    <a:gd name="connsiteY11" fmla="*/ 59817 h 146589"/>
                    <a:gd name="connsiteX12" fmla="*/ 40291 w 141168"/>
                    <a:gd name="connsiteY12" fmla="*/ 59817 h 146589"/>
                    <a:gd name="connsiteX13" fmla="*/ 71056 w 141168"/>
                    <a:gd name="connsiteY13" fmla="*/ 28861 h 146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1168" h="146589">
                      <a:moveTo>
                        <a:pt x="73723" y="116967"/>
                      </a:moveTo>
                      <a:cubicBezTo>
                        <a:pt x="53911" y="116967"/>
                        <a:pt x="42767" y="104489"/>
                        <a:pt x="40100" y="83629"/>
                      </a:cubicBezTo>
                      <a:lnTo>
                        <a:pt x="141161" y="83629"/>
                      </a:lnTo>
                      <a:cubicBezTo>
                        <a:pt x="141446" y="56293"/>
                        <a:pt x="134398" y="32861"/>
                        <a:pt x="118776" y="17716"/>
                      </a:cubicBezTo>
                      <a:cubicBezTo>
                        <a:pt x="106489" y="6477"/>
                        <a:pt x="90868" y="0"/>
                        <a:pt x="71151" y="0"/>
                      </a:cubicBezTo>
                      <a:cubicBezTo>
                        <a:pt x="28956" y="0"/>
                        <a:pt x="0" y="31813"/>
                        <a:pt x="0" y="73438"/>
                      </a:cubicBezTo>
                      <a:cubicBezTo>
                        <a:pt x="0" y="114871"/>
                        <a:pt x="27908" y="146590"/>
                        <a:pt x="73152" y="146590"/>
                      </a:cubicBezTo>
                      <a:cubicBezTo>
                        <a:pt x="108871" y="146590"/>
                        <a:pt x="131540" y="127825"/>
                        <a:pt x="138493" y="103346"/>
                      </a:cubicBezTo>
                      <a:lnTo>
                        <a:pt x="98870" y="103346"/>
                      </a:lnTo>
                      <a:cubicBezTo>
                        <a:pt x="94488" y="112014"/>
                        <a:pt x="86487" y="116967"/>
                        <a:pt x="73723" y="116967"/>
                      </a:cubicBezTo>
                      <a:close/>
                      <a:moveTo>
                        <a:pt x="71056" y="28861"/>
                      </a:moveTo>
                      <a:cubicBezTo>
                        <a:pt x="87249" y="28861"/>
                        <a:pt x="98107" y="40577"/>
                        <a:pt x="99441" y="59817"/>
                      </a:cubicBezTo>
                      <a:lnTo>
                        <a:pt x="40291" y="59817"/>
                      </a:lnTo>
                      <a:cubicBezTo>
                        <a:pt x="42958" y="40862"/>
                        <a:pt x="52292" y="28861"/>
                        <a:pt x="71056" y="28861"/>
                      </a:cubicBezTo>
                      <a:close/>
                    </a:path>
                  </a:pathLst>
                </a:custGeom>
                <a:solidFill>
                  <a:srgbClr val="000000"/>
                </a:solidFill>
                <a:ln w="9525" cap="flat">
                  <a:noFill/>
                  <a:prstDash val="solid"/>
                  <a:miter/>
                </a:ln>
              </p:spPr>
              <p:txBody>
                <a:bodyPr rtlCol="0" anchor="ctr"/>
                <a:lstStyle/>
                <a:p>
                  <a:endParaRPr lang="en-GB"/>
                </a:p>
              </p:txBody>
            </p:sp>
          </p:grpSp>
        </p:grpSp>
        <p:sp>
          <p:nvSpPr>
            <p:cNvPr id="48" name="Freeform: Shape 47">
              <a:extLst>
                <a:ext uri="{FF2B5EF4-FFF2-40B4-BE49-F238E27FC236}">
                  <a16:creationId xmlns:a16="http://schemas.microsoft.com/office/drawing/2014/main" id="{5567F5C6-B075-EFA1-9C16-2CAA88F4B03D}"/>
                </a:ext>
              </a:extLst>
            </p:cNvPr>
            <p:cNvSpPr/>
            <p:nvPr/>
          </p:nvSpPr>
          <p:spPr>
            <a:xfrm>
              <a:off x="1858041" y="2872073"/>
              <a:ext cx="1594389" cy="1038606"/>
            </a:xfrm>
            <a:custGeom>
              <a:avLst/>
              <a:gdLst>
                <a:gd name="connsiteX0" fmla="*/ 0 w 1594389"/>
                <a:gd name="connsiteY0" fmla="*/ 0 h 1038606"/>
                <a:gd name="connsiteX1" fmla="*/ 336709 w 1594389"/>
                <a:gd name="connsiteY1" fmla="*/ 0 h 1038606"/>
                <a:gd name="connsiteX2" fmla="*/ 450342 w 1594389"/>
                <a:gd name="connsiteY2" fmla="*/ 430054 h 1038606"/>
                <a:gd name="connsiteX3" fmla="*/ 497014 w 1594389"/>
                <a:gd name="connsiteY3" fmla="*/ 630936 h 1038606"/>
                <a:gd name="connsiteX4" fmla="*/ 501015 w 1594389"/>
                <a:gd name="connsiteY4" fmla="*/ 630936 h 1038606"/>
                <a:gd name="connsiteX5" fmla="*/ 547688 w 1594389"/>
                <a:gd name="connsiteY5" fmla="*/ 423958 h 1038606"/>
                <a:gd name="connsiteX6" fmla="*/ 657225 w 1594389"/>
                <a:gd name="connsiteY6" fmla="*/ 0 h 1038606"/>
                <a:gd name="connsiteX7" fmla="*/ 937165 w 1594389"/>
                <a:gd name="connsiteY7" fmla="*/ 0 h 1038606"/>
                <a:gd name="connsiteX8" fmla="*/ 1050798 w 1594389"/>
                <a:gd name="connsiteY8" fmla="*/ 423958 h 1038606"/>
                <a:gd name="connsiteX9" fmla="*/ 1099471 w 1594389"/>
                <a:gd name="connsiteY9" fmla="*/ 632936 h 1038606"/>
                <a:gd name="connsiteX10" fmla="*/ 1103471 w 1594389"/>
                <a:gd name="connsiteY10" fmla="*/ 632936 h 1038606"/>
                <a:gd name="connsiteX11" fmla="*/ 1152144 w 1594389"/>
                <a:gd name="connsiteY11" fmla="*/ 430054 h 1038606"/>
                <a:gd name="connsiteX12" fmla="*/ 1267778 w 1594389"/>
                <a:gd name="connsiteY12" fmla="*/ 0 h 1038606"/>
                <a:gd name="connsiteX13" fmla="*/ 1594390 w 1594389"/>
                <a:gd name="connsiteY13" fmla="*/ 0 h 1038606"/>
                <a:gd name="connsiteX14" fmla="*/ 1275874 w 1594389"/>
                <a:gd name="connsiteY14" fmla="*/ 1038606 h 1038606"/>
                <a:gd name="connsiteX15" fmla="*/ 965549 w 1594389"/>
                <a:gd name="connsiteY15" fmla="*/ 1038606 h 1038606"/>
                <a:gd name="connsiteX16" fmla="*/ 843820 w 1594389"/>
                <a:gd name="connsiteY16" fmla="*/ 567976 h 1038606"/>
                <a:gd name="connsiteX17" fmla="*/ 799243 w 1594389"/>
                <a:gd name="connsiteY17" fmla="*/ 381286 h 1038606"/>
                <a:gd name="connsiteX18" fmla="*/ 795242 w 1594389"/>
                <a:gd name="connsiteY18" fmla="*/ 381286 h 1038606"/>
                <a:gd name="connsiteX19" fmla="*/ 748570 w 1594389"/>
                <a:gd name="connsiteY19" fmla="*/ 567976 h 1038606"/>
                <a:gd name="connsiteX20" fmla="*/ 624840 w 1594389"/>
                <a:gd name="connsiteY20" fmla="*/ 1038606 h 1038606"/>
                <a:gd name="connsiteX21" fmla="*/ 318516 w 1594389"/>
                <a:gd name="connsiteY21" fmla="*/ 1038606 h 1038606"/>
                <a:gd name="connsiteX22" fmla="*/ 0 w 1594389"/>
                <a:gd name="connsiteY22" fmla="*/ 0 h 103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94389" h="1038606">
                  <a:moveTo>
                    <a:pt x="0" y="0"/>
                  </a:moveTo>
                  <a:lnTo>
                    <a:pt x="336709" y="0"/>
                  </a:lnTo>
                  <a:lnTo>
                    <a:pt x="450342" y="430054"/>
                  </a:lnTo>
                  <a:cubicBezTo>
                    <a:pt x="472630" y="513302"/>
                    <a:pt x="497014" y="630936"/>
                    <a:pt x="497014" y="630936"/>
                  </a:cubicBezTo>
                  <a:lnTo>
                    <a:pt x="501015" y="630936"/>
                  </a:lnTo>
                  <a:cubicBezTo>
                    <a:pt x="501015" y="630936"/>
                    <a:pt x="525399" y="511207"/>
                    <a:pt x="547688" y="423958"/>
                  </a:cubicBezTo>
                  <a:lnTo>
                    <a:pt x="657225" y="0"/>
                  </a:lnTo>
                  <a:lnTo>
                    <a:pt x="937165" y="0"/>
                  </a:lnTo>
                  <a:lnTo>
                    <a:pt x="1050798" y="423958"/>
                  </a:lnTo>
                  <a:cubicBezTo>
                    <a:pt x="1073086" y="513302"/>
                    <a:pt x="1099471" y="632936"/>
                    <a:pt x="1099471" y="632936"/>
                  </a:cubicBezTo>
                  <a:lnTo>
                    <a:pt x="1103471" y="632936"/>
                  </a:lnTo>
                  <a:cubicBezTo>
                    <a:pt x="1103471" y="632936"/>
                    <a:pt x="1129856" y="513302"/>
                    <a:pt x="1152144" y="430054"/>
                  </a:cubicBezTo>
                  <a:lnTo>
                    <a:pt x="1267778" y="0"/>
                  </a:lnTo>
                  <a:lnTo>
                    <a:pt x="1594390" y="0"/>
                  </a:lnTo>
                  <a:lnTo>
                    <a:pt x="1275874" y="1038606"/>
                  </a:lnTo>
                  <a:lnTo>
                    <a:pt x="965549" y="1038606"/>
                  </a:lnTo>
                  <a:lnTo>
                    <a:pt x="843820" y="567976"/>
                  </a:lnTo>
                  <a:cubicBezTo>
                    <a:pt x="821531" y="486823"/>
                    <a:pt x="799243" y="381286"/>
                    <a:pt x="799243" y="381286"/>
                  </a:cubicBezTo>
                  <a:lnTo>
                    <a:pt x="795242" y="381286"/>
                  </a:lnTo>
                  <a:cubicBezTo>
                    <a:pt x="795242" y="381286"/>
                    <a:pt x="770858" y="486823"/>
                    <a:pt x="748570" y="567976"/>
                  </a:cubicBezTo>
                  <a:lnTo>
                    <a:pt x="624840" y="1038606"/>
                  </a:lnTo>
                  <a:lnTo>
                    <a:pt x="318516" y="1038606"/>
                  </a:lnTo>
                  <a:lnTo>
                    <a:pt x="0" y="0"/>
                  </a:lnTo>
                  <a:close/>
                </a:path>
              </a:pathLst>
            </a:custGeom>
            <a:solidFill>
              <a:srgbClr val="FFFFFF"/>
            </a:solidFill>
            <a:ln w="9525"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E3C33E23-C9DB-E342-6E88-53EF6A67801C}"/>
                </a:ext>
              </a:extLst>
            </p:cNvPr>
            <p:cNvSpPr/>
            <p:nvPr/>
          </p:nvSpPr>
          <p:spPr>
            <a:xfrm>
              <a:off x="3398710" y="2841688"/>
              <a:ext cx="1071043" cy="1099470"/>
            </a:xfrm>
            <a:custGeom>
              <a:avLst/>
              <a:gdLst>
                <a:gd name="connsiteX0" fmla="*/ 0 w 1071043"/>
                <a:gd name="connsiteY0" fmla="*/ 547688 h 1099470"/>
                <a:gd name="connsiteX1" fmla="*/ 533495 w 1071043"/>
                <a:gd name="connsiteY1" fmla="*/ 0 h 1099470"/>
                <a:gd name="connsiteX2" fmla="*/ 888492 w 1071043"/>
                <a:gd name="connsiteY2" fmla="*/ 129826 h 1099470"/>
                <a:gd name="connsiteX3" fmla="*/ 1070991 w 1071043"/>
                <a:gd name="connsiteY3" fmla="*/ 634937 h 1099470"/>
                <a:gd name="connsiteX4" fmla="*/ 324612 w 1071043"/>
                <a:gd name="connsiteY4" fmla="*/ 634937 h 1099470"/>
                <a:gd name="connsiteX5" fmla="*/ 557879 w 1071043"/>
                <a:gd name="connsiteY5" fmla="*/ 862108 h 1099470"/>
                <a:gd name="connsiteX6" fmla="*/ 730282 w 1071043"/>
                <a:gd name="connsiteY6" fmla="*/ 758666 h 1099470"/>
                <a:gd name="connsiteX7" fmla="*/ 1052798 w 1071043"/>
                <a:gd name="connsiteY7" fmla="*/ 758666 h 1099470"/>
                <a:gd name="connsiteX8" fmla="*/ 878396 w 1071043"/>
                <a:gd name="connsiteY8" fmla="*/ 1004126 h 1099470"/>
                <a:gd name="connsiteX9" fmla="*/ 553879 w 1071043"/>
                <a:gd name="connsiteY9" fmla="*/ 1099471 h 1099470"/>
                <a:gd name="connsiteX10" fmla="*/ 0 w 1071043"/>
                <a:gd name="connsiteY10" fmla="*/ 547688 h 1099470"/>
                <a:gd name="connsiteX11" fmla="*/ 736378 w 1071043"/>
                <a:gd name="connsiteY11" fmla="*/ 438150 h 1099470"/>
                <a:gd name="connsiteX12" fmla="*/ 539591 w 1071043"/>
                <a:gd name="connsiteY12" fmla="*/ 235268 h 1099470"/>
                <a:gd name="connsiteX13" fmla="*/ 326612 w 1071043"/>
                <a:gd name="connsiteY13" fmla="*/ 438150 h 1099470"/>
                <a:gd name="connsiteX14" fmla="*/ 736378 w 1071043"/>
                <a:gd name="connsiteY14" fmla="*/ 438150 h 109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1043" h="1099470">
                  <a:moveTo>
                    <a:pt x="0" y="547688"/>
                  </a:moveTo>
                  <a:cubicBezTo>
                    <a:pt x="0" y="237268"/>
                    <a:pt x="217075" y="0"/>
                    <a:pt x="533495" y="0"/>
                  </a:cubicBezTo>
                  <a:cubicBezTo>
                    <a:pt x="681609" y="0"/>
                    <a:pt x="799243" y="48673"/>
                    <a:pt x="888492" y="129826"/>
                  </a:cubicBezTo>
                  <a:cubicBezTo>
                    <a:pt x="1012222" y="243459"/>
                    <a:pt x="1073087" y="423958"/>
                    <a:pt x="1070991" y="634937"/>
                  </a:cubicBezTo>
                  <a:lnTo>
                    <a:pt x="324612" y="634937"/>
                  </a:lnTo>
                  <a:cubicBezTo>
                    <a:pt x="344900" y="774954"/>
                    <a:pt x="421957" y="862108"/>
                    <a:pt x="557879" y="862108"/>
                  </a:cubicBezTo>
                  <a:cubicBezTo>
                    <a:pt x="645128" y="862108"/>
                    <a:pt x="701897" y="823531"/>
                    <a:pt x="730282" y="758666"/>
                  </a:cubicBezTo>
                  <a:lnTo>
                    <a:pt x="1052798" y="758666"/>
                  </a:lnTo>
                  <a:cubicBezTo>
                    <a:pt x="1030510" y="851916"/>
                    <a:pt x="969645" y="941165"/>
                    <a:pt x="878396" y="1004126"/>
                  </a:cubicBezTo>
                  <a:cubicBezTo>
                    <a:pt x="791147" y="1064990"/>
                    <a:pt x="685705" y="1099471"/>
                    <a:pt x="553879" y="1099471"/>
                  </a:cubicBezTo>
                  <a:cubicBezTo>
                    <a:pt x="210979" y="1099471"/>
                    <a:pt x="0" y="862108"/>
                    <a:pt x="0" y="547688"/>
                  </a:cubicBezTo>
                  <a:close/>
                  <a:moveTo>
                    <a:pt x="736378" y="438150"/>
                  </a:moveTo>
                  <a:cubicBezTo>
                    <a:pt x="724186" y="314420"/>
                    <a:pt x="647129" y="235268"/>
                    <a:pt x="539591" y="235268"/>
                  </a:cubicBezTo>
                  <a:cubicBezTo>
                    <a:pt x="413861" y="235268"/>
                    <a:pt x="348901" y="314325"/>
                    <a:pt x="326612" y="438150"/>
                  </a:cubicBezTo>
                  <a:lnTo>
                    <a:pt x="736378" y="438150"/>
                  </a:lnTo>
                  <a:close/>
                </a:path>
              </a:pathLst>
            </a:custGeom>
            <a:solidFill>
              <a:srgbClr val="FFFFFF"/>
            </a:solidFill>
            <a:ln w="9525"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C98110B2-F7E5-E4D6-A8D7-878933909BF5}"/>
                </a:ext>
              </a:extLst>
            </p:cNvPr>
            <p:cNvSpPr/>
            <p:nvPr/>
          </p:nvSpPr>
          <p:spPr>
            <a:xfrm>
              <a:off x="4427505" y="2460307"/>
              <a:ext cx="308324" cy="602456"/>
            </a:xfrm>
            <a:custGeom>
              <a:avLst/>
              <a:gdLst>
                <a:gd name="connsiteX0" fmla="*/ 0 w 308324"/>
                <a:gd name="connsiteY0" fmla="*/ 484823 h 602456"/>
                <a:gd name="connsiteX1" fmla="*/ 144018 w 308324"/>
                <a:gd name="connsiteY1" fmla="*/ 302228 h 602456"/>
                <a:gd name="connsiteX2" fmla="*/ 6096 w 308324"/>
                <a:gd name="connsiteY2" fmla="*/ 302228 h 602456"/>
                <a:gd name="connsiteX3" fmla="*/ 6096 w 308324"/>
                <a:gd name="connsiteY3" fmla="*/ 0 h 602456"/>
                <a:gd name="connsiteX4" fmla="*/ 308325 w 308324"/>
                <a:gd name="connsiteY4" fmla="*/ 0 h 602456"/>
                <a:gd name="connsiteX5" fmla="*/ 308325 w 308324"/>
                <a:gd name="connsiteY5" fmla="*/ 265747 h 602456"/>
                <a:gd name="connsiteX6" fmla="*/ 221075 w 308324"/>
                <a:gd name="connsiteY6" fmla="*/ 501015 h 602456"/>
                <a:gd name="connsiteX7" fmla="*/ 0 w 308324"/>
                <a:gd name="connsiteY7" fmla="*/ 602456 h 602456"/>
                <a:gd name="connsiteX8" fmla="*/ 0 w 308324"/>
                <a:gd name="connsiteY8" fmla="*/ 484823 h 60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24" h="602456">
                  <a:moveTo>
                    <a:pt x="0" y="484823"/>
                  </a:moveTo>
                  <a:cubicBezTo>
                    <a:pt x="79058" y="460439"/>
                    <a:pt x="144018" y="391573"/>
                    <a:pt x="144018" y="302228"/>
                  </a:cubicBezTo>
                  <a:lnTo>
                    <a:pt x="6096" y="302228"/>
                  </a:lnTo>
                  <a:lnTo>
                    <a:pt x="6096" y="0"/>
                  </a:lnTo>
                  <a:lnTo>
                    <a:pt x="308325" y="0"/>
                  </a:lnTo>
                  <a:lnTo>
                    <a:pt x="308325" y="265747"/>
                  </a:lnTo>
                  <a:cubicBezTo>
                    <a:pt x="308325" y="371284"/>
                    <a:pt x="273844" y="446342"/>
                    <a:pt x="221075" y="501015"/>
                  </a:cubicBezTo>
                  <a:cubicBezTo>
                    <a:pt x="164306" y="559879"/>
                    <a:pt x="81058" y="594360"/>
                    <a:pt x="0" y="602456"/>
                  </a:cubicBezTo>
                  <a:lnTo>
                    <a:pt x="0" y="484823"/>
                  </a:lnTo>
                  <a:close/>
                </a:path>
              </a:pathLst>
            </a:custGeom>
            <a:solidFill>
              <a:srgbClr val="FFFFFF"/>
            </a:solidFill>
            <a:ln w="9525"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BDABAF64-60A7-0333-39BD-D8546123FFE4}"/>
                </a:ext>
              </a:extLst>
            </p:cNvPr>
            <p:cNvSpPr/>
            <p:nvPr/>
          </p:nvSpPr>
          <p:spPr>
            <a:xfrm>
              <a:off x="4774215" y="2855880"/>
              <a:ext cx="671417" cy="1054798"/>
            </a:xfrm>
            <a:custGeom>
              <a:avLst/>
              <a:gdLst>
                <a:gd name="connsiteX0" fmla="*/ 0 w 671417"/>
                <a:gd name="connsiteY0" fmla="*/ 16193 h 1054798"/>
                <a:gd name="connsiteX1" fmla="*/ 316421 w 671417"/>
                <a:gd name="connsiteY1" fmla="*/ 16193 h 1054798"/>
                <a:gd name="connsiteX2" fmla="*/ 316421 w 671417"/>
                <a:gd name="connsiteY2" fmla="*/ 178499 h 1054798"/>
                <a:gd name="connsiteX3" fmla="*/ 322516 w 671417"/>
                <a:gd name="connsiteY3" fmla="*/ 178499 h 1054798"/>
                <a:gd name="connsiteX4" fmla="*/ 606552 w 671417"/>
                <a:gd name="connsiteY4" fmla="*/ 0 h 1054798"/>
                <a:gd name="connsiteX5" fmla="*/ 671417 w 671417"/>
                <a:gd name="connsiteY5" fmla="*/ 8096 h 1054798"/>
                <a:gd name="connsiteX6" fmla="*/ 671417 w 671417"/>
                <a:gd name="connsiteY6" fmla="*/ 292132 h 1054798"/>
                <a:gd name="connsiteX7" fmla="*/ 663321 w 671417"/>
                <a:gd name="connsiteY7" fmla="*/ 292132 h 1054798"/>
                <a:gd name="connsiteX8" fmla="*/ 330613 w 671417"/>
                <a:gd name="connsiteY8" fmla="*/ 588264 h 1054798"/>
                <a:gd name="connsiteX9" fmla="*/ 330613 w 671417"/>
                <a:gd name="connsiteY9" fmla="*/ 1054799 h 1054798"/>
                <a:gd name="connsiteX10" fmla="*/ 0 w 671417"/>
                <a:gd name="connsiteY10" fmla="*/ 1054799 h 1054798"/>
                <a:gd name="connsiteX11" fmla="*/ 0 w 671417"/>
                <a:gd name="connsiteY11" fmla="*/ 16193 h 105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417" h="1054798">
                  <a:moveTo>
                    <a:pt x="0" y="16193"/>
                  </a:moveTo>
                  <a:lnTo>
                    <a:pt x="316421" y="16193"/>
                  </a:lnTo>
                  <a:lnTo>
                    <a:pt x="316421" y="178499"/>
                  </a:lnTo>
                  <a:lnTo>
                    <a:pt x="322516" y="178499"/>
                  </a:lnTo>
                  <a:cubicBezTo>
                    <a:pt x="395573" y="54769"/>
                    <a:pt x="480727" y="0"/>
                    <a:pt x="606552" y="0"/>
                  </a:cubicBezTo>
                  <a:cubicBezTo>
                    <a:pt x="636937" y="0"/>
                    <a:pt x="657225" y="2000"/>
                    <a:pt x="671417" y="8096"/>
                  </a:cubicBezTo>
                  <a:lnTo>
                    <a:pt x="671417" y="292132"/>
                  </a:lnTo>
                  <a:lnTo>
                    <a:pt x="663321" y="292132"/>
                  </a:lnTo>
                  <a:cubicBezTo>
                    <a:pt x="460438" y="263747"/>
                    <a:pt x="330613" y="363093"/>
                    <a:pt x="330613" y="588264"/>
                  </a:cubicBezTo>
                  <a:lnTo>
                    <a:pt x="330613" y="1054799"/>
                  </a:lnTo>
                  <a:lnTo>
                    <a:pt x="0" y="1054799"/>
                  </a:lnTo>
                  <a:lnTo>
                    <a:pt x="0" y="16193"/>
                  </a:lnTo>
                  <a:close/>
                </a:path>
              </a:pathLst>
            </a:custGeom>
            <a:solidFill>
              <a:srgbClr val="FFFFFF"/>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B56B4491-B501-6169-5BE1-BFAE00D66848}"/>
                </a:ext>
              </a:extLst>
            </p:cNvPr>
            <p:cNvSpPr/>
            <p:nvPr/>
          </p:nvSpPr>
          <p:spPr>
            <a:xfrm>
              <a:off x="5468588" y="2841688"/>
              <a:ext cx="1071043" cy="1099470"/>
            </a:xfrm>
            <a:custGeom>
              <a:avLst/>
              <a:gdLst>
                <a:gd name="connsiteX0" fmla="*/ 0 w 1071043"/>
                <a:gd name="connsiteY0" fmla="*/ 547688 h 1099470"/>
                <a:gd name="connsiteX1" fmla="*/ 533495 w 1071043"/>
                <a:gd name="connsiteY1" fmla="*/ 0 h 1099470"/>
                <a:gd name="connsiteX2" fmla="*/ 888492 w 1071043"/>
                <a:gd name="connsiteY2" fmla="*/ 129826 h 1099470"/>
                <a:gd name="connsiteX3" fmla="*/ 1070991 w 1071043"/>
                <a:gd name="connsiteY3" fmla="*/ 634937 h 1099470"/>
                <a:gd name="connsiteX4" fmla="*/ 324517 w 1071043"/>
                <a:gd name="connsiteY4" fmla="*/ 634937 h 1099470"/>
                <a:gd name="connsiteX5" fmla="*/ 557784 w 1071043"/>
                <a:gd name="connsiteY5" fmla="*/ 862108 h 1099470"/>
                <a:gd name="connsiteX6" fmla="*/ 730186 w 1071043"/>
                <a:gd name="connsiteY6" fmla="*/ 758666 h 1099470"/>
                <a:gd name="connsiteX7" fmla="*/ 1052703 w 1071043"/>
                <a:gd name="connsiteY7" fmla="*/ 758666 h 1099470"/>
                <a:gd name="connsiteX8" fmla="*/ 878300 w 1071043"/>
                <a:gd name="connsiteY8" fmla="*/ 1004126 h 1099470"/>
                <a:gd name="connsiteX9" fmla="*/ 553784 w 1071043"/>
                <a:gd name="connsiteY9" fmla="*/ 1099471 h 1099470"/>
                <a:gd name="connsiteX10" fmla="*/ 0 w 1071043"/>
                <a:gd name="connsiteY10" fmla="*/ 547688 h 1099470"/>
                <a:gd name="connsiteX11" fmla="*/ 736378 w 1071043"/>
                <a:gd name="connsiteY11" fmla="*/ 438150 h 1099470"/>
                <a:gd name="connsiteX12" fmla="*/ 539592 w 1071043"/>
                <a:gd name="connsiteY12" fmla="*/ 235268 h 1099470"/>
                <a:gd name="connsiteX13" fmla="*/ 326612 w 1071043"/>
                <a:gd name="connsiteY13" fmla="*/ 438150 h 1099470"/>
                <a:gd name="connsiteX14" fmla="*/ 736378 w 1071043"/>
                <a:gd name="connsiteY14" fmla="*/ 438150 h 109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1043" h="1099470">
                  <a:moveTo>
                    <a:pt x="0" y="547688"/>
                  </a:moveTo>
                  <a:cubicBezTo>
                    <a:pt x="0" y="237268"/>
                    <a:pt x="217075" y="0"/>
                    <a:pt x="533495" y="0"/>
                  </a:cubicBezTo>
                  <a:cubicBezTo>
                    <a:pt x="681609" y="0"/>
                    <a:pt x="799243" y="48673"/>
                    <a:pt x="888492" y="129826"/>
                  </a:cubicBezTo>
                  <a:cubicBezTo>
                    <a:pt x="1012222" y="243459"/>
                    <a:pt x="1073086" y="423958"/>
                    <a:pt x="1070991" y="634937"/>
                  </a:cubicBezTo>
                  <a:lnTo>
                    <a:pt x="324517" y="634937"/>
                  </a:lnTo>
                  <a:cubicBezTo>
                    <a:pt x="344805" y="774954"/>
                    <a:pt x="421862" y="862108"/>
                    <a:pt x="557784" y="862108"/>
                  </a:cubicBezTo>
                  <a:cubicBezTo>
                    <a:pt x="645033" y="862108"/>
                    <a:pt x="701802" y="823531"/>
                    <a:pt x="730186" y="758666"/>
                  </a:cubicBezTo>
                  <a:lnTo>
                    <a:pt x="1052703" y="758666"/>
                  </a:lnTo>
                  <a:cubicBezTo>
                    <a:pt x="1030414" y="851916"/>
                    <a:pt x="969550" y="941165"/>
                    <a:pt x="878300" y="1004126"/>
                  </a:cubicBezTo>
                  <a:cubicBezTo>
                    <a:pt x="791051" y="1064990"/>
                    <a:pt x="685609" y="1099471"/>
                    <a:pt x="553784" y="1099471"/>
                  </a:cubicBezTo>
                  <a:cubicBezTo>
                    <a:pt x="210979" y="1099471"/>
                    <a:pt x="0" y="862108"/>
                    <a:pt x="0" y="547688"/>
                  </a:cubicBezTo>
                  <a:close/>
                  <a:moveTo>
                    <a:pt x="736378" y="438150"/>
                  </a:moveTo>
                  <a:cubicBezTo>
                    <a:pt x="724185" y="314420"/>
                    <a:pt x="647129" y="235268"/>
                    <a:pt x="539592" y="235268"/>
                  </a:cubicBezTo>
                  <a:cubicBezTo>
                    <a:pt x="413861" y="235268"/>
                    <a:pt x="348901" y="314325"/>
                    <a:pt x="326612" y="438150"/>
                  </a:cubicBezTo>
                  <a:lnTo>
                    <a:pt x="736378" y="438150"/>
                  </a:lnTo>
                  <a:close/>
                </a:path>
              </a:pathLst>
            </a:custGeom>
            <a:solidFill>
              <a:srgbClr val="FFFFFF"/>
            </a:solidFill>
            <a:ln w="9525"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CA96A436-2EEA-097C-497B-FE4AD8C316F4}"/>
                </a:ext>
              </a:extLst>
            </p:cNvPr>
            <p:cNvSpPr/>
            <p:nvPr/>
          </p:nvSpPr>
          <p:spPr>
            <a:xfrm>
              <a:off x="10132028" y="3569874"/>
              <a:ext cx="346900" cy="340804"/>
            </a:xfrm>
            <a:custGeom>
              <a:avLst/>
              <a:gdLst>
                <a:gd name="connsiteX0" fmla="*/ 0 w 346900"/>
                <a:gd name="connsiteY0" fmla="*/ 0 h 340804"/>
                <a:gd name="connsiteX1" fmla="*/ 346901 w 346900"/>
                <a:gd name="connsiteY1" fmla="*/ 0 h 340804"/>
                <a:gd name="connsiteX2" fmla="*/ 346901 w 346900"/>
                <a:gd name="connsiteY2" fmla="*/ 340805 h 340804"/>
                <a:gd name="connsiteX3" fmla="*/ 0 w 346900"/>
                <a:gd name="connsiteY3" fmla="*/ 340805 h 340804"/>
                <a:gd name="connsiteX4" fmla="*/ 0 w 346900"/>
                <a:gd name="connsiteY4" fmla="*/ 0 h 340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00" h="340804">
                  <a:moveTo>
                    <a:pt x="0" y="0"/>
                  </a:moveTo>
                  <a:lnTo>
                    <a:pt x="346901" y="0"/>
                  </a:lnTo>
                  <a:lnTo>
                    <a:pt x="346901" y="340805"/>
                  </a:lnTo>
                  <a:lnTo>
                    <a:pt x="0" y="340805"/>
                  </a:lnTo>
                  <a:lnTo>
                    <a:pt x="0" y="0"/>
                  </a:lnTo>
                  <a:close/>
                </a:path>
              </a:pathLst>
            </a:custGeom>
            <a:solidFill>
              <a:srgbClr val="FFFFFF"/>
            </a:solidFill>
            <a:ln w="9525"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DDB7F3EC-7DBE-A1A4-F4D8-291AFDF67754}"/>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a:extLst>
              <a:ext uri="{FF2B5EF4-FFF2-40B4-BE49-F238E27FC236}">
                <a16:creationId xmlns:a16="http://schemas.microsoft.com/office/drawing/2014/main" id="{A1021D48-5ED1-6FCE-125F-612488706BB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077211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typo_all_in_o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0" name="Footer Placeholder 4">
            <a:extLst>
              <a:ext uri="{FF2B5EF4-FFF2-40B4-BE49-F238E27FC236}">
                <a16:creationId xmlns:a16="http://schemas.microsoft.com/office/drawing/2014/main" id="{1848D18A-8192-A615-DC40-5BA0684EF664}"/>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grpSp>
        <p:nvGrpSpPr>
          <p:cNvPr id="15" name="Group 14">
            <a:extLst>
              <a:ext uri="{FF2B5EF4-FFF2-40B4-BE49-F238E27FC236}">
                <a16:creationId xmlns:a16="http://schemas.microsoft.com/office/drawing/2014/main" id="{FAA1BAB2-ABA9-F2E2-7D6B-6060A128F961}"/>
              </a:ext>
            </a:extLst>
          </p:cNvPr>
          <p:cNvGrpSpPr/>
          <p:nvPr userDrawn="1"/>
        </p:nvGrpSpPr>
        <p:grpSpPr>
          <a:xfrm>
            <a:off x="987402" y="2099579"/>
            <a:ext cx="10217196" cy="1938107"/>
            <a:chOff x="2304764" y="2239232"/>
            <a:chExt cx="7785068" cy="1476755"/>
          </a:xfrm>
        </p:grpSpPr>
        <p:grpSp>
          <p:nvGrpSpPr>
            <p:cNvPr id="6" name="Graphic 2">
              <a:extLst>
                <a:ext uri="{FF2B5EF4-FFF2-40B4-BE49-F238E27FC236}">
                  <a16:creationId xmlns:a16="http://schemas.microsoft.com/office/drawing/2014/main" id="{3466FD4B-32EC-B4D5-D735-96F29A57ED5D}"/>
                </a:ext>
              </a:extLst>
            </p:cNvPr>
            <p:cNvGrpSpPr/>
            <p:nvPr/>
          </p:nvGrpSpPr>
          <p:grpSpPr>
            <a:xfrm>
              <a:off x="6560248" y="2601372"/>
              <a:ext cx="3126485" cy="1098899"/>
              <a:chOff x="6560248" y="2601372"/>
              <a:chExt cx="3126485" cy="1098899"/>
            </a:xfrm>
          </p:grpSpPr>
          <p:sp>
            <p:nvSpPr>
              <p:cNvPr id="7" name="Freeform: Shape 6">
                <a:extLst>
                  <a:ext uri="{FF2B5EF4-FFF2-40B4-BE49-F238E27FC236}">
                    <a16:creationId xmlns:a16="http://schemas.microsoft.com/office/drawing/2014/main" id="{99F91CEA-44BB-6D99-D6C4-475E1D24D581}"/>
                  </a:ext>
                </a:extLst>
              </p:cNvPr>
              <p:cNvSpPr/>
              <p:nvPr/>
            </p:nvSpPr>
            <p:spPr>
              <a:xfrm>
                <a:off x="6560248" y="2601372"/>
                <a:ext cx="3126485" cy="1098899"/>
              </a:xfrm>
              <a:custGeom>
                <a:avLst/>
                <a:gdLst>
                  <a:gd name="connsiteX0" fmla="*/ 1088803 w 3126485"/>
                  <a:gd name="connsiteY0" fmla="*/ 654558 h 1098899"/>
                  <a:gd name="connsiteX1" fmla="*/ 549402 w 3126485"/>
                  <a:gd name="connsiteY1" fmla="*/ 1098899 h 1098899"/>
                  <a:gd name="connsiteX2" fmla="*/ 0 w 3126485"/>
                  <a:gd name="connsiteY2" fmla="*/ 549497 h 1098899"/>
                  <a:gd name="connsiteX3" fmla="*/ 549402 w 3126485"/>
                  <a:gd name="connsiteY3" fmla="*/ 95 h 1098899"/>
                  <a:gd name="connsiteX4" fmla="*/ 1088803 w 3126485"/>
                  <a:gd name="connsiteY4" fmla="*/ 444436 h 1098899"/>
                  <a:gd name="connsiteX5" fmla="*/ 1088803 w 3126485"/>
                  <a:gd name="connsiteY5" fmla="*/ 30766 h 1098899"/>
                  <a:gd name="connsiteX6" fmla="*/ 1401033 w 3126485"/>
                  <a:gd name="connsiteY6" fmla="*/ 30766 h 1098899"/>
                  <a:gd name="connsiteX7" fmla="*/ 1401033 w 3126485"/>
                  <a:gd name="connsiteY7" fmla="*/ 157925 h 1098899"/>
                  <a:gd name="connsiteX8" fmla="*/ 1714691 w 3126485"/>
                  <a:gd name="connsiteY8" fmla="*/ 0 h 1098899"/>
                  <a:gd name="connsiteX9" fmla="*/ 2082642 w 3126485"/>
                  <a:gd name="connsiteY9" fmla="*/ 430054 h 1098899"/>
                  <a:gd name="connsiteX10" fmla="*/ 2082642 w 3126485"/>
                  <a:gd name="connsiteY10" fmla="*/ 449390 h 1098899"/>
                  <a:gd name="connsiteX11" fmla="*/ 2614232 w 3126485"/>
                  <a:gd name="connsiteY11" fmla="*/ 0 h 1098899"/>
                  <a:gd name="connsiteX12" fmla="*/ 3126486 w 3126485"/>
                  <a:gd name="connsiteY12" fmla="*/ 563690 h 1098899"/>
                  <a:gd name="connsiteX13" fmla="*/ 3126486 w 3126485"/>
                  <a:gd name="connsiteY13" fmla="*/ 633032 h 1098899"/>
                  <a:gd name="connsiteX14" fmla="*/ 2386299 w 3126485"/>
                  <a:gd name="connsiteY14" fmla="*/ 633032 h 1098899"/>
                  <a:gd name="connsiteX15" fmla="*/ 2629948 w 3126485"/>
                  <a:gd name="connsiteY15" fmla="*/ 870966 h 1098899"/>
                  <a:gd name="connsiteX16" fmla="*/ 2818543 w 3126485"/>
                  <a:gd name="connsiteY16" fmla="*/ 748760 h 1098899"/>
                  <a:gd name="connsiteX17" fmla="*/ 3112199 w 3126485"/>
                  <a:gd name="connsiteY17" fmla="*/ 748760 h 1098899"/>
                  <a:gd name="connsiteX18" fmla="*/ 2625662 w 3126485"/>
                  <a:gd name="connsiteY18" fmla="*/ 1098804 h 1098899"/>
                  <a:gd name="connsiteX19" fmla="*/ 2082642 w 3126485"/>
                  <a:gd name="connsiteY19" fmla="*/ 650176 h 1098899"/>
                  <a:gd name="connsiteX20" fmla="*/ 2082642 w 3126485"/>
                  <a:gd name="connsiteY20" fmla="*/ 1068134 h 1098899"/>
                  <a:gd name="connsiteX21" fmla="*/ 1765459 w 3126485"/>
                  <a:gd name="connsiteY21" fmla="*/ 1068134 h 1098899"/>
                  <a:gd name="connsiteX22" fmla="*/ 1765459 w 3126485"/>
                  <a:gd name="connsiteY22" fmla="*/ 463010 h 1098899"/>
                  <a:gd name="connsiteX23" fmla="*/ 1586103 w 3126485"/>
                  <a:gd name="connsiteY23" fmla="*/ 260794 h 1098899"/>
                  <a:gd name="connsiteX24" fmla="*/ 1406747 w 3126485"/>
                  <a:gd name="connsiteY24" fmla="*/ 463010 h 1098899"/>
                  <a:gd name="connsiteX25" fmla="*/ 1406747 w 3126485"/>
                  <a:gd name="connsiteY25" fmla="*/ 1068134 h 1098899"/>
                  <a:gd name="connsiteX26" fmla="*/ 1088803 w 3126485"/>
                  <a:gd name="connsiteY26" fmla="*/ 1068134 h 1098899"/>
                  <a:gd name="connsiteX27" fmla="*/ 1088803 w 3126485"/>
                  <a:gd name="connsiteY27" fmla="*/ 654558 h 1098899"/>
                  <a:gd name="connsiteX28" fmla="*/ 2816352 w 3126485"/>
                  <a:gd name="connsiteY28" fmla="*/ 433102 h 1098899"/>
                  <a:gd name="connsiteX29" fmla="*/ 2607755 w 3126485"/>
                  <a:gd name="connsiteY29" fmla="*/ 219456 h 1098899"/>
                  <a:gd name="connsiteX30" fmla="*/ 2391251 w 3126485"/>
                  <a:gd name="connsiteY30" fmla="*/ 433102 h 1098899"/>
                  <a:gd name="connsiteX31" fmla="*/ 2816352 w 3126485"/>
                  <a:gd name="connsiteY31" fmla="*/ 433102 h 109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126485" h="1098899">
                    <a:moveTo>
                      <a:pt x="1088803" y="654558"/>
                    </a:moveTo>
                    <a:cubicBezTo>
                      <a:pt x="1039463" y="912495"/>
                      <a:pt x="812292" y="1098899"/>
                      <a:pt x="549402" y="1098899"/>
                    </a:cubicBezTo>
                    <a:cubicBezTo>
                      <a:pt x="246507" y="1098899"/>
                      <a:pt x="0" y="852392"/>
                      <a:pt x="0" y="549497"/>
                    </a:cubicBezTo>
                    <a:cubicBezTo>
                      <a:pt x="0" y="245840"/>
                      <a:pt x="246507" y="95"/>
                      <a:pt x="549402" y="95"/>
                    </a:cubicBezTo>
                    <a:cubicBezTo>
                      <a:pt x="813054" y="95"/>
                      <a:pt x="1039463" y="186595"/>
                      <a:pt x="1088803" y="444436"/>
                    </a:cubicBezTo>
                    <a:lnTo>
                      <a:pt x="1088803" y="30766"/>
                    </a:lnTo>
                    <a:lnTo>
                      <a:pt x="1401033" y="30766"/>
                    </a:lnTo>
                    <a:lnTo>
                      <a:pt x="1401033" y="157925"/>
                    </a:lnTo>
                    <a:cubicBezTo>
                      <a:pt x="1488186" y="48578"/>
                      <a:pt x="1585341" y="0"/>
                      <a:pt x="1714691" y="0"/>
                    </a:cubicBezTo>
                    <a:cubicBezTo>
                      <a:pt x="1941862" y="0"/>
                      <a:pt x="2082642" y="164306"/>
                      <a:pt x="2082642" y="430054"/>
                    </a:cubicBezTo>
                    <a:lnTo>
                      <a:pt x="2082642" y="449390"/>
                    </a:lnTo>
                    <a:cubicBezTo>
                      <a:pt x="2125504" y="179356"/>
                      <a:pt x="2336959" y="0"/>
                      <a:pt x="2614232" y="0"/>
                    </a:cubicBezTo>
                    <a:cubicBezTo>
                      <a:pt x="2918556" y="0"/>
                      <a:pt x="3126486" y="229362"/>
                      <a:pt x="3126486" y="563690"/>
                    </a:cubicBezTo>
                    <a:lnTo>
                      <a:pt x="3126486" y="633032"/>
                    </a:lnTo>
                    <a:lnTo>
                      <a:pt x="2386299" y="633032"/>
                    </a:lnTo>
                    <a:cubicBezTo>
                      <a:pt x="2408491" y="784479"/>
                      <a:pt x="2497074" y="870966"/>
                      <a:pt x="2629948" y="870966"/>
                    </a:cubicBezTo>
                    <a:cubicBezTo>
                      <a:pt x="2727103" y="870966"/>
                      <a:pt x="2797112" y="825913"/>
                      <a:pt x="2818543" y="748760"/>
                    </a:cubicBezTo>
                    <a:lnTo>
                      <a:pt x="3112199" y="748760"/>
                    </a:lnTo>
                    <a:cubicBezTo>
                      <a:pt x="3070765" y="958786"/>
                      <a:pt x="2876455" y="1098804"/>
                      <a:pt x="2625662" y="1098804"/>
                    </a:cubicBezTo>
                    <a:cubicBezTo>
                      <a:pt x="2344198" y="1098804"/>
                      <a:pt x="2126266" y="918782"/>
                      <a:pt x="2082642" y="650176"/>
                    </a:cubicBezTo>
                    <a:lnTo>
                      <a:pt x="2082642" y="1068134"/>
                    </a:lnTo>
                    <a:lnTo>
                      <a:pt x="1765459" y="1068134"/>
                    </a:lnTo>
                    <a:lnTo>
                      <a:pt x="1765459" y="463010"/>
                    </a:lnTo>
                    <a:cubicBezTo>
                      <a:pt x="1765459" y="332994"/>
                      <a:pt x="1701165" y="260794"/>
                      <a:pt x="1586103" y="260794"/>
                    </a:cubicBezTo>
                    <a:cubicBezTo>
                      <a:pt x="1478185" y="260794"/>
                      <a:pt x="1406747" y="340805"/>
                      <a:pt x="1406747" y="463010"/>
                    </a:cubicBezTo>
                    <a:lnTo>
                      <a:pt x="1406747" y="1068134"/>
                    </a:lnTo>
                    <a:lnTo>
                      <a:pt x="1088803" y="1068134"/>
                    </a:lnTo>
                    <a:lnTo>
                      <a:pt x="1088803" y="654558"/>
                    </a:lnTo>
                    <a:close/>
                    <a:moveTo>
                      <a:pt x="2816352" y="433102"/>
                    </a:moveTo>
                    <a:cubicBezTo>
                      <a:pt x="2796350" y="298037"/>
                      <a:pt x="2719197" y="219456"/>
                      <a:pt x="2607755" y="219456"/>
                    </a:cubicBezTo>
                    <a:cubicBezTo>
                      <a:pt x="2495550" y="219456"/>
                      <a:pt x="2416969" y="296609"/>
                      <a:pt x="2391251" y="433102"/>
                    </a:cubicBezTo>
                    <a:lnTo>
                      <a:pt x="2816352" y="433102"/>
                    </a:lnTo>
                    <a:close/>
                  </a:path>
                </a:pathLst>
              </a:custGeom>
              <a:solidFill>
                <a:srgbClr val="FFFFFF"/>
              </a:solidFill>
              <a:ln w="95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06D9F4D6-F7AD-D8B9-C119-1E2629735112}"/>
                  </a:ext>
                </a:extLst>
              </p:cNvPr>
              <p:cNvSpPr/>
              <p:nvPr/>
            </p:nvSpPr>
            <p:spPr>
              <a:xfrm>
                <a:off x="6602825" y="3014472"/>
                <a:ext cx="1010126" cy="200501"/>
              </a:xfrm>
              <a:custGeom>
                <a:avLst/>
                <a:gdLst>
                  <a:gd name="connsiteX0" fmla="*/ 0 w 1010126"/>
                  <a:gd name="connsiteY0" fmla="*/ 154305 h 200501"/>
                  <a:gd name="connsiteX1" fmla="*/ 39433 w 1010126"/>
                  <a:gd name="connsiteY1" fmla="*/ 154305 h 200501"/>
                  <a:gd name="connsiteX2" fmla="*/ 64961 w 1010126"/>
                  <a:gd name="connsiteY2" fmla="*/ 173355 h 200501"/>
                  <a:gd name="connsiteX3" fmla="*/ 86392 w 1010126"/>
                  <a:gd name="connsiteY3" fmla="*/ 156686 h 200501"/>
                  <a:gd name="connsiteX4" fmla="*/ 69342 w 1010126"/>
                  <a:gd name="connsiteY4" fmla="*/ 142589 h 200501"/>
                  <a:gd name="connsiteX5" fmla="*/ 54007 w 1010126"/>
                  <a:gd name="connsiteY5" fmla="*/ 140017 h 200501"/>
                  <a:gd name="connsiteX6" fmla="*/ 3429 w 1010126"/>
                  <a:gd name="connsiteY6" fmla="*/ 97060 h 200501"/>
                  <a:gd name="connsiteX7" fmla="*/ 63246 w 1010126"/>
                  <a:gd name="connsiteY7" fmla="*/ 53721 h 200501"/>
                  <a:gd name="connsiteX8" fmla="*/ 124492 w 1010126"/>
                  <a:gd name="connsiteY8" fmla="*/ 95345 h 200501"/>
                  <a:gd name="connsiteX9" fmla="*/ 85439 w 1010126"/>
                  <a:gd name="connsiteY9" fmla="*/ 95345 h 200501"/>
                  <a:gd name="connsiteX10" fmla="*/ 62960 w 1010126"/>
                  <a:gd name="connsiteY10" fmla="*/ 78867 h 200501"/>
                  <a:gd name="connsiteX11" fmla="*/ 42100 w 1010126"/>
                  <a:gd name="connsiteY11" fmla="*/ 95250 h 200501"/>
                  <a:gd name="connsiteX12" fmla="*/ 60579 w 1010126"/>
                  <a:gd name="connsiteY12" fmla="*/ 108394 h 200501"/>
                  <a:gd name="connsiteX13" fmla="*/ 77248 w 1010126"/>
                  <a:gd name="connsiteY13" fmla="*/ 111347 h 200501"/>
                  <a:gd name="connsiteX14" fmla="*/ 126301 w 1010126"/>
                  <a:gd name="connsiteY14" fmla="*/ 155734 h 200501"/>
                  <a:gd name="connsiteX15" fmla="*/ 65532 w 1010126"/>
                  <a:gd name="connsiteY15" fmla="*/ 200406 h 200501"/>
                  <a:gd name="connsiteX16" fmla="*/ 0 w 1010126"/>
                  <a:gd name="connsiteY16" fmla="*/ 154305 h 200501"/>
                  <a:gd name="connsiteX17" fmla="*/ 132873 w 1010126"/>
                  <a:gd name="connsiteY17" fmla="*/ 127635 h 200501"/>
                  <a:gd name="connsiteX18" fmla="*/ 206502 w 1010126"/>
                  <a:gd name="connsiteY18" fmla="*/ 53816 h 200501"/>
                  <a:gd name="connsiteX19" fmla="*/ 278892 w 1010126"/>
                  <a:gd name="connsiteY19" fmla="*/ 126397 h 200501"/>
                  <a:gd name="connsiteX20" fmla="*/ 205454 w 1010126"/>
                  <a:gd name="connsiteY20" fmla="*/ 200406 h 200501"/>
                  <a:gd name="connsiteX21" fmla="*/ 132873 w 1010126"/>
                  <a:gd name="connsiteY21" fmla="*/ 127635 h 200501"/>
                  <a:gd name="connsiteX22" fmla="*/ 237172 w 1010126"/>
                  <a:gd name="connsiteY22" fmla="*/ 126682 h 200501"/>
                  <a:gd name="connsiteX23" fmla="*/ 205835 w 1010126"/>
                  <a:gd name="connsiteY23" fmla="*/ 84772 h 200501"/>
                  <a:gd name="connsiteX24" fmla="*/ 174784 w 1010126"/>
                  <a:gd name="connsiteY24" fmla="*/ 126968 h 200501"/>
                  <a:gd name="connsiteX25" fmla="*/ 205835 w 1010126"/>
                  <a:gd name="connsiteY25" fmla="*/ 169545 h 200501"/>
                  <a:gd name="connsiteX26" fmla="*/ 237172 w 1010126"/>
                  <a:gd name="connsiteY26" fmla="*/ 126682 h 200501"/>
                  <a:gd name="connsiteX27" fmla="*/ 276701 w 1010126"/>
                  <a:gd name="connsiteY27" fmla="*/ 58102 h 200501"/>
                  <a:gd name="connsiteX28" fmla="*/ 299371 w 1010126"/>
                  <a:gd name="connsiteY28" fmla="*/ 58102 h 200501"/>
                  <a:gd name="connsiteX29" fmla="*/ 299371 w 1010126"/>
                  <a:gd name="connsiteY29" fmla="*/ 44672 h 200501"/>
                  <a:gd name="connsiteX30" fmla="*/ 345376 w 1010126"/>
                  <a:gd name="connsiteY30" fmla="*/ 0 h 200501"/>
                  <a:gd name="connsiteX31" fmla="*/ 360712 w 1010126"/>
                  <a:gd name="connsiteY31" fmla="*/ 1143 h 200501"/>
                  <a:gd name="connsiteX32" fmla="*/ 360712 w 1010126"/>
                  <a:gd name="connsiteY32" fmla="*/ 30385 h 200501"/>
                  <a:gd name="connsiteX33" fmla="*/ 355568 w 1010126"/>
                  <a:gd name="connsiteY33" fmla="*/ 30289 h 200501"/>
                  <a:gd name="connsiteX34" fmla="*/ 340042 w 1010126"/>
                  <a:gd name="connsiteY34" fmla="*/ 44005 h 200501"/>
                  <a:gd name="connsiteX35" fmla="*/ 340042 w 1010126"/>
                  <a:gd name="connsiteY35" fmla="*/ 58102 h 200501"/>
                  <a:gd name="connsiteX36" fmla="*/ 380333 w 1010126"/>
                  <a:gd name="connsiteY36" fmla="*/ 58102 h 200501"/>
                  <a:gd name="connsiteX37" fmla="*/ 380333 w 1010126"/>
                  <a:gd name="connsiteY37" fmla="*/ 14859 h 200501"/>
                  <a:gd name="connsiteX38" fmla="*/ 421005 w 1010126"/>
                  <a:gd name="connsiteY38" fmla="*/ 14859 h 200501"/>
                  <a:gd name="connsiteX39" fmla="*/ 421005 w 1010126"/>
                  <a:gd name="connsiteY39" fmla="*/ 58102 h 200501"/>
                  <a:gd name="connsiteX40" fmla="*/ 484441 w 1010126"/>
                  <a:gd name="connsiteY40" fmla="*/ 58102 h 200501"/>
                  <a:gd name="connsiteX41" fmla="*/ 499110 w 1010126"/>
                  <a:gd name="connsiteY41" fmla="*/ 123920 h 200501"/>
                  <a:gd name="connsiteX42" fmla="*/ 504920 w 1010126"/>
                  <a:gd name="connsiteY42" fmla="*/ 152781 h 200501"/>
                  <a:gd name="connsiteX43" fmla="*/ 511873 w 1010126"/>
                  <a:gd name="connsiteY43" fmla="*/ 124015 h 200501"/>
                  <a:gd name="connsiteX44" fmla="*/ 529018 w 1010126"/>
                  <a:gd name="connsiteY44" fmla="*/ 59150 h 200501"/>
                  <a:gd name="connsiteX45" fmla="*/ 562260 w 1010126"/>
                  <a:gd name="connsiteY45" fmla="*/ 59150 h 200501"/>
                  <a:gd name="connsiteX46" fmla="*/ 579691 w 1010126"/>
                  <a:gd name="connsiteY46" fmla="*/ 124015 h 200501"/>
                  <a:gd name="connsiteX47" fmla="*/ 586264 w 1010126"/>
                  <a:gd name="connsiteY47" fmla="*/ 151066 h 200501"/>
                  <a:gd name="connsiteX48" fmla="*/ 591693 w 1010126"/>
                  <a:gd name="connsiteY48" fmla="*/ 124015 h 200501"/>
                  <a:gd name="connsiteX49" fmla="*/ 606361 w 1010126"/>
                  <a:gd name="connsiteY49" fmla="*/ 58102 h 200501"/>
                  <a:gd name="connsiteX50" fmla="*/ 646462 w 1010126"/>
                  <a:gd name="connsiteY50" fmla="*/ 58102 h 200501"/>
                  <a:gd name="connsiteX51" fmla="*/ 607219 w 1010126"/>
                  <a:gd name="connsiteY51" fmla="*/ 196215 h 200501"/>
                  <a:gd name="connsiteX52" fmla="*/ 568166 w 1010126"/>
                  <a:gd name="connsiteY52" fmla="*/ 196215 h 200501"/>
                  <a:gd name="connsiteX53" fmla="*/ 544830 w 1010126"/>
                  <a:gd name="connsiteY53" fmla="*/ 107728 h 200501"/>
                  <a:gd name="connsiteX54" fmla="*/ 521970 w 1010126"/>
                  <a:gd name="connsiteY54" fmla="*/ 196215 h 200501"/>
                  <a:gd name="connsiteX55" fmla="*/ 481679 w 1010126"/>
                  <a:gd name="connsiteY55" fmla="*/ 196215 h 200501"/>
                  <a:gd name="connsiteX56" fmla="*/ 451199 w 1010126"/>
                  <a:gd name="connsiteY56" fmla="*/ 86963 h 200501"/>
                  <a:gd name="connsiteX57" fmla="*/ 420719 w 1010126"/>
                  <a:gd name="connsiteY57" fmla="*/ 86963 h 200501"/>
                  <a:gd name="connsiteX58" fmla="*/ 420719 w 1010126"/>
                  <a:gd name="connsiteY58" fmla="*/ 149923 h 200501"/>
                  <a:gd name="connsiteX59" fmla="*/ 437388 w 1010126"/>
                  <a:gd name="connsiteY59" fmla="*/ 165830 h 200501"/>
                  <a:gd name="connsiteX60" fmla="*/ 446532 w 1010126"/>
                  <a:gd name="connsiteY60" fmla="*/ 165068 h 200501"/>
                  <a:gd name="connsiteX61" fmla="*/ 446532 w 1010126"/>
                  <a:gd name="connsiteY61" fmla="*/ 194977 h 200501"/>
                  <a:gd name="connsiteX62" fmla="*/ 425767 w 1010126"/>
                  <a:gd name="connsiteY62" fmla="*/ 197167 h 200501"/>
                  <a:gd name="connsiteX63" fmla="*/ 380143 w 1010126"/>
                  <a:gd name="connsiteY63" fmla="*/ 154210 h 200501"/>
                  <a:gd name="connsiteX64" fmla="*/ 380143 w 1010126"/>
                  <a:gd name="connsiteY64" fmla="*/ 86963 h 200501"/>
                  <a:gd name="connsiteX65" fmla="*/ 339852 w 1010126"/>
                  <a:gd name="connsiteY65" fmla="*/ 86963 h 200501"/>
                  <a:gd name="connsiteX66" fmla="*/ 339852 w 1010126"/>
                  <a:gd name="connsiteY66" fmla="*/ 196215 h 200501"/>
                  <a:gd name="connsiteX67" fmla="*/ 299085 w 1010126"/>
                  <a:gd name="connsiteY67" fmla="*/ 196215 h 200501"/>
                  <a:gd name="connsiteX68" fmla="*/ 299085 w 1010126"/>
                  <a:gd name="connsiteY68" fmla="*/ 86963 h 200501"/>
                  <a:gd name="connsiteX69" fmla="*/ 276415 w 1010126"/>
                  <a:gd name="connsiteY69" fmla="*/ 86963 h 200501"/>
                  <a:gd name="connsiteX70" fmla="*/ 276415 w 1010126"/>
                  <a:gd name="connsiteY70" fmla="*/ 58102 h 200501"/>
                  <a:gd name="connsiteX71" fmla="*/ 639032 w 1010126"/>
                  <a:gd name="connsiteY71" fmla="*/ 160591 h 200501"/>
                  <a:gd name="connsiteX72" fmla="*/ 696944 w 1010126"/>
                  <a:gd name="connsiteY72" fmla="*/ 115824 h 200501"/>
                  <a:gd name="connsiteX73" fmla="*/ 727520 w 1010126"/>
                  <a:gd name="connsiteY73" fmla="*/ 96393 h 200501"/>
                  <a:gd name="connsiteX74" fmla="*/ 706660 w 1010126"/>
                  <a:gd name="connsiteY74" fmla="*/ 79343 h 200501"/>
                  <a:gd name="connsiteX75" fmla="*/ 684086 w 1010126"/>
                  <a:gd name="connsiteY75" fmla="*/ 97631 h 200501"/>
                  <a:gd name="connsiteX76" fmla="*/ 646557 w 1010126"/>
                  <a:gd name="connsiteY76" fmla="*/ 97631 h 200501"/>
                  <a:gd name="connsiteX77" fmla="*/ 707041 w 1010126"/>
                  <a:gd name="connsiteY77" fmla="*/ 53816 h 200501"/>
                  <a:gd name="connsiteX78" fmla="*/ 766763 w 1010126"/>
                  <a:gd name="connsiteY78" fmla="*/ 112109 h 200501"/>
                  <a:gd name="connsiteX79" fmla="*/ 766763 w 1010126"/>
                  <a:gd name="connsiteY79" fmla="*/ 166973 h 200501"/>
                  <a:gd name="connsiteX80" fmla="*/ 772192 w 1010126"/>
                  <a:gd name="connsiteY80" fmla="*/ 196215 h 200501"/>
                  <a:gd name="connsiteX81" fmla="*/ 732948 w 1010126"/>
                  <a:gd name="connsiteY81" fmla="*/ 196215 h 200501"/>
                  <a:gd name="connsiteX82" fmla="*/ 729234 w 1010126"/>
                  <a:gd name="connsiteY82" fmla="*/ 179165 h 200501"/>
                  <a:gd name="connsiteX83" fmla="*/ 685609 w 1010126"/>
                  <a:gd name="connsiteY83" fmla="*/ 199644 h 200501"/>
                  <a:gd name="connsiteX84" fmla="*/ 639032 w 1010126"/>
                  <a:gd name="connsiteY84" fmla="*/ 160591 h 200501"/>
                  <a:gd name="connsiteX85" fmla="*/ 704755 w 1010126"/>
                  <a:gd name="connsiteY85" fmla="*/ 136779 h 200501"/>
                  <a:gd name="connsiteX86" fmla="*/ 678180 w 1010126"/>
                  <a:gd name="connsiteY86" fmla="*/ 156781 h 200501"/>
                  <a:gd name="connsiteX87" fmla="*/ 697516 w 1010126"/>
                  <a:gd name="connsiteY87" fmla="*/ 173831 h 200501"/>
                  <a:gd name="connsiteX88" fmla="*/ 727710 w 1010126"/>
                  <a:gd name="connsiteY88" fmla="*/ 142970 h 200501"/>
                  <a:gd name="connsiteX89" fmla="*/ 727710 w 1010126"/>
                  <a:gd name="connsiteY89" fmla="*/ 130112 h 200501"/>
                  <a:gd name="connsiteX90" fmla="*/ 704755 w 1010126"/>
                  <a:gd name="connsiteY90" fmla="*/ 136779 h 200501"/>
                  <a:gd name="connsiteX91" fmla="*/ 787051 w 1010126"/>
                  <a:gd name="connsiteY91" fmla="*/ 58102 h 200501"/>
                  <a:gd name="connsiteX92" fmla="*/ 827437 w 1010126"/>
                  <a:gd name="connsiteY92" fmla="*/ 58102 h 200501"/>
                  <a:gd name="connsiteX93" fmla="*/ 827437 w 1010126"/>
                  <a:gd name="connsiteY93" fmla="*/ 79248 h 200501"/>
                  <a:gd name="connsiteX94" fmla="*/ 863155 w 1010126"/>
                  <a:gd name="connsiteY94" fmla="*/ 55816 h 200501"/>
                  <a:gd name="connsiteX95" fmla="*/ 871823 w 1010126"/>
                  <a:gd name="connsiteY95" fmla="*/ 56864 h 200501"/>
                  <a:gd name="connsiteX96" fmla="*/ 871823 w 1010126"/>
                  <a:gd name="connsiteY96" fmla="*/ 90678 h 200501"/>
                  <a:gd name="connsiteX97" fmla="*/ 860870 w 1010126"/>
                  <a:gd name="connsiteY97" fmla="*/ 89821 h 200501"/>
                  <a:gd name="connsiteX98" fmla="*/ 828198 w 1010126"/>
                  <a:gd name="connsiteY98" fmla="*/ 122491 h 200501"/>
                  <a:gd name="connsiteX99" fmla="*/ 828198 w 1010126"/>
                  <a:gd name="connsiteY99" fmla="*/ 196405 h 200501"/>
                  <a:gd name="connsiteX100" fmla="*/ 787051 w 1010126"/>
                  <a:gd name="connsiteY100" fmla="*/ 196405 h 200501"/>
                  <a:gd name="connsiteX101" fmla="*/ 787051 w 1010126"/>
                  <a:gd name="connsiteY101" fmla="*/ 58102 h 200501"/>
                  <a:gd name="connsiteX102" fmla="*/ 870489 w 1010126"/>
                  <a:gd name="connsiteY102" fmla="*/ 127635 h 200501"/>
                  <a:gd name="connsiteX103" fmla="*/ 942118 w 1010126"/>
                  <a:gd name="connsiteY103" fmla="*/ 53816 h 200501"/>
                  <a:gd name="connsiteX104" fmla="*/ 1010126 w 1010126"/>
                  <a:gd name="connsiteY104" fmla="*/ 129826 h 200501"/>
                  <a:gd name="connsiteX105" fmla="*/ 1010126 w 1010126"/>
                  <a:gd name="connsiteY105" fmla="*/ 136874 h 200501"/>
                  <a:gd name="connsiteX106" fmla="*/ 911447 w 1010126"/>
                  <a:gd name="connsiteY106" fmla="*/ 136874 h 200501"/>
                  <a:gd name="connsiteX107" fmla="*/ 944213 w 1010126"/>
                  <a:gd name="connsiteY107" fmla="*/ 172879 h 200501"/>
                  <a:gd name="connsiteX108" fmla="*/ 969740 w 1010126"/>
                  <a:gd name="connsiteY108" fmla="*/ 154686 h 200501"/>
                  <a:gd name="connsiteX109" fmla="*/ 1008221 w 1010126"/>
                  <a:gd name="connsiteY109" fmla="*/ 154686 h 200501"/>
                  <a:gd name="connsiteX110" fmla="*/ 943737 w 1010126"/>
                  <a:gd name="connsiteY110" fmla="*/ 200501 h 200501"/>
                  <a:gd name="connsiteX111" fmla="*/ 870489 w 1010126"/>
                  <a:gd name="connsiteY111" fmla="*/ 127635 h 200501"/>
                  <a:gd name="connsiteX112" fmla="*/ 969550 w 1010126"/>
                  <a:gd name="connsiteY112" fmla="*/ 112776 h 200501"/>
                  <a:gd name="connsiteX113" fmla="*/ 941261 w 1010126"/>
                  <a:gd name="connsiteY113" fmla="*/ 80486 h 200501"/>
                  <a:gd name="connsiteX114" fmla="*/ 912114 w 1010126"/>
                  <a:gd name="connsiteY114" fmla="*/ 112776 h 200501"/>
                  <a:gd name="connsiteX115" fmla="*/ 969550 w 1010126"/>
                  <a:gd name="connsiteY115" fmla="*/ 112776 h 20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010126" h="200501">
                    <a:moveTo>
                      <a:pt x="0" y="154305"/>
                    </a:moveTo>
                    <a:lnTo>
                      <a:pt x="39433" y="154305"/>
                    </a:lnTo>
                    <a:cubicBezTo>
                      <a:pt x="41910" y="167545"/>
                      <a:pt x="49530" y="173355"/>
                      <a:pt x="64961" y="173355"/>
                    </a:cubicBezTo>
                    <a:cubicBezTo>
                      <a:pt x="77819" y="173355"/>
                      <a:pt x="86392" y="166783"/>
                      <a:pt x="86392" y="156686"/>
                    </a:cubicBezTo>
                    <a:cubicBezTo>
                      <a:pt x="86392" y="149352"/>
                      <a:pt x="80676" y="144589"/>
                      <a:pt x="69342" y="142589"/>
                    </a:cubicBezTo>
                    <a:lnTo>
                      <a:pt x="54007" y="140017"/>
                    </a:lnTo>
                    <a:cubicBezTo>
                      <a:pt x="18764" y="134112"/>
                      <a:pt x="3429" y="121063"/>
                      <a:pt x="3429" y="97060"/>
                    </a:cubicBezTo>
                    <a:cubicBezTo>
                      <a:pt x="3429" y="71628"/>
                      <a:pt x="28194" y="53721"/>
                      <a:pt x="63246" y="53721"/>
                    </a:cubicBezTo>
                    <a:cubicBezTo>
                      <a:pt x="98584" y="53721"/>
                      <a:pt x="119729" y="68008"/>
                      <a:pt x="124492" y="95345"/>
                    </a:cubicBezTo>
                    <a:lnTo>
                      <a:pt x="85439" y="95345"/>
                    </a:lnTo>
                    <a:cubicBezTo>
                      <a:pt x="83629" y="84677"/>
                      <a:pt x="75723" y="78867"/>
                      <a:pt x="62960" y="78867"/>
                    </a:cubicBezTo>
                    <a:cubicBezTo>
                      <a:pt x="50959" y="78867"/>
                      <a:pt x="42100" y="85820"/>
                      <a:pt x="42100" y="95250"/>
                    </a:cubicBezTo>
                    <a:cubicBezTo>
                      <a:pt x="42100" y="102203"/>
                      <a:pt x="47625" y="106108"/>
                      <a:pt x="60579" y="108394"/>
                    </a:cubicBezTo>
                    <a:lnTo>
                      <a:pt x="77248" y="111347"/>
                    </a:lnTo>
                    <a:cubicBezTo>
                      <a:pt x="111347" y="117443"/>
                      <a:pt x="126301" y="130969"/>
                      <a:pt x="126301" y="155734"/>
                    </a:cubicBezTo>
                    <a:cubicBezTo>
                      <a:pt x="126301" y="182404"/>
                      <a:pt x="101917" y="200406"/>
                      <a:pt x="65532" y="200406"/>
                    </a:cubicBezTo>
                    <a:cubicBezTo>
                      <a:pt x="26575" y="200501"/>
                      <a:pt x="2762" y="183737"/>
                      <a:pt x="0" y="154305"/>
                    </a:cubicBezTo>
                    <a:close/>
                    <a:moveTo>
                      <a:pt x="132873" y="127635"/>
                    </a:moveTo>
                    <a:cubicBezTo>
                      <a:pt x="132873" y="84963"/>
                      <a:pt x="163830" y="53816"/>
                      <a:pt x="206502" y="53816"/>
                    </a:cubicBezTo>
                    <a:cubicBezTo>
                      <a:pt x="248983" y="53816"/>
                      <a:pt x="278892" y="83725"/>
                      <a:pt x="278892" y="126397"/>
                    </a:cubicBezTo>
                    <a:cubicBezTo>
                      <a:pt x="278892" y="169640"/>
                      <a:pt x="248317" y="200406"/>
                      <a:pt x="205454" y="200406"/>
                    </a:cubicBezTo>
                    <a:cubicBezTo>
                      <a:pt x="162592" y="200406"/>
                      <a:pt x="132873" y="170593"/>
                      <a:pt x="132873" y="127635"/>
                    </a:cubicBezTo>
                    <a:close/>
                    <a:moveTo>
                      <a:pt x="237172" y="126682"/>
                    </a:moveTo>
                    <a:cubicBezTo>
                      <a:pt x="237172" y="100965"/>
                      <a:pt x="225076" y="84772"/>
                      <a:pt x="205835" y="84772"/>
                    </a:cubicBezTo>
                    <a:cubicBezTo>
                      <a:pt x="186880" y="84772"/>
                      <a:pt x="174784" y="101251"/>
                      <a:pt x="174784" y="126968"/>
                    </a:cubicBezTo>
                    <a:cubicBezTo>
                      <a:pt x="174784" y="153257"/>
                      <a:pt x="186690" y="169545"/>
                      <a:pt x="205835" y="169545"/>
                    </a:cubicBezTo>
                    <a:cubicBezTo>
                      <a:pt x="225171" y="169545"/>
                      <a:pt x="237172" y="153067"/>
                      <a:pt x="237172" y="126682"/>
                    </a:cubicBezTo>
                    <a:close/>
                    <a:moveTo>
                      <a:pt x="276701" y="58102"/>
                    </a:moveTo>
                    <a:lnTo>
                      <a:pt x="299371" y="58102"/>
                    </a:lnTo>
                    <a:lnTo>
                      <a:pt x="299371" y="44672"/>
                    </a:lnTo>
                    <a:cubicBezTo>
                      <a:pt x="299371" y="13716"/>
                      <a:pt x="313563" y="0"/>
                      <a:pt x="345376" y="0"/>
                    </a:cubicBezTo>
                    <a:cubicBezTo>
                      <a:pt x="350711" y="0"/>
                      <a:pt x="357092" y="476"/>
                      <a:pt x="360712" y="1143"/>
                    </a:cubicBezTo>
                    <a:lnTo>
                      <a:pt x="360712" y="30385"/>
                    </a:lnTo>
                    <a:cubicBezTo>
                      <a:pt x="358426" y="30289"/>
                      <a:pt x="358426" y="30289"/>
                      <a:pt x="355568" y="30289"/>
                    </a:cubicBezTo>
                    <a:cubicBezTo>
                      <a:pt x="343948" y="30289"/>
                      <a:pt x="340042" y="33623"/>
                      <a:pt x="340042" y="44005"/>
                    </a:cubicBezTo>
                    <a:lnTo>
                      <a:pt x="340042" y="58102"/>
                    </a:lnTo>
                    <a:lnTo>
                      <a:pt x="380333" y="58102"/>
                    </a:lnTo>
                    <a:lnTo>
                      <a:pt x="380333" y="14859"/>
                    </a:lnTo>
                    <a:lnTo>
                      <a:pt x="421005" y="14859"/>
                    </a:lnTo>
                    <a:lnTo>
                      <a:pt x="421005" y="58102"/>
                    </a:lnTo>
                    <a:lnTo>
                      <a:pt x="484441" y="58102"/>
                    </a:lnTo>
                    <a:lnTo>
                      <a:pt x="499110" y="123920"/>
                    </a:lnTo>
                    <a:cubicBezTo>
                      <a:pt x="501205" y="133350"/>
                      <a:pt x="503205" y="143351"/>
                      <a:pt x="504920" y="152781"/>
                    </a:cubicBezTo>
                    <a:cubicBezTo>
                      <a:pt x="507016" y="142970"/>
                      <a:pt x="509397" y="133159"/>
                      <a:pt x="511873" y="124015"/>
                    </a:cubicBezTo>
                    <a:lnTo>
                      <a:pt x="529018" y="59150"/>
                    </a:lnTo>
                    <a:lnTo>
                      <a:pt x="562260" y="59150"/>
                    </a:lnTo>
                    <a:lnTo>
                      <a:pt x="579691" y="124015"/>
                    </a:lnTo>
                    <a:cubicBezTo>
                      <a:pt x="581787" y="132016"/>
                      <a:pt x="584168" y="142304"/>
                      <a:pt x="586264" y="151066"/>
                    </a:cubicBezTo>
                    <a:cubicBezTo>
                      <a:pt x="588740" y="137827"/>
                      <a:pt x="589979" y="131350"/>
                      <a:pt x="591693" y="124015"/>
                    </a:cubicBezTo>
                    <a:lnTo>
                      <a:pt x="606361" y="58102"/>
                    </a:lnTo>
                    <a:lnTo>
                      <a:pt x="646462" y="58102"/>
                    </a:lnTo>
                    <a:lnTo>
                      <a:pt x="607219" y="196215"/>
                    </a:lnTo>
                    <a:lnTo>
                      <a:pt x="568166" y="196215"/>
                    </a:lnTo>
                    <a:lnTo>
                      <a:pt x="544830" y="107728"/>
                    </a:lnTo>
                    <a:lnTo>
                      <a:pt x="521970" y="196215"/>
                    </a:lnTo>
                    <a:lnTo>
                      <a:pt x="481679" y="196215"/>
                    </a:lnTo>
                    <a:lnTo>
                      <a:pt x="451199" y="86963"/>
                    </a:lnTo>
                    <a:lnTo>
                      <a:pt x="420719" y="86963"/>
                    </a:lnTo>
                    <a:lnTo>
                      <a:pt x="420719" y="149923"/>
                    </a:lnTo>
                    <a:cubicBezTo>
                      <a:pt x="420719" y="161830"/>
                      <a:pt x="425005" y="165830"/>
                      <a:pt x="437388" y="165830"/>
                    </a:cubicBezTo>
                    <a:cubicBezTo>
                      <a:pt x="441007" y="165830"/>
                      <a:pt x="442913" y="165735"/>
                      <a:pt x="446532" y="165068"/>
                    </a:cubicBezTo>
                    <a:lnTo>
                      <a:pt x="446532" y="194977"/>
                    </a:lnTo>
                    <a:cubicBezTo>
                      <a:pt x="439674" y="196310"/>
                      <a:pt x="431959" y="197167"/>
                      <a:pt x="425767" y="197167"/>
                    </a:cubicBezTo>
                    <a:cubicBezTo>
                      <a:pt x="393001" y="197167"/>
                      <a:pt x="380143" y="185071"/>
                      <a:pt x="380143" y="154210"/>
                    </a:cubicBezTo>
                    <a:lnTo>
                      <a:pt x="380143" y="86963"/>
                    </a:lnTo>
                    <a:lnTo>
                      <a:pt x="339852" y="86963"/>
                    </a:lnTo>
                    <a:lnTo>
                      <a:pt x="339852" y="196215"/>
                    </a:lnTo>
                    <a:lnTo>
                      <a:pt x="299085" y="196215"/>
                    </a:lnTo>
                    <a:lnTo>
                      <a:pt x="299085" y="86963"/>
                    </a:lnTo>
                    <a:lnTo>
                      <a:pt x="276415" y="86963"/>
                    </a:lnTo>
                    <a:lnTo>
                      <a:pt x="276415" y="58102"/>
                    </a:lnTo>
                    <a:close/>
                    <a:moveTo>
                      <a:pt x="639032" y="160591"/>
                    </a:moveTo>
                    <a:cubicBezTo>
                      <a:pt x="639032" y="135541"/>
                      <a:pt x="655320" y="122968"/>
                      <a:pt x="696944" y="115824"/>
                    </a:cubicBezTo>
                    <a:cubicBezTo>
                      <a:pt x="719423" y="112109"/>
                      <a:pt x="727520" y="106966"/>
                      <a:pt x="727520" y="96393"/>
                    </a:cubicBezTo>
                    <a:cubicBezTo>
                      <a:pt x="727520" y="85820"/>
                      <a:pt x="719614" y="79343"/>
                      <a:pt x="706660" y="79343"/>
                    </a:cubicBezTo>
                    <a:cubicBezTo>
                      <a:pt x="692848" y="79343"/>
                      <a:pt x="684943" y="85630"/>
                      <a:pt x="684086" y="97631"/>
                    </a:cubicBezTo>
                    <a:lnTo>
                      <a:pt x="646557" y="97631"/>
                    </a:lnTo>
                    <a:cubicBezTo>
                      <a:pt x="649510" y="69247"/>
                      <a:pt x="670846" y="53816"/>
                      <a:pt x="707041" y="53816"/>
                    </a:cubicBezTo>
                    <a:cubicBezTo>
                      <a:pt x="747046" y="53816"/>
                      <a:pt x="766763" y="73057"/>
                      <a:pt x="766763" y="112109"/>
                    </a:cubicBezTo>
                    <a:lnTo>
                      <a:pt x="766763" y="166973"/>
                    </a:lnTo>
                    <a:cubicBezTo>
                      <a:pt x="766763" y="184023"/>
                      <a:pt x="767619" y="188881"/>
                      <a:pt x="772192" y="196215"/>
                    </a:cubicBezTo>
                    <a:lnTo>
                      <a:pt x="732948" y="196215"/>
                    </a:lnTo>
                    <a:cubicBezTo>
                      <a:pt x="731044" y="191548"/>
                      <a:pt x="729710" y="186309"/>
                      <a:pt x="729234" y="179165"/>
                    </a:cubicBezTo>
                    <a:cubicBezTo>
                      <a:pt x="718566" y="193262"/>
                      <a:pt x="704755" y="199644"/>
                      <a:pt x="685609" y="199644"/>
                    </a:cubicBezTo>
                    <a:cubicBezTo>
                      <a:pt x="656748" y="199739"/>
                      <a:pt x="639032" y="184880"/>
                      <a:pt x="639032" y="160591"/>
                    </a:cubicBezTo>
                    <a:close/>
                    <a:moveTo>
                      <a:pt x="704755" y="136779"/>
                    </a:moveTo>
                    <a:cubicBezTo>
                      <a:pt x="685419" y="140684"/>
                      <a:pt x="678180" y="146113"/>
                      <a:pt x="678180" y="156781"/>
                    </a:cubicBezTo>
                    <a:cubicBezTo>
                      <a:pt x="678180" y="167640"/>
                      <a:pt x="685133" y="173831"/>
                      <a:pt x="697516" y="173831"/>
                    </a:cubicBezTo>
                    <a:cubicBezTo>
                      <a:pt x="716185" y="173831"/>
                      <a:pt x="727710" y="161925"/>
                      <a:pt x="727710" y="142970"/>
                    </a:cubicBezTo>
                    <a:lnTo>
                      <a:pt x="727710" y="130112"/>
                    </a:lnTo>
                    <a:cubicBezTo>
                      <a:pt x="721804" y="132874"/>
                      <a:pt x="716851" y="134302"/>
                      <a:pt x="704755" y="136779"/>
                    </a:cubicBezTo>
                    <a:close/>
                    <a:moveTo>
                      <a:pt x="787051" y="58102"/>
                    </a:moveTo>
                    <a:lnTo>
                      <a:pt x="827437" y="58102"/>
                    </a:lnTo>
                    <a:lnTo>
                      <a:pt x="827437" y="79248"/>
                    </a:lnTo>
                    <a:cubicBezTo>
                      <a:pt x="836200" y="63341"/>
                      <a:pt x="847725" y="55816"/>
                      <a:pt x="863155" y="55816"/>
                    </a:cubicBezTo>
                    <a:cubicBezTo>
                      <a:pt x="864965" y="55816"/>
                      <a:pt x="868680" y="56197"/>
                      <a:pt x="871823" y="56864"/>
                    </a:cubicBezTo>
                    <a:lnTo>
                      <a:pt x="871823" y="90678"/>
                    </a:lnTo>
                    <a:cubicBezTo>
                      <a:pt x="869251" y="90011"/>
                      <a:pt x="866489" y="89821"/>
                      <a:pt x="860870" y="89821"/>
                    </a:cubicBezTo>
                    <a:cubicBezTo>
                      <a:pt x="840962" y="89821"/>
                      <a:pt x="828198" y="102584"/>
                      <a:pt x="828198" y="122491"/>
                    </a:cubicBezTo>
                    <a:lnTo>
                      <a:pt x="828198" y="196405"/>
                    </a:lnTo>
                    <a:lnTo>
                      <a:pt x="787051" y="196405"/>
                    </a:lnTo>
                    <a:lnTo>
                      <a:pt x="787051" y="58102"/>
                    </a:lnTo>
                    <a:close/>
                    <a:moveTo>
                      <a:pt x="870489" y="127635"/>
                    </a:moveTo>
                    <a:cubicBezTo>
                      <a:pt x="870489" y="83629"/>
                      <a:pt x="899350" y="53816"/>
                      <a:pt x="942118" y="53816"/>
                    </a:cubicBezTo>
                    <a:cubicBezTo>
                      <a:pt x="982789" y="53816"/>
                      <a:pt x="1010126" y="84296"/>
                      <a:pt x="1010126" y="129826"/>
                    </a:cubicBezTo>
                    <a:lnTo>
                      <a:pt x="1010126" y="136874"/>
                    </a:lnTo>
                    <a:lnTo>
                      <a:pt x="911447" y="136874"/>
                    </a:lnTo>
                    <a:cubicBezTo>
                      <a:pt x="914114" y="159829"/>
                      <a:pt x="926020" y="172879"/>
                      <a:pt x="944213" y="172879"/>
                    </a:cubicBezTo>
                    <a:cubicBezTo>
                      <a:pt x="957929" y="172879"/>
                      <a:pt x="966788" y="166402"/>
                      <a:pt x="969740" y="154686"/>
                    </a:cubicBezTo>
                    <a:lnTo>
                      <a:pt x="1008221" y="154686"/>
                    </a:lnTo>
                    <a:cubicBezTo>
                      <a:pt x="1002696" y="182118"/>
                      <a:pt x="976884" y="200501"/>
                      <a:pt x="943737" y="200501"/>
                    </a:cubicBezTo>
                    <a:cubicBezTo>
                      <a:pt x="900207" y="200501"/>
                      <a:pt x="870489" y="170974"/>
                      <a:pt x="870489" y="127635"/>
                    </a:cubicBezTo>
                    <a:close/>
                    <a:moveTo>
                      <a:pt x="969550" y="112776"/>
                    </a:moveTo>
                    <a:cubicBezTo>
                      <a:pt x="966978" y="91726"/>
                      <a:pt x="957167" y="80486"/>
                      <a:pt x="941261" y="80486"/>
                    </a:cubicBezTo>
                    <a:cubicBezTo>
                      <a:pt x="925353" y="80486"/>
                      <a:pt x="915448" y="91535"/>
                      <a:pt x="912114" y="112776"/>
                    </a:cubicBezTo>
                    <a:lnTo>
                      <a:pt x="969550" y="112776"/>
                    </a:lnTo>
                    <a:close/>
                  </a:path>
                </a:pathLst>
              </a:custGeom>
              <a:solidFill>
                <a:srgbClr val="000000"/>
              </a:solidFill>
              <a:ln w="9525"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EDF1042D-301A-9905-C38F-73834F0190B1}"/>
                </a:ext>
              </a:extLst>
            </p:cNvPr>
            <p:cNvSpPr/>
            <p:nvPr/>
          </p:nvSpPr>
          <p:spPr>
            <a:xfrm>
              <a:off x="2304764" y="2622613"/>
              <a:ext cx="1022318" cy="1093374"/>
            </a:xfrm>
            <a:custGeom>
              <a:avLst/>
              <a:gdLst>
                <a:gd name="connsiteX0" fmla="*/ 0 w 1022318"/>
                <a:gd name="connsiteY0" fmla="*/ 776954 h 1093374"/>
                <a:gd name="connsiteX1" fmla="*/ 397574 w 1022318"/>
                <a:gd name="connsiteY1" fmla="*/ 450342 h 1093374"/>
                <a:gd name="connsiteX2" fmla="*/ 661226 w 1022318"/>
                <a:gd name="connsiteY2" fmla="*/ 334709 h 1093374"/>
                <a:gd name="connsiteX3" fmla="*/ 519208 w 1022318"/>
                <a:gd name="connsiteY3" fmla="*/ 223171 h 1093374"/>
                <a:gd name="connsiteX4" fmla="*/ 350806 w 1022318"/>
                <a:gd name="connsiteY4" fmla="*/ 356997 h 1093374"/>
                <a:gd name="connsiteX5" fmla="*/ 46577 w 1022318"/>
                <a:gd name="connsiteY5" fmla="*/ 356997 h 1093374"/>
                <a:gd name="connsiteX6" fmla="*/ 517208 w 1022318"/>
                <a:gd name="connsiteY6" fmla="*/ 0 h 1093374"/>
                <a:gd name="connsiteX7" fmla="*/ 853916 w 1022318"/>
                <a:gd name="connsiteY7" fmla="*/ 85154 h 1093374"/>
                <a:gd name="connsiteX8" fmla="*/ 985742 w 1022318"/>
                <a:gd name="connsiteY8" fmla="*/ 381286 h 1093374"/>
                <a:gd name="connsiteX9" fmla="*/ 985742 w 1022318"/>
                <a:gd name="connsiteY9" fmla="*/ 904685 h 1093374"/>
                <a:gd name="connsiteX10" fmla="*/ 1022318 w 1022318"/>
                <a:gd name="connsiteY10" fmla="*/ 1052798 h 1093374"/>
                <a:gd name="connsiteX11" fmla="*/ 1022318 w 1022318"/>
                <a:gd name="connsiteY11" fmla="*/ 1066990 h 1093374"/>
                <a:gd name="connsiteX12" fmla="*/ 701802 w 1022318"/>
                <a:gd name="connsiteY12" fmla="*/ 1066990 h 1093374"/>
                <a:gd name="connsiteX13" fmla="*/ 667322 w 1022318"/>
                <a:gd name="connsiteY13" fmla="*/ 951357 h 1093374"/>
                <a:gd name="connsiteX14" fmla="*/ 663321 w 1022318"/>
                <a:gd name="connsiteY14" fmla="*/ 951357 h 1093374"/>
                <a:gd name="connsiteX15" fmla="*/ 354997 w 1022318"/>
                <a:gd name="connsiteY15" fmla="*/ 1093375 h 1093374"/>
                <a:gd name="connsiteX16" fmla="*/ 0 w 1022318"/>
                <a:gd name="connsiteY16" fmla="*/ 776954 h 1093374"/>
                <a:gd name="connsiteX17" fmla="*/ 669417 w 1022318"/>
                <a:gd name="connsiteY17" fmla="*/ 695801 h 1093374"/>
                <a:gd name="connsiteX18" fmla="*/ 669417 w 1022318"/>
                <a:gd name="connsiteY18" fmla="*/ 572072 h 1093374"/>
                <a:gd name="connsiteX19" fmla="*/ 499015 w 1022318"/>
                <a:gd name="connsiteY19" fmla="*/ 626840 h 1093374"/>
                <a:gd name="connsiteX20" fmla="*/ 318421 w 1022318"/>
                <a:gd name="connsiteY20" fmla="*/ 766858 h 1093374"/>
                <a:gd name="connsiteX21" fmla="*/ 460438 w 1022318"/>
                <a:gd name="connsiteY21" fmla="*/ 882491 h 1093374"/>
                <a:gd name="connsiteX22" fmla="*/ 669417 w 1022318"/>
                <a:gd name="connsiteY22" fmla="*/ 695801 h 1093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22318" h="1093374">
                  <a:moveTo>
                    <a:pt x="0" y="776954"/>
                  </a:moveTo>
                  <a:cubicBezTo>
                    <a:pt x="0" y="547688"/>
                    <a:pt x="182594" y="478727"/>
                    <a:pt x="397574" y="450342"/>
                  </a:cubicBezTo>
                  <a:cubicBezTo>
                    <a:pt x="592264" y="426053"/>
                    <a:pt x="661226" y="405765"/>
                    <a:pt x="661226" y="334709"/>
                  </a:cubicBezTo>
                  <a:cubicBezTo>
                    <a:pt x="661226" y="267748"/>
                    <a:pt x="618649" y="223171"/>
                    <a:pt x="519208" y="223171"/>
                  </a:cubicBezTo>
                  <a:cubicBezTo>
                    <a:pt x="413766" y="223171"/>
                    <a:pt x="360997" y="269843"/>
                    <a:pt x="350806" y="356997"/>
                  </a:cubicBezTo>
                  <a:lnTo>
                    <a:pt x="46577" y="356997"/>
                  </a:lnTo>
                  <a:cubicBezTo>
                    <a:pt x="54674" y="164306"/>
                    <a:pt x="202787" y="0"/>
                    <a:pt x="517208" y="0"/>
                  </a:cubicBezTo>
                  <a:cubicBezTo>
                    <a:pt x="673418" y="0"/>
                    <a:pt x="778859" y="28385"/>
                    <a:pt x="853916" y="85154"/>
                  </a:cubicBezTo>
                  <a:cubicBezTo>
                    <a:pt x="943165" y="150019"/>
                    <a:pt x="985742" y="251460"/>
                    <a:pt x="985742" y="381286"/>
                  </a:cubicBezTo>
                  <a:lnTo>
                    <a:pt x="985742" y="904685"/>
                  </a:lnTo>
                  <a:cubicBezTo>
                    <a:pt x="985742" y="987838"/>
                    <a:pt x="993838" y="1034510"/>
                    <a:pt x="1022318" y="1052798"/>
                  </a:cubicBezTo>
                  <a:lnTo>
                    <a:pt x="1022318" y="1066990"/>
                  </a:lnTo>
                  <a:lnTo>
                    <a:pt x="701802" y="1066990"/>
                  </a:lnTo>
                  <a:cubicBezTo>
                    <a:pt x="685609" y="1044702"/>
                    <a:pt x="675418" y="1004126"/>
                    <a:pt x="667322" y="951357"/>
                  </a:cubicBezTo>
                  <a:lnTo>
                    <a:pt x="663321" y="951357"/>
                  </a:lnTo>
                  <a:cubicBezTo>
                    <a:pt x="602456" y="1038606"/>
                    <a:pt x="511207" y="1093375"/>
                    <a:pt x="354997" y="1093375"/>
                  </a:cubicBezTo>
                  <a:cubicBezTo>
                    <a:pt x="148018" y="1093375"/>
                    <a:pt x="0" y="981837"/>
                    <a:pt x="0" y="776954"/>
                  </a:cubicBezTo>
                  <a:close/>
                  <a:moveTo>
                    <a:pt x="669417" y="695801"/>
                  </a:moveTo>
                  <a:lnTo>
                    <a:pt x="669417" y="572072"/>
                  </a:lnTo>
                  <a:cubicBezTo>
                    <a:pt x="626840" y="594360"/>
                    <a:pt x="565976" y="610553"/>
                    <a:pt x="499015" y="626840"/>
                  </a:cubicBezTo>
                  <a:cubicBezTo>
                    <a:pt x="371189" y="655225"/>
                    <a:pt x="318421" y="687705"/>
                    <a:pt x="318421" y="766858"/>
                  </a:cubicBezTo>
                  <a:cubicBezTo>
                    <a:pt x="318421" y="850011"/>
                    <a:pt x="379285" y="882491"/>
                    <a:pt x="460438" y="882491"/>
                  </a:cubicBezTo>
                  <a:cubicBezTo>
                    <a:pt x="584168" y="882396"/>
                    <a:pt x="669417" y="807339"/>
                    <a:pt x="669417" y="695801"/>
                  </a:cubicBezTo>
                  <a:close/>
                </a:path>
              </a:pathLst>
            </a:custGeom>
            <a:solidFill>
              <a:srgbClr val="FFFFFF"/>
            </a:solidFill>
            <a:ln w="95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FD898508-580C-42C8-41A2-1162A6384A44}"/>
                </a:ext>
              </a:extLst>
            </p:cNvPr>
            <p:cNvSpPr/>
            <p:nvPr/>
          </p:nvSpPr>
          <p:spPr>
            <a:xfrm>
              <a:off x="3435858" y="2239232"/>
              <a:ext cx="334708" cy="1450371"/>
            </a:xfrm>
            <a:custGeom>
              <a:avLst/>
              <a:gdLst>
                <a:gd name="connsiteX0" fmla="*/ 0 w 334708"/>
                <a:gd name="connsiteY0" fmla="*/ 0 h 1450371"/>
                <a:gd name="connsiteX1" fmla="*/ 334708 w 334708"/>
                <a:gd name="connsiteY1" fmla="*/ 0 h 1450371"/>
                <a:gd name="connsiteX2" fmla="*/ 334708 w 334708"/>
                <a:gd name="connsiteY2" fmla="*/ 1450372 h 1450371"/>
                <a:gd name="connsiteX3" fmla="*/ 0 w 334708"/>
                <a:gd name="connsiteY3" fmla="*/ 1450372 h 1450371"/>
                <a:gd name="connsiteX4" fmla="*/ 0 w 334708"/>
                <a:gd name="connsiteY4" fmla="*/ 0 h 1450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708" h="1450371">
                  <a:moveTo>
                    <a:pt x="0" y="0"/>
                  </a:moveTo>
                  <a:lnTo>
                    <a:pt x="334708" y="0"/>
                  </a:lnTo>
                  <a:lnTo>
                    <a:pt x="334708" y="1450372"/>
                  </a:lnTo>
                  <a:lnTo>
                    <a:pt x="0" y="1450372"/>
                  </a:lnTo>
                  <a:lnTo>
                    <a:pt x="0" y="0"/>
                  </a:lnTo>
                  <a:close/>
                </a:path>
              </a:pathLst>
            </a:custGeom>
            <a:solidFill>
              <a:srgbClr val="FFFFFF"/>
            </a:solidFill>
            <a:ln w="9525"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3A53F1BA-87A0-DD75-52DC-5305A7EB3BD6}"/>
                </a:ext>
              </a:extLst>
            </p:cNvPr>
            <p:cNvSpPr/>
            <p:nvPr/>
          </p:nvSpPr>
          <p:spPr>
            <a:xfrm>
              <a:off x="3916013" y="2239232"/>
              <a:ext cx="334708" cy="1450371"/>
            </a:xfrm>
            <a:custGeom>
              <a:avLst/>
              <a:gdLst>
                <a:gd name="connsiteX0" fmla="*/ 0 w 334708"/>
                <a:gd name="connsiteY0" fmla="*/ 0 h 1450371"/>
                <a:gd name="connsiteX1" fmla="*/ 334708 w 334708"/>
                <a:gd name="connsiteY1" fmla="*/ 0 h 1450371"/>
                <a:gd name="connsiteX2" fmla="*/ 334708 w 334708"/>
                <a:gd name="connsiteY2" fmla="*/ 1450372 h 1450371"/>
                <a:gd name="connsiteX3" fmla="*/ 0 w 334708"/>
                <a:gd name="connsiteY3" fmla="*/ 1450372 h 1450371"/>
                <a:gd name="connsiteX4" fmla="*/ 0 w 334708"/>
                <a:gd name="connsiteY4" fmla="*/ 0 h 1450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708" h="1450371">
                  <a:moveTo>
                    <a:pt x="0" y="0"/>
                  </a:moveTo>
                  <a:lnTo>
                    <a:pt x="334708" y="0"/>
                  </a:lnTo>
                  <a:lnTo>
                    <a:pt x="334708" y="1450372"/>
                  </a:lnTo>
                  <a:lnTo>
                    <a:pt x="0" y="1450372"/>
                  </a:lnTo>
                  <a:lnTo>
                    <a:pt x="0" y="0"/>
                  </a:lnTo>
                  <a:close/>
                </a:path>
              </a:pathLst>
            </a:custGeom>
            <a:solidFill>
              <a:srgbClr val="FFFFFF"/>
            </a:solidFill>
            <a:ln w="95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45D220B3-0B26-1CAA-5311-12D9C90D0B99}"/>
                </a:ext>
              </a:extLst>
            </p:cNvPr>
            <p:cNvSpPr/>
            <p:nvPr/>
          </p:nvSpPr>
          <p:spPr>
            <a:xfrm>
              <a:off x="4725352" y="2239232"/>
              <a:ext cx="330612" cy="1450466"/>
            </a:xfrm>
            <a:custGeom>
              <a:avLst/>
              <a:gdLst>
                <a:gd name="connsiteX0" fmla="*/ 0 w 330612"/>
                <a:gd name="connsiteY0" fmla="*/ 0 h 1450466"/>
                <a:gd name="connsiteX1" fmla="*/ 330613 w 330612"/>
                <a:gd name="connsiteY1" fmla="*/ 0 h 1450466"/>
                <a:gd name="connsiteX2" fmla="*/ 330613 w 330612"/>
                <a:gd name="connsiteY2" fmla="*/ 267748 h 1450466"/>
                <a:gd name="connsiteX3" fmla="*/ 0 w 330612"/>
                <a:gd name="connsiteY3" fmla="*/ 267748 h 1450466"/>
                <a:gd name="connsiteX4" fmla="*/ 0 w 330612"/>
                <a:gd name="connsiteY4" fmla="*/ 0 h 1450466"/>
                <a:gd name="connsiteX5" fmla="*/ 0 w 330612"/>
                <a:gd name="connsiteY5" fmla="*/ 411861 h 1450466"/>
                <a:gd name="connsiteX6" fmla="*/ 330613 w 330612"/>
                <a:gd name="connsiteY6" fmla="*/ 411861 h 1450466"/>
                <a:gd name="connsiteX7" fmla="*/ 330613 w 330612"/>
                <a:gd name="connsiteY7" fmla="*/ 1450467 h 1450466"/>
                <a:gd name="connsiteX8" fmla="*/ 0 w 330612"/>
                <a:gd name="connsiteY8" fmla="*/ 1450467 h 1450466"/>
                <a:gd name="connsiteX9" fmla="*/ 0 w 330612"/>
                <a:gd name="connsiteY9" fmla="*/ 411861 h 145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0612" h="1450466">
                  <a:moveTo>
                    <a:pt x="0" y="0"/>
                  </a:moveTo>
                  <a:lnTo>
                    <a:pt x="330613" y="0"/>
                  </a:lnTo>
                  <a:lnTo>
                    <a:pt x="330613" y="267748"/>
                  </a:lnTo>
                  <a:lnTo>
                    <a:pt x="0" y="267748"/>
                  </a:lnTo>
                  <a:lnTo>
                    <a:pt x="0" y="0"/>
                  </a:lnTo>
                  <a:close/>
                  <a:moveTo>
                    <a:pt x="0" y="411861"/>
                  </a:moveTo>
                  <a:lnTo>
                    <a:pt x="330613" y="411861"/>
                  </a:lnTo>
                  <a:lnTo>
                    <a:pt x="330613" y="1450467"/>
                  </a:lnTo>
                  <a:lnTo>
                    <a:pt x="0" y="1450467"/>
                  </a:lnTo>
                  <a:lnTo>
                    <a:pt x="0" y="411861"/>
                  </a:lnTo>
                  <a:close/>
                </a:path>
              </a:pathLst>
            </a:custGeom>
            <a:solidFill>
              <a:srgbClr val="FFFFFF"/>
            </a:solidFill>
            <a:ln w="95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368F85DF-0908-97DA-F666-EAD38C307F6E}"/>
                </a:ext>
              </a:extLst>
            </p:cNvPr>
            <p:cNvSpPr/>
            <p:nvPr/>
          </p:nvSpPr>
          <p:spPr>
            <a:xfrm>
              <a:off x="5199411" y="2620708"/>
              <a:ext cx="1006221" cy="1068990"/>
            </a:xfrm>
            <a:custGeom>
              <a:avLst/>
              <a:gdLst>
                <a:gd name="connsiteX0" fmla="*/ 0 w 1006221"/>
                <a:gd name="connsiteY0" fmla="*/ 30385 h 1068990"/>
                <a:gd name="connsiteX1" fmla="*/ 318516 w 1006221"/>
                <a:gd name="connsiteY1" fmla="*/ 30385 h 1068990"/>
                <a:gd name="connsiteX2" fmla="*/ 318516 w 1006221"/>
                <a:gd name="connsiteY2" fmla="*/ 172402 h 1068990"/>
                <a:gd name="connsiteX3" fmla="*/ 324612 w 1006221"/>
                <a:gd name="connsiteY3" fmla="*/ 172402 h 1068990"/>
                <a:gd name="connsiteX4" fmla="*/ 645128 w 1006221"/>
                <a:gd name="connsiteY4" fmla="*/ 0 h 1068990"/>
                <a:gd name="connsiteX5" fmla="*/ 1006221 w 1006221"/>
                <a:gd name="connsiteY5" fmla="*/ 393478 h 1068990"/>
                <a:gd name="connsiteX6" fmla="*/ 1006221 w 1006221"/>
                <a:gd name="connsiteY6" fmla="*/ 1068991 h 1068990"/>
                <a:gd name="connsiteX7" fmla="*/ 675608 w 1006221"/>
                <a:gd name="connsiteY7" fmla="*/ 1068991 h 1068990"/>
                <a:gd name="connsiteX8" fmla="*/ 675608 w 1006221"/>
                <a:gd name="connsiteY8" fmla="*/ 460439 h 1068990"/>
                <a:gd name="connsiteX9" fmla="*/ 513302 w 1006221"/>
                <a:gd name="connsiteY9" fmla="*/ 275844 h 1068990"/>
                <a:gd name="connsiteX10" fmla="*/ 330708 w 1006221"/>
                <a:gd name="connsiteY10" fmla="*/ 494919 h 1068990"/>
                <a:gd name="connsiteX11" fmla="*/ 330708 w 1006221"/>
                <a:gd name="connsiteY11" fmla="*/ 1068991 h 1068990"/>
                <a:gd name="connsiteX12" fmla="*/ 95 w 1006221"/>
                <a:gd name="connsiteY12" fmla="*/ 1068991 h 1068990"/>
                <a:gd name="connsiteX13" fmla="*/ 95 w 1006221"/>
                <a:gd name="connsiteY13" fmla="*/ 30385 h 106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6221" h="1068990">
                  <a:moveTo>
                    <a:pt x="0" y="30385"/>
                  </a:moveTo>
                  <a:lnTo>
                    <a:pt x="318516" y="30385"/>
                  </a:lnTo>
                  <a:lnTo>
                    <a:pt x="318516" y="172402"/>
                  </a:lnTo>
                  <a:lnTo>
                    <a:pt x="324612" y="172402"/>
                  </a:lnTo>
                  <a:cubicBezTo>
                    <a:pt x="401669" y="60865"/>
                    <a:pt x="501110" y="0"/>
                    <a:pt x="645128" y="0"/>
                  </a:cubicBezTo>
                  <a:cubicBezTo>
                    <a:pt x="872300" y="0"/>
                    <a:pt x="1006221" y="162306"/>
                    <a:pt x="1006221" y="393478"/>
                  </a:cubicBezTo>
                  <a:lnTo>
                    <a:pt x="1006221" y="1068991"/>
                  </a:lnTo>
                  <a:lnTo>
                    <a:pt x="675608" y="1068991"/>
                  </a:lnTo>
                  <a:lnTo>
                    <a:pt x="675608" y="460439"/>
                  </a:lnTo>
                  <a:cubicBezTo>
                    <a:pt x="675608" y="350901"/>
                    <a:pt x="620839" y="275844"/>
                    <a:pt x="513302" y="275844"/>
                  </a:cubicBezTo>
                  <a:cubicBezTo>
                    <a:pt x="403765" y="275844"/>
                    <a:pt x="330708" y="367093"/>
                    <a:pt x="330708" y="494919"/>
                  </a:cubicBezTo>
                  <a:lnTo>
                    <a:pt x="330708" y="1068991"/>
                  </a:lnTo>
                  <a:lnTo>
                    <a:pt x="95" y="1068991"/>
                  </a:lnTo>
                  <a:lnTo>
                    <a:pt x="95" y="30385"/>
                  </a:lnTo>
                  <a:close/>
                </a:path>
              </a:pathLst>
            </a:custGeom>
            <a:solidFill>
              <a:srgbClr val="FFFFFF"/>
            </a:solidFill>
            <a:ln w="95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B27EAF15-A877-0B4C-C6A9-5BFBA7E40B7A}"/>
                </a:ext>
              </a:extLst>
            </p:cNvPr>
            <p:cNvSpPr/>
            <p:nvPr/>
          </p:nvSpPr>
          <p:spPr>
            <a:xfrm>
              <a:off x="9742932" y="3348799"/>
              <a:ext cx="346900" cy="340804"/>
            </a:xfrm>
            <a:custGeom>
              <a:avLst/>
              <a:gdLst>
                <a:gd name="connsiteX0" fmla="*/ 0 w 346900"/>
                <a:gd name="connsiteY0" fmla="*/ 0 h 340804"/>
                <a:gd name="connsiteX1" fmla="*/ 346900 w 346900"/>
                <a:gd name="connsiteY1" fmla="*/ 0 h 340804"/>
                <a:gd name="connsiteX2" fmla="*/ 346900 w 346900"/>
                <a:gd name="connsiteY2" fmla="*/ 340805 h 340804"/>
                <a:gd name="connsiteX3" fmla="*/ 0 w 346900"/>
                <a:gd name="connsiteY3" fmla="*/ 340805 h 340804"/>
                <a:gd name="connsiteX4" fmla="*/ 0 w 346900"/>
                <a:gd name="connsiteY4" fmla="*/ 0 h 340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00" h="340804">
                  <a:moveTo>
                    <a:pt x="0" y="0"/>
                  </a:moveTo>
                  <a:lnTo>
                    <a:pt x="346900" y="0"/>
                  </a:lnTo>
                  <a:lnTo>
                    <a:pt x="346900" y="340805"/>
                  </a:lnTo>
                  <a:lnTo>
                    <a:pt x="0" y="340805"/>
                  </a:lnTo>
                  <a:lnTo>
                    <a:pt x="0" y="0"/>
                  </a:lnTo>
                  <a:close/>
                </a:path>
              </a:pathLst>
            </a:custGeom>
            <a:solidFill>
              <a:srgbClr val="FFFFFF"/>
            </a:solidFill>
            <a:ln w="9525"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2DA9CE2D-8C36-4A1E-CB4A-8558D2EF00F5}"/>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22AA5680-550E-B2E1-0C42-54052205F1C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894039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typo_drive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grpSp>
        <p:nvGrpSpPr>
          <p:cNvPr id="51" name="Graphic 48">
            <a:extLst>
              <a:ext uri="{FF2B5EF4-FFF2-40B4-BE49-F238E27FC236}">
                <a16:creationId xmlns:a16="http://schemas.microsoft.com/office/drawing/2014/main" id="{EEFE7FD2-2512-B1B3-3CC8-20983F46F0D9}"/>
              </a:ext>
            </a:extLst>
          </p:cNvPr>
          <p:cNvGrpSpPr/>
          <p:nvPr/>
        </p:nvGrpSpPr>
        <p:grpSpPr>
          <a:xfrm>
            <a:off x="1261641" y="1646522"/>
            <a:ext cx="5858112" cy="1573766"/>
            <a:chOff x="19266531" y="2166674"/>
            <a:chExt cx="1852898" cy="497776"/>
          </a:xfrm>
          <a:solidFill>
            <a:srgbClr val="000000"/>
          </a:solidFill>
        </p:grpSpPr>
        <p:sp>
          <p:nvSpPr>
            <p:cNvPr id="52" name="Freeform: Shape 51">
              <a:extLst>
                <a:ext uri="{FF2B5EF4-FFF2-40B4-BE49-F238E27FC236}">
                  <a16:creationId xmlns:a16="http://schemas.microsoft.com/office/drawing/2014/main" id="{1557C703-AF1C-3BBE-7F83-9B3116AA0C37}"/>
                </a:ext>
              </a:extLst>
            </p:cNvPr>
            <p:cNvSpPr/>
            <p:nvPr/>
          </p:nvSpPr>
          <p:spPr>
            <a:xfrm>
              <a:off x="19266531" y="2166674"/>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5 h 497776"/>
                <a:gd name="connsiteX9" fmla="*/ 255270 w 362807"/>
                <a:gd name="connsiteY9" fmla="*/ 439865 h 497776"/>
                <a:gd name="connsiteX10" fmla="*/ 152495 w 362807"/>
                <a:gd name="connsiteY10" fmla="*/ 497776 h 497776"/>
                <a:gd name="connsiteX11" fmla="*/ 0 w 362807"/>
                <a:gd name="connsiteY11" fmla="*/ 312611 h 497776"/>
                <a:gd name="connsiteX12" fmla="*/ 254699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9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5"/>
                  </a:lnTo>
                  <a:lnTo>
                    <a:pt x="255270" y="439865"/>
                  </a:lnTo>
                  <a:cubicBezTo>
                    <a:pt x="234125" y="475964"/>
                    <a:pt x="198120" y="497776"/>
                    <a:pt x="152495" y="497776"/>
                  </a:cubicBezTo>
                  <a:cubicBezTo>
                    <a:pt x="63246" y="497776"/>
                    <a:pt x="0" y="429006"/>
                    <a:pt x="0" y="312611"/>
                  </a:cubicBezTo>
                  <a:close/>
                  <a:moveTo>
                    <a:pt x="254699" y="312515"/>
                  </a:moveTo>
                  <a:cubicBezTo>
                    <a:pt x="254699" y="253937"/>
                    <a:pt x="230886" y="211741"/>
                    <a:pt x="182499" y="211741"/>
                  </a:cubicBezTo>
                  <a:cubicBezTo>
                    <a:pt x="138208" y="211741"/>
                    <a:pt x="112395" y="252603"/>
                    <a:pt x="112395" y="311182"/>
                  </a:cubicBezTo>
                  <a:cubicBezTo>
                    <a:pt x="112395" y="369761"/>
                    <a:pt x="138303" y="409956"/>
                    <a:pt x="181166" y="409956"/>
                  </a:cubicBezTo>
                  <a:cubicBezTo>
                    <a:pt x="227457" y="409956"/>
                    <a:pt x="254699" y="369761"/>
                    <a:pt x="254699" y="312611"/>
                  </a:cubicBezTo>
                  <a:close/>
                </a:path>
              </a:pathLst>
            </a:custGeom>
            <a:solidFill>
              <a:srgbClr val="000000"/>
            </a:solidFill>
            <a:ln w="9525" cap="flat">
              <a:noFill/>
              <a:prstDash val="solid"/>
              <a:miter/>
            </a:ln>
          </p:spPr>
          <p:txBody>
            <a:bodyPr rtlCol="0" anchor="ctr"/>
            <a:lstStyle/>
            <a:p>
              <a:endParaRPr lang="en-AU"/>
            </a:p>
          </p:txBody>
        </p:sp>
        <p:sp>
          <p:nvSpPr>
            <p:cNvPr id="53" name="Freeform: Shape 52">
              <a:extLst>
                <a:ext uri="{FF2B5EF4-FFF2-40B4-BE49-F238E27FC236}">
                  <a16:creationId xmlns:a16="http://schemas.microsoft.com/office/drawing/2014/main" id="{F5DE6721-B0E0-DE01-2306-B17F8EE766E4}"/>
                </a:ext>
              </a:extLst>
            </p:cNvPr>
            <p:cNvSpPr/>
            <p:nvPr/>
          </p:nvSpPr>
          <p:spPr>
            <a:xfrm>
              <a:off x="19677249" y="2299452"/>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50 w 225361"/>
                <a:gd name="connsiteY4" fmla="*/ 0 h 354139"/>
                <a:gd name="connsiteX5" fmla="*/ 225362 w 225361"/>
                <a:gd name="connsiteY5" fmla="*/ 2762 h 354139"/>
                <a:gd name="connsiteX6" fmla="*/ 225362 w 225361"/>
                <a:gd name="connsiteY6" fmla="*/ 98108 h 354139"/>
                <a:gd name="connsiteX7" fmla="*/ 222600 w 225361"/>
                <a:gd name="connsiteY7" fmla="*/ 98108 h 354139"/>
                <a:gd name="connsiteX8" fmla="*/ 110966 w 225361"/>
                <a:gd name="connsiteY8" fmla="*/ 197549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4" y="18383"/>
                    <a:pt x="161354" y="0"/>
                    <a:pt x="203550" y="0"/>
                  </a:cubicBezTo>
                  <a:cubicBezTo>
                    <a:pt x="213741" y="0"/>
                    <a:pt x="220599" y="667"/>
                    <a:pt x="225362" y="2762"/>
                  </a:cubicBezTo>
                  <a:lnTo>
                    <a:pt x="225362" y="98108"/>
                  </a:lnTo>
                  <a:lnTo>
                    <a:pt x="222600" y="98108"/>
                  </a:lnTo>
                  <a:cubicBezTo>
                    <a:pt x="154496" y="88583"/>
                    <a:pt x="110966" y="121920"/>
                    <a:pt x="110966" y="197549"/>
                  </a:cubicBezTo>
                  <a:lnTo>
                    <a:pt x="110966" y="354139"/>
                  </a:lnTo>
                  <a:lnTo>
                    <a:pt x="0" y="354139"/>
                  </a:lnTo>
                  <a:lnTo>
                    <a:pt x="0" y="5525"/>
                  </a:lnTo>
                  <a:close/>
                </a:path>
              </a:pathLst>
            </a:custGeom>
            <a:solidFill>
              <a:srgbClr val="000000"/>
            </a:solidFill>
            <a:ln w="9525" cap="flat">
              <a:noFill/>
              <a:prstDash val="solid"/>
              <a:miter/>
            </a:ln>
          </p:spPr>
          <p:txBody>
            <a:bodyPr rtlCol="0" anchor="ctr"/>
            <a:lstStyle/>
            <a:p>
              <a:endParaRPr lang="en-AU"/>
            </a:p>
          </p:txBody>
        </p:sp>
        <p:sp>
          <p:nvSpPr>
            <p:cNvPr id="54" name="Freeform: Shape 53">
              <a:extLst>
                <a:ext uri="{FF2B5EF4-FFF2-40B4-BE49-F238E27FC236}">
                  <a16:creationId xmlns:a16="http://schemas.microsoft.com/office/drawing/2014/main" id="{D1B9630F-F15D-8C27-94CD-6AA581080001}"/>
                </a:ext>
              </a:extLst>
            </p:cNvPr>
            <p:cNvSpPr/>
            <p:nvPr/>
          </p:nvSpPr>
          <p:spPr>
            <a:xfrm>
              <a:off x="19921661" y="2166674"/>
              <a:ext cx="110966" cy="486822"/>
            </a:xfrm>
            <a:custGeom>
              <a:avLst/>
              <a:gdLst>
                <a:gd name="connsiteX0" fmla="*/ 0 w 110966"/>
                <a:gd name="connsiteY0" fmla="*/ 0 h 486822"/>
                <a:gd name="connsiteX1" fmla="*/ 110966 w 110966"/>
                <a:gd name="connsiteY1" fmla="*/ 0 h 486822"/>
                <a:gd name="connsiteX2" fmla="*/ 110966 w 110966"/>
                <a:gd name="connsiteY2" fmla="*/ 89916 h 486822"/>
                <a:gd name="connsiteX3" fmla="*/ 0 w 110966"/>
                <a:gd name="connsiteY3" fmla="*/ 89916 h 486822"/>
                <a:gd name="connsiteX4" fmla="*/ 0 w 110966"/>
                <a:gd name="connsiteY4" fmla="*/ 0 h 486822"/>
                <a:gd name="connsiteX5" fmla="*/ 0 w 110966"/>
                <a:gd name="connsiteY5" fmla="*/ 138208 h 486822"/>
                <a:gd name="connsiteX6" fmla="*/ 110966 w 110966"/>
                <a:gd name="connsiteY6" fmla="*/ 138208 h 486822"/>
                <a:gd name="connsiteX7" fmla="*/ 110966 w 110966"/>
                <a:gd name="connsiteY7" fmla="*/ 486823 h 486822"/>
                <a:gd name="connsiteX8" fmla="*/ 0 w 110966"/>
                <a:gd name="connsiteY8" fmla="*/ 486823 h 486822"/>
                <a:gd name="connsiteX9" fmla="*/ 0 w 110966"/>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solidFill>
              <a:srgbClr val="000000"/>
            </a:solidFill>
            <a:ln w="9525" cap="flat">
              <a:noFill/>
              <a:prstDash val="solid"/>
              <a:miter/>
            </a:ln>
          </p:spPr>
          <p:txBody>
            <a:bodyPr rtlCol="0" anchor="ctr"/>
            <a:lstStyle/>
            <a:p>
              <a:endParaRPr lang="en-AU"/>
            </a:p>
          </p:txBody>
        </p:sp>
        <p:sp>
          <p:nvSpPr>
            <p:cNvPr id="55" name="Freeform: Shape 54">
              <a:extLst>
                <a:ext uri="{FF2B5EF4-FFF2-40B4-BE49-F238E27FC236}">
                  <a16:creationId xmlns:a16="http://schemas.microsoft.com/office/drawing/2014/main" id="{2D1B8AC2-B1A4-DC65-C518-CAD5C8F7CCAF}"/>
                </a:ext>
              </a:extLst>
            </p:cNvPr>
            <p:cNvSpPr/>
            <p:nvPr/>
          </p:nvSpPr>
          <p:spPr>
            <a:xfrm>
              <a:off x="20047009" y="2304881"/>
              <a:ext cx="360807" cy="348615"/>
            </a:xfrm>
            <a:custGeom>
              <a:avLst/>
              <a:gdLst>
                <a:gd name="connsiteX0" fmla="*/ 0 w 360807"/>
                <a:gd name="connsiteY0" fmla="*/ 0 h 348615"/>
                <a:gd name="connsiteX1" fmla="*/ 114395 w 360807"/>
                <a:gd name="connsiteY1" fmla="*/ 0 h 348615"/>
                <a:gd name="connsiteX2" fmla="*/ 162020 w 360807"/>
                <a:gd name="connsiteY2" fmla="*/ 157258 h 348615"/>
                <a:gd name="connsiteX3" fmla="*/ 181070 w 360807"/>
                <a:gd name="connsiteY3" fmla="*/ 227362 h 348615"/>
                <a:gd name="connsiteX4" fmla="*/ 182404 w 360807"/>
                <a:gd name="connsiteY4" fmla="*/ 227362 h 348615"/>
                <a:gd name="connsiteX5" fmla="*/ 201454 w 360807"/>
                <a:gd name="connsiteY5" fmla="*/ 157258 h 348615"/>
                <a:gd name="connsiteX6" fmla="*/ 249841 w 360807"/>
                <a:gd name="connsiteY6" fmla="*/ 0 h 348615"/>
                <a:gd name="connsiteX7" fmla="*/ 360807 w 360807"/>
                <a:gd name="connsiteY7" fmla="*/ 0 h 348615"/>
                <a:gd name="connsiteX8" fmla="*/ 240316 w 360807"/>
                <a:gd name="connsiteY8" fmla="*/ 348615 h 348615"/>
                <a:gd name="connsiteX9" fmla="*/ 120491 w 360807"/>
                <a:gd name="connsiteY9" fmla="*/ 348615 h 348615"/>
                <a:gd name="connsiteX10" fmla="*/ 0 w 360807"/>
                <a:gd name="connsiteY10" fmla="*/ 0 h 34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5">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solidFill>
              <a:srgbClr val="000000"/>
            </a:solidFill>
            <a:ln w="9525" cap="flat">
              <a:noFill/>
              <a:prstDash val="solid"/>
              <a:miter/>
            </a:ln>
          </p:spPr>
          <p:txBody>
            <a:bodyPr rtlCol="0" anchor="ctr"/>
            <a:lstStyle/>
            <a:p>
              <a:endParaRPr lang="en-AU"/>
            </a:p>
          </p:txBody>
        </p:sp>
        <p:sp>
          <p:nvSpPr>
            <p:cNvPr id="56" name="Freeform: Shape 55">
              <a:extLst>
                <a:ext uri="{FF2B5EF4-FFF2-40B4-BE49-F238E27FC236}">
                  <a16:creationId xmlns:a16="http://schemas.microsoft.com/office/drawing/2014/main" id="{49D07589-01D8-690B-EFFE-B3B4AC5FDA8E}"/>
                </a:ext>
              </a:extLst>
            </p:cNvPr>
            <p:cNvSpPr/>
            <p:nvPr/>
          </p:nvSpPr>
          <p:spPr>
            <a:xfrm>
              <a:off x="20392100" y="2294690"/>
              <a:ext cx="359589" cy="369093"/>
            </a:xfrm>
            <a:custGeom>
              <a:avLst/>
              <a:gdLst>
                <a:gd name="connsiteX0" fmla="*/ 95 w 359589"/>
                <a:gd name="connsiteY0" fmla="*/ 183833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9 h 369093"/>
                <a:gd name="connsiteX7" fmla="*/ 353473 w 359589"/>
                <a:gd name="connsiteY7" fmla="*/ 254699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3"/>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9"/>
                  </a:cubicBezTo>
                  <a:lnTo>
                    <a:pt x="353473" y="254699"/>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solidFill>
              <a:srgbClr val="000000"/>
            </a:solidFill>
            <a:ln w="9525" cap="flat">
              <a:noFill/>
              <a:prstDash val="solid"/>
              <a:miter/>
            </a:ln>
          </p:spPr>
          <p:txBody>
            <a:bodyPr rtlCol="0" anchor="ctr"/>
            <a:lstStyle/>
            <a:p>
              <a:endParaRPr lang="en-AU"/>
            </a:p>
          </p:txBody>
        </p:sp>
        <p:sp>
          <p:nvSpPr>
            <p:cNvPr id="57" name="Freeform: Shape 56">
              <a:extLst>
                <a:ext uri="{FF2B5EF4-FFF2-40B4-BE49-F238E27FC236}">
                  <a16:creationId xmlns:a16="http://schemas.microsoft.com/office/drawing/2014/main" id="{332DDAC7-A7F9-0E51-1013-B476AD31D781}"/>
                </a:ext>
              </a:extLst>
            </p:cNvPr>
            <p:cNvSpPr/>
            <p:nvPr/>
          </p:nvSpPr>
          <p:spPr>
            <a:xfrm>
              <a:off x="20781768" y="2294595"/>
              <a:ext cx="337661" cy="358901"/>
            </a:xfrm>
            <a:custGeom>
              <a:avLst/>
              <a:gdLst>
                <a:gd name="connsiteX0" fmla="*/ 0 w 337661"/>
                <a:gd name="connsiteY0" fmla="*/ 10287 h 358901"/>
                <a:gd name="connsiteX1" fmla="*/ 106871 w 337661"/>
                <a:gd name="connsiteY1" fmla="*/ 10287 h 358901"/>
                <a:gd name="connsiteX2" fmla="*/ 106871 w 337661"/>
                <a:gd name="connsiteY2" fmla="*/ 57912 h 358901"/>
                <a:gd name="connsiteX3" fmla="*/ 108871 w 337661"/>
                <a:gd name="connsiteY3" fmla="*/ 57912 h 358901"/>
                <a:gd name="connsiteX4" fmla="*/ 216503 w 337661"/>
                <a:gd name="connsiteY4" fmla="*/ 0 h 358901"/>
                <a:gd name="connsiteX5" fmla="*/ 337661 w 337661"/>
                <a:gd name="connsiteY5" fmla="*/ 132112 h 358901"/>
                <a:gd name="connsiteX6" fmla="*/ 337661 w 337661"/>
                <a:gd name="connsiteY6" fmla="*/ 358902 h 358901"/>
                <a:gd name="connsiteX7" fmla="*/ 226695 w 337661"/>
                <a:gd name="connsiteY7" fmla="*/ 358902 h 358901"/>
                <a:gd name="connsiteX8" fmla="*/ 226695 w 337661"/>
                <a:gd name="connsiteY8" fmla="*/ 154591 h 358901"/>
                <a:gd name="connsiteX9" fmla="*/ 172212 w 337661"/>
                <a:gd name="connsiteY9" fmla="*/ 92583 h 358901"/>
                <a:gd name="connsiteX10" fmla="*/ 110966 w 337661"/>
                <a:gd name="connsiteY10" fmla="*/ 166116 h 358901"/>
                <a:gd name="connsiteX11" fmla="*/ 110966 w 337661"/>
                <a:gd name="connsiteY11" fmla="*/ 358807 h 358901"/>
                <a:gd name="connsiteX12" fmla="*/ 0 w 337661"/>
                <a:gd name="connsiteY12" fmla="*/ 358807 h 358901"/>
                <a:gd name="connsiteX13" fmla="*/ 0 w 337661"/>
                <a:gd name="connsiteY13" fmla="*/ 10192 h 35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7661" h="358901">
                  <a:moveTo>
                    <a:pt x="0" y="10287"/>
                  </a:moveTo>
                  <a:lnTo>
                    <a:pt x="106871" y="10287"/>
                  </a:lnTo>
                  <a:lnTo>
                    <a:pt x="106871" y="57912"/>
                  </a:lnTo>
                  <a:lnTo>
                    <a:pt x="108871" y="57912"/>
                  </a:lnTo>
                  <a:cubicBezTo>
                    <a:pt x="134779" y="20479"/>
                    <a:pt x="168116" y="0"/>
                    <a:pt x="216503" y="0"/>
                  </a:cubicBezTo>
                  <a:cubicBezTo>
                    <a:pt x="292798" y="0"/>
                    <a:pt x="337661" y="54483"/>
                    <a:pt x="337661" y="132112"/>
                  </a:cubicBezTo>
                  <a:lnTo>
                    <a:pt x="337661" y="358902"/>
                  </a:lnTo>
                  <a:lnTo>
                    <a:pt x="226695" y="358902"/>
                  </a:lnTo>
                  <a:lnTo>
                    <a:pt x="226695" y="154591"/>
                  </a:lnTo>
                  <a:cubicBezTo>
                    <a:pt x="226695" y="117824"/>
                    <a:pt x="208312" y="92583"/>
                    <a:pt x="172212" y="92583"/>
                  </a:cubicBezTo>
                  <a:cubicBezTo>
                    <a:pt x="136112" y="92583"/>
                    <a:pt x="110966" y="123253"/>
                    <a:pt x="110966" y="166116"/>
                  </a:cubicBezTo>
                  <a:lnTo>
                    <a:pt x="110966" y="358807"/>
                  </a:lnTo>
                  <a:lnTo>
                    <a:pt x="0" y="358807"/>
                  </a:lnTo>
                  <a:lnTo>
                    <a:pt x="0" y="10192"/>
                  </a:lnTo>
                  <a:close/>
                </a:path>
              </a:pathLst>
            </a:custGeom>
            <a:solidFill>
              <a:srgbClr val="000000"/>
            </a:solidFill>
            <a:ln w="9525" cap="flat">
              <a:noFill/>
              <a:prstDash val="solid"/>
              <a:miter/>
            </a:ln>
          </p:spPr>
          <p:txBody>
            <a:bodyPr rtlCol="0" anchor="ctr"/>
            <a:lstStyle/>
            <a:p>
              <a:endParaRPr lang="en-AU"/>
            </a:p>
          </p:txBody>
        </p:sp>
      </p:grpSp>
      <p:sp>
        <p:nvSpPr>
          <p:cNvPr id="58" name="Freeform: Shape 57">
            <a:extLst>
              <a:ext uri="{FF2B5EF4-FFF2-40B4-BE49-F238E27FC236}">
                <a16:creationId xmlns:a16="http://schemas.microsoft.com/office/drawing/2014/main" id="{0134271A-842E-337F-A86C-6722102F8816}"/>
              </a:ext>
            </a:extLst>
          </p:cNvPr>
          <p:cNvSpPr/>
          <p:nvPr/>
        </p:nvSpPr>
        <p:spPr>
          <a:xfrm>
            <a:off x="1912107" y="3407600"/>
            <a:ext cx="689013" cy="1463850"/>
          </a:xfrm>
          <a:custGeom>
            <a:avLst/>
            <a:gdLst>
              <a:gd name="connsiteX0" fmla="*/ 46291 w 217932"/>
              <a:gd name="connsiteY0" fmla="*/ 366998 h 463010"/>
              <a:gd name="connsiteX1" fmla="*/ 46291 w 217932"/>
              <a:gd name="connsiteY1" fmla="*/ 179737 h 463010"/>
              <a:gd name="connsiteX2" fmla="*/ 0 w 217932"/>
              <a:gd name="connsiteY2" fmla="*/ 179737 h 463010"/>
              <a:gd name="connsiteX3" fmla="*/ 0 w 217932"/>
              <a:gd name="connsiteY3" fmla="*/ 110300 h 463010"/>
              <a:gd name="connsiteX4" fmla="*/ 46291 w 217932"/>
              <a:gd name="connsiteY4" fmla="*/ 110300 h 463010"/>
              <a:gd name="connsiteX5" fmla="*/ 46291 w 217932"/>
              <a:gd name="connsiteY5" fmla="*/ 0 h 463010"/>
              <a:gd name="connsiteX6" fmla="*/ 154591 w 217932"/>
              <a:gd name="connsiteY6" fmla="*/ 0 h 463010"/>
              <a:gd name="connsiteX7" fmla="*/ 154591 w 217932"/>
              <a:gd name="connsiteY7" fmla="*/ 110300 h 463010"/>
              <a:gd name="connsiteX8" fmla="*/ 217932 w 217932"/>
              <a:gd name="connsiteY8" fmla="*/ 110300 h 463010"/>
              <a:gd name="connsiteX9" fmla="*/ 217932 w 217932"/>
              <a:gd name="connsiteY9" fmla="*/ 179737 h 463010"/>
              <a:gd name="connsiteX10" fmla="*/ 154591 w 217932"/>
              <a:gd name="connsiteY10" fmla="*/ 179737 h 463010"/>
              <a:gd name="connsiteX11" fmla="*/ 154591 w 217932"/>
              <a:gd name="connsiteY11" fmla="*/ 343186 h 463010"/>
              <a:gd name="connsiteX12" fmla="*/ 193453 w 217932"/>
              <a:gd name="connsiteY12" fmla="*/ 377190 h 463010"/>
              <a:gd name="connsiteX13" fmla="*/ 217932 w 217932"/>
              <a:gd name="connsiteY13" fmla="*/ 376523 h 463010"/>
              <a:gd name="connsiteX14" fmla="*/ 217932 w 217932"/>
              <a:gd name="connsiteY14" fmla="*/ 457581 h 463010"/>
              <a:gd name="connsiteX15" fmla="*/ 157353 w 217932"/>
              <a:gd name="connsiteY15" fmla="*/ 463010 h 463010"/>
              <a:gd name="connsiteX16" fmla="*/ 46387 w 217932"/>
              <a:gd name="connsiteY16" fmla="*/ 366998 h 46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7932" h="463010">
                <a:moveTo>
                  <a:pt x="46291" y="366998"/>
                </a:moveTo>
                <a:lnTo>
                  <a:pt x="46291" y="179737"/>
                </a:lnTo>
                <a:lnTo>
                  <a:pt x="0" y="179737"/>
                </a:lnTo>
                <a:lnTo>
                  <a:pt x="0" y="110300"/>
                </a:lnTo>
                <a:lnTo>
                  <a:pt x="46291" y="110300"/>
                </a:lnTo>
                <a:lnTo>
                  <a:pt x="46291" y="0"/>
                </a:lnTo>
                <a:lnTo>
                  <a:pt x="154591" y="0"/>
                </a:lnTo>
                <a:lnTo>
                  <a:pt x="154591" y="110300"/>
                </a:lnTo>
                <a:lnTo>
                  <a:pt x="217932" y="110300"/>
                </a:lnTo>
                <a:lnTo>
                  <a:pt x="217932" y="179737"/>
                </a:lnTo>
                <a:lnTo>
                  <a:pt x="154591" y="179737"/>
                </a:lnTo>
                <a:lnTo>
                  <a:pt x="154591" y="343186"/>
                </a:lnTo>
                <a:cubicBezTo>
                  <a:pt x="154591" y="370427"/>
                  <a:pt x="169545" y="377190"/>
                  <a:pt x="193453" y="377190"/>
                </a:cubicBezTo>
                <a:cubicBezTo>
                  <a:pt x="202978" y="377190"/>
                  <a:pt x="213836" y="376523"/>
                  <a:pt x="217932" y="376523"/>
                </a:cubicBezTo>
                <a:lnTo>
                  <a:pt x="217932" y="457581"/>
                </a:lnTo>
                <a:cubicBezTo>
                  <a:pt x="208407" y="460343"/>
                  <a:pt x="187261" y="463010"/>
                  <a:pt x="157353" y="463010"/>
                </a:cubicBezTo>
                <a:cubicBezTo>
                  <a:pt x="92678" y="463010"/>
                  <a:pt x="46387" y="441865"/>
                  <a:pt x="46387" y="366998"/>
                </a:cubicBezTo>
                <a:close/>
              </a:path>
            </a:pathLst>
          </a:custGeom>
          <a:solidFill>
            <a:schemeClr val="bg1"/>
          </a:solidFill>
          <a:ln w="9525" cap="flat">
            <a:noFill/>
            <a:prstDash val="solid"/>
            <a:miter/>
          </a:ln>
        </p:spPr>
        <p:txBody>
          <a:bodyPr rtlCol="0" anchor="ctr"/>
          <a:lstStyle/>
          <a:p>
            <a:endParaRPr lang="en-AU"/>
          </a:p>
        </p:txBody>
      </p:sp>
      <p:grpSp>
        <p:nvGrpSpPr>
          <p:cNvPr id="59" name="Graphic 48">
            <a:extLst>
              <a:ext uri="{FF2B5EF4-FFF2-40B4-BE49-F238E27FC236}">
                <a16:creationId xmlns:a16="http://schemas.microsoft.com/office/drawing/2014/main" id="{E05A8F46-DDCA-7674-E0D9-7002F62137A1}"/>
              </a:ext>
            </a:extLst>
          </p:cNvPr>
          <p:cNvGrpSpPr/>
          <p:nvPr/>
        </p:nvGrpSpPr>
        <p:grpSpPr>
          <a:xfrm>
            <a:off x="4105925" y="3319366"/>
            <a:ext cx="6699805" cy="1573766"/>
            <a:chOff x="20166167" y="2695788"/>
            <a:chExt cx="2119122" cy="497776"/>
          </a:xfrm>
          <a:solidFill>
            <a:schemeClr val="bg1"/>
          </a:solidFill>
        </p:grpSpPr>
        <p:sp>
          <p:nvSpPr>
            <p:cNvPr id="60" name="Freeform: Shape 59">
              <a:extLst>
                <a:ext uri="{FF2B5EF4-FFF2-40B4-BE49-F238E27FC236}">
                  <a16:creationId xmlns:a16="http://schemas.microsoft.com/office/drawing/2014/main" id="{D3F84D6A-0E55-0700-E919-5A6F177EA31F}"/>
                </a:ext>
              </a:extLst>
            </p:cNvPr>
            <p:cNvSpPr/>
            <p:nvPr/>
          </p:nvSpPr>
          <p:spPr>
            <a:xfrm>
              <a:off x="20166167" y="2695788"/>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4 h 497776"/>
                <a:gd name="connsiteX9" fmla="*/ 255270 w 362807"/>
                <a:gd name="connsiteY9" fmla="*/ 439864 h 497776"/>
                <a:gd name="connsiteX10" fmla="*/ 152495 w 362807"/>
                <a:gd name="connsiteY10" fmla="*/ 497777 h 497776"/>
                <a:gd name="connsiteX11" fmla="*/ 0 w 362807"/>
                <a:gd name="connsiteY11" fmla="*/ 312611 h 497776"/>
                <a:gd name="connsiteX12" fmla="*/ 254698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8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4"/>
                  </a:lnTo>
                  <a:lnTo>
                    <a:pt x="255270" y="439864"/>
                  </a:lnTo>
                  <a:cubicBezTo>
                    <a:pt x="234125" y="475964"/>
                    <a:pt x="198120" y="497777"/>
                    <a:pt x="152495" y="497777"/>
                  </a:cubicBezTo>
                  <a:cubicBezTo>
                    <a:pt x="63246" y="497777"/>
                    <a:pt x="0" y="429006"/>
                    <a:pt x="0" y="312611"/>
                  </a:cubicBezTo>
                  <a:close/>
                  <a:moveTo>
                    <a:pt x="254698" y="312515"/>
                  </a:moveTo>
                  <a:cubicBezTo>
                    <a:pt x="254698" y="253937"/>
                    <a:pt x="230886" y="211741"/>
                    <a:pt x="182499" y="211741"/>
                  </a:cubicBezTo>
                  <a:cubicBezTo>
                    <a:pt x="138208" y="211741"/>
                    <a:pt x="112395" y="252603"/>
                    <a:pt x="112395" y="311182"/>
                  </a:cubicBezTo>
                  <a:cubicBezTo>
                    <a:pt x="112395" y="369761"/>
                    <a:pt x="138303" y="409956"/>
                    <a:pt x="181166" y="409956"/>
                  </a:cubicBezTo>
                  <a:cubicBezTo>
                    <a:pt x="227457" y="409956"/>
                    <a:pt x="254698" y="369761"/>
                    <a:pt x="254698" y="312611"/>
                  </a:cubicBezTo>
                  <a:close/>
                </a:path>
              </a:pathLst>
            </a:custGeom>
            <a:grpFill/>
            <a:ln w="9525" cap="flat">
              <a:noFill/>
              <a:prstDash val="solid"/>
              <a:miter/>
            </a:ln>
          </p:spPr>
          <p:txBody>
            <a:bodyPr rtlCol="0" anchor="ctr"/>
            <a:lstStyle/>
            <a:p>
              <a:endParaRPr lang="en-AU"/>
            </a:p>
          </p:txBody>
        </p:sp>
        <p:sp>
          <p:nvSpPr>
            <p:cNvPr id="61" name="Freeform: Shape 60">
              <a:extLst>
                <a:ext uri="{FF2B5EF4-FFF2-40B4-BE49-F238E27FC236}">
                  <a16:creationId xmlns:a16="http://schemas.microsoft.com/office/drawing/2014/main" id="{C03D9B3A-2F24-8DFB-BC39-F8A00A1F1E99}"/>
                </a:ext>
              </a:extLst>
            </p:cNvPr>
            <p:cNvSpPr/>
            <p:nvPr/>
          </p:nvSpPr>
          <p:spPr>
            <a:xfrm>
              <a:off x="20559645"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2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1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2" y="0"/>
                    <a:pt x="179165" y="0"/>
                  </a:cubicBezTo>
                  <a:cubicBezTo>
                    <a:pt x="228886" y="0"/>
                    <a:pt x="268320" y="16383"/>
                    <a:pt x="298323" y="43625"/>
                  </a:cubicBezTo>
                  <a:cubicBezTo>
                    <a:pt x="339852" y="81725"/>
                    <a:pt x="360331" y="142399"/>
                    <a:pt x="359569" y="213170"/>
                  </a:cubicBezTo>
                  <a:lnTo>
                    <a:pt x="108966" y="213170"/>
                  </a:lnTo>
                  <a:cubicBezTo>
                    <a:pt x="115729" y="260128"/>
                    <a:pt x="141637" y="289465"/>
                    <a:pt x="187262" y="289465"/>
                  </a:cubicBezTo>
                  <a:cubicBezTo>
                    <a:pt x="216504" y="289465"/>
                    <a:pt x="235648" y="276511"/>
                    <a:pt x="245173" y="254698"/>
                  </a:cubicBezTo>
                  <a:lnTo>
                    <a:pt x="353473" y="254698"/>
                  </a:lnTo>
                  <a:cubicBezTo>
                    <a:pt x="345948" y="286036"/>
                    <a:pt x="325564" y="315944"/>
                    <a:pt x="294894" y="337090"/>
                  </a:cubicBezTo>
                  <a:cubicBezTo>
                    <a:pt x="265652" y="357473"/>
                    <a:pt x="230220" y="369094"/>
                    <a:pt x="185928" y="369094"/>
                  </a:cubicBezTo>
                  <a:cubicBezTo>
                    <a:pt x="70866" y="369094"/>
                    <a:pt x="0" y="289465"/>
                    <a:pt x="0" y="183928"/>
                  </a:cubicBezTo>
                  <a:close/>
                  <a:moveTo>
                    <a:pt x="247269" y="147066"/>
                  </a:moveTo>
                  <a:cubicBezTo>
                    <a:pt x="243174" y="105537"/>
                    <a:pt x="217265" y="78962"/>
                    <a:pt x="181261" y="78962"/>
                  </a:cubicBezTo>
                  <a:cubicBezTo>
                    <a:pt x="139065" y="78962"/>
                    <a:pt x="117253" y="105537"/>
                    <a:pt x="109728" y="147066"/>
                  </a:cubicBezTo>
                  <a:lnTo>
                    <a:pt x="247269" y="147066"/>
                  </a:lnTo>
                  <a:close/>
                </a:path>
              </a:pathLst>
            </a:custGeom>
            <a:grpFill/>
            <a:ln w="9525" cap="flat">
              <a:noFill/>
              <a:prstDash val="solid"/>
              <a:miter/>
            </a:ln>
          </p:spPr>
          <p:txBody>
            <a:bodyPr rtlCol="0" anchor="ctr"/>
            <a:lstStyle/>
            <a:p>
              <a:endParaRPr lang="en-AU"/>
            </a:p>
          </p:txBody>
        </p:sp>
        <p:sp>
          <p:nvSpPr>
            <p:cNvPr id="62" name="Freeform: Shape 61">
              <a:extLst>
                <a:ext uri="{FF2B5EF4-FFF2-40B4-BE49-F238E27FC236}">
                  <a16:creationId xmlns:a16="http://schemas.microsoft.com/office/drawing/2014/main" id="{031ED760-619F-EF37-8EC4-8E7BAC98E83D}"/>
                </a:ext>
              </a:extLst>
            </p:cNvPr>
            <p:cNvSpPr/>
            <p:nvPr/>
          </p:nvSpPr>
          <p:spPr>
            <a:xfrm>
              <a:off x="20949980" y="2695788"/>
              <a:ext cx="112394" cy="486822"/>
            </a:xfrm>
            <a:custGeom>
              <a:avLst/>
              <a:gdLst>
                <a:gd name="connsiteX0" fmla="*/ 0 w 112394"/>
                <a:gd name="connsiteY0" fmla="*/ 0 h 486822"/>
                <a:gd name="connsiteX1" fmla="*/ 112395 w 112394"/>
                <a:gd name="connsiteY1" fmla="*/ 0 h 486822"/>
                <a:gd name="connsiteX2" fmla="*/ 112395 w 112394"/>
                <a:gd name="connsiteY2" fmla="*/ 486823 h 486822"/>
                <a:gd name="connsiteX3" fmla="*/ 0 w 112394"/>
                <a:gd name="connsiteY3" fmla="*/ 486823 h 486822"/>
                <a:gd name="connsiteX4" fmla="*/ 0 w 112394"/>
                <a:gd name="connsiteY4" fmla="*/ 0 h 486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4" h="486822">
                  <a:moveTo>
                    <a:pt x="0" y="0"/>
                  </a:moveTo>
                  <a:lnTo>
                    <a:pt x="112395" y="0"/>
                  </a:lnTo>
                  <a:lnTo>
                    <a:pt x="112395" y="486823"/>
                  </a:lnTo>
                  <a:lnTo>
                    <a:pt x="0" y="486823"/>
                  </a:lnTo>
                  <a:lnTo>
                    <a:pt x="0" y="0"/>
                  </a:lnTo>
                  <a:close/>
                </a:path>
              </a:pathLst>
            </a:custGeom>
            <a:grpFill/>
            <a:ln w="9525" cap="flat">
              <a:noFill/>
              <a:prstDash val="solid"/>
              <a:miter/>
            </a:ln>
          </p:spPr>
          <p:txBody>
            <a:bodyPr rtlCol="0" anchor="ctr"/>
            <a:lstStyle/>
            <a:p>
              <a:endParaRPr lang="en-AU"/>
            </a:p>
          </p:txBody>
        </p:sp>
        <p:sp>
          <p:nvSpPr>
            <p:cNvPr id="63" name="Freeform: Shape 62">
              <a:extLst>
                <a:ext uri="{FF2B5EF4-FFF2-40B4-BE49-F238E27FC236}">
                  <a16:creationId xmlns:a16="http://schemas.microsoft.com/office/drawing/2014/main" id="{A59AD3C2-5578-DBC6-6A7A-1A2213DBBD6C}"/>
                </a:ext>
              </a:extLst>
            </p:cNvPr>
            <p:cNvSpPr/>
            <p:nvPr/>
          </p:nvSpPr>
          <p:spPr>
            <a:xfrm>
              <a:off x="21109333" y="2695788"/>
              <a:ext cx="110965" cy="486822"/>
            </a:xfrm>
            <a:custGeom>
              <a:avLst/>
              <a:gdLst>
                <a:gd name="connsiteX0" fmla="*/ 0 w 110965"/>
                <a:gd name="connsiteY0" fmla="*/ 0 h 486822"/>
                <a:gd name="connsiteX1" fmla="*/ 110966 w 110965"/>
                <a:gd name="connsiteY1" fmla="*/ 0 h 486822"/>
                <a:gd name="connsiteX2" fmla="*/ 110966 w 110965"/>
                <a:gd name="connsiteY2" fmla="*/ 89916 h 486822"/>
                <a:gd name="connsiteX3" fmla="*/ 0 w 110965"/>
                <a:gd name="connsiteY3" fmla="*/ 89916 h 486822"/>
                <a:gd name="connsiteX4" fmla="*/ 0 w 110965"/>
                <a:gd name="connsiteY4" fmla="*/ 0 h 486822"/>
                <a:gd name="connsiteX5" fmla="*/ 0 w 110965"/>
                <a:gd name="connsiteY5" fmla="*/ 138208 h 486822"/>
                <a:gd name="connsiteX6" fmla="*/ 110966 w 110965"/>
                <a:gd name="connsiteY6" fmla="*/ 138208 h 486822"/>
                <a:gd name="connsiteX7" fmla="*/ 110966 w 110965"/>
                <a:gd name="connsiteY7" fmla="*/ 486823 h 486822"/>
                <a:gd name="connsiteX8" fmla="*/ 0 w 110965"/>
                <a:gd name="connsiteY8" fmla="*/ 486823 h 486822"/>
                <a:gd name="connsiteX9" fmla="*/ 0 w 110965"/>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5"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grpFill/>
            <a:ln w="9525" cap="flat">
              <a:noFill/>
              <a:prstDash val="solid"/>
              <a:miter/>
            </a:ln>
          </p:spPr>
          <p:txBody>
            <a:bodyPr rtlCol="0" anchor="ctr"/>
            <a:lstStyle/>
            <a:p>
              <a:endParaRPr lang="en-AU"/>
            </a:p>
          </p:txBody>
        </p:sp>
        <p:sp>
          <p:nvSpPr>
            <p:cNvPr id="64" name="Freeform: Shape 63">
              <a:extLst>
                <a:ext uri="{FF2B5EF4-FFF2-40B4-BE49-F238E27FC236}">
                  <a16:creationId xmlns:a16="http://schemas.microsoft.com/office/drawing/2014/main" id="{04852CB0-39F1-84BD-DC13-E315AE3A57AE}"/>
                </a:ext>
              </a:extLst>
            </p:cNvPr>
            <p:cNvSpPr/>
            <p:nvPr/>
          </p:nvSpPr>
          <p:spPr>
            <a:xfrm>
              <a:off x="21234586" y="2833995"/>
              <a:ext cx="360807" cy="348614"/>
            </a:xfrm>
            <a:custGeom>
              <a:avLst/>
              <a:gdLst>
                <a:gd name="connsiteX0" fmla="*/ 0 w 360807"/>
                <a:gd name="connsiteY0" fmla="*/ 0 h 348614"/>
                <a:gd name="connsiteX1" fmla="*/ 114395 w 360807"/>
                <a:gd name="connsiteY1" fmla="*/ 0 h 348614"/>
                <a:gd name="connsiteX2" fmla="*/ 162020 w 360807"/>
                <a:gd name="connsiteY2" fmla="*/ 157258 h 348614"/>
                <a:gd name="connsiteX3" fmla="*/ 181070 w 360807"/>
                <a:gd name="connsiteY3" fmla="*/ 227362 h 348614"/>
                <a:gd name="connsiteX4" fmla="*/ 182404 w 360807"/>
                <a:gd name="connsiteY4" fmla="*/ 227362 h 348614"/>
                <a:gd name="connsiteX5" fmla="*/ 201454 w 360807"/>
                <a:gd name="connsiteY5" fmla="*/ 157258 h 348614"/>
                <a:gd name="connsiteX6" fmla="*/ 249841 w 360807"/>
                <a:gd name="connsiteY6" fmla="*/ 0 h 348614"/>
                <a:gd name="connsiteX7" fmla="*/ 360807 w 360807"/>
                <a:gd name="connsiteY7" fmla="*/ 0 h 348614"/>
                <a:gd name="connsiteX8" fmla="*/ 240316 w 360807"/>
                <a:gd name="connsiteY8" fmla="*/ 348615 h 348614"/>
                <a:gd name="connsiteX9" fmla="*/ 120491 w 360807"/>
                <a:gd name="connsiteY9" fmla="*/ 348615 h 348614"/>
                <a:gd name="connsiteX10" fmla="*/ 0 w 360807"/>
                <a:gd name="connsiteY10" fmla="*/ 0 h 34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4">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grpFill/>
            <a:ln w="9525" cap="flat">
              <a:noFill/>
              <a:prstDash val="solid"/>
              <a:miter/>
            </a:ln>
          </p:spPr>
          <p:txBody>
            <a:bodyPr rtlCol="0" anchor="ctr"/>
            <a:lstStyle/>
            <a:p>
              <a:endParaRPr lang="en-AU"/>
            </a:p>
          </p:txBody>
        </p:sp>
        <p:sp>
          <p:nvSpPr>
            <p:cNvPr id="65" name="Freeform: Shape 64">
              <a:extLst>
                <a:ext uri="{FF2B5EF4-FFF2-40B4-BE49-F238E27FC236}">
                  <a16:creationId xmlns:a16="http://schemas.microsoft.com/office/drawing/2014/main" id="{9F3C3D4F-727F-34F7-97C5-E74D20CB7F0E}"/>
                </a:ext>
              </a:extLst>
            </p:cNvPr>
            <p:cNvSpPr/>
            <p:nvPr/>
          </p:nvSpPr>
          <p:spPr>
            <a:xfrm>
              <a:off x="21579773"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8"/>
                  </a:cubicBezTo>
                  <a:lnTo>
                    <a:pt x="353473" y="254698"/>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grpFill/>
            <a:ln w="9525" cap="flat">
              <a:noFill/>
              <a:prstDash val="solid"/>
              <a:miter/>
            </a:ln>
          </p:spPr>
          <p:txBody>
            <a:bodyPr rtlCol="0" anchor="ctr"/>
            <a:lstStyle/>
            <a:p>
              <a:endParaRPr lang="en-AU"/>
            </a:p>
          </p:txBody>
        </p:sp>
        <p:sp>
          <p:nvSpPr>
            <p:cNvPr id="66" name="Freeform: Shape 65">
              <a:extLst>
                <a:ext uri="{FF2B5EF4-FFF2-40B4-BE49-F238E27FC236}">
                  <a16:creationId xmlns:a16="http://schemas.microsoft.com/office/drawing/2014/main" id="{A4059B0A-E9C9-50E7-42A2-3EFA4692A219}"/>
                </a:ext>
              </a:extLst>
            </p:cNvPr>
            <p:cNvSpPr/>
            <p:nvPr/>
          </p:nvSpPr>
          <p:spPr>
            <a:xfrm>
              <a:off x="21969345" y="2828566"/>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49 w 225361"/>
                <a:gd name="connsiteY4" fmla="*/ 0 h 354139"/>
                <a:gd name="connsiteX5" fmla="*/ 225362 w 225361"/>
                <a:gd name="connsiteY5" fmla="*/ 2762 h 354139"/>
                <a:gd name="connsiteX6" fmla="*/ 225362 w 225361"/>
                <a:gd name="connsiteY6" fmla="*/ 98107 h 354139"/>
                <a:gd name="connsiteX7" fmla="*/ 222599 w 225361"/>
                <a:gd name="connsiteY7" fmla="*/ 98107 h 354139"/>
                <a:gd name="connsiteX8" fmla="*/ 110966 w 225361"/>
                <a:gd name="connsiteY8" fmla="*/ 197548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3" y="18383"/>
                    <a:pt x="161354" y="0"/>
                    <a:pt x="203549" y="0"/>
                  </a:cubicBezTo>
                  <a:cubicBezTo>
                    <a:pt x="213741" y="0"/>
                    <a:pt x="220599" y="667"/>
                    <a:pt x="225362" y="2762"/>
                  </a:cubicBezTo>
                  <a:lnTo>
                    <a:pt x="225362" y="98107"/>
                  </a:lnTo>
                  <a:lnTo>
                    <a:pt x="222599" y="98107"/>
                  </a:lnTo>
                  <a:cubicBezTo>
                    <a:pt x="154496" y="88582"/>
                    <a:pt x="110966" y="121920"/>
                    <a:pt x="110966" y="197548"/>
                  </a:cubicBezTo>
                  <a:lnTo>
                    <a:pt x="110966" y="354139"/>
                  </a:lnTo>
                  <a:lnTo>
                    <a:pt x="0" y="354139"/>
                  </a:lnTo>
                  <a:lnTo>
                    <a:pt x="0" y="5525"/>
                  </a:lnTo>
                  <a:close/>
                </a:path>
              </a:pathLst>
            </a:custGeom>
            <a:grpFill/>
            <a:ln w="9525" cap="flat">
              <a:noFill/>
              <a:prstDash val="solid"/>
              <a:miter/>
            </a:ln>
          </p:spPr>
          <p:txBody>
            <a:bodyPr rtlCol="0" anchor="ctr"/>
            <a:lstStyle/>
            <a:p>
              <a:endParaRPr lang="en-AU"/>
            </a:p>
          </p:txBody>
        </p:sp>
        <p:sp>
          <p:nvSpPr>
            <p:cNvPr id="67" name="Freeform: Shape 66">
              <a:extLst>
                <a:ext uri="{FF2B5EF4-FFF2-40B4-BE49-F238E27FC236}">
                  <a16:creationId xmlns:a16="http://schemas.microsoft.com/office/drawing/2014/main" id="{89A19E22-8B7F-C0B9-6CDF-468746907795}"/>
                </a:ext>
              </a:extLst>
            </p:cNvPr>
            <p:cNvSpPr/>
            <p:nvPr/>
          </p:nvSpPr>
          <p:spPr>
            <a:xfrm>
              <a:off x="22168894" y="3068215"/>
              <a:ext cx="116395" cy="114395"/>
            </a:xfrm>
            <a:custGeom>
              <a:avLst/>
              <a:gdLst>
                <a:gd name="connsiteX0" fmla="*/ 0 w 116395"/>
                <a:gd name="connsiteY0" fmla="*/ 0 h 114395"/>
                <a:gd name="connsiteX1" fmla="*/ 116396 w 116395"/>
                <a:gd name="connsiteY1" fmla="*/ 0 h 114395"/>
                <a:gd name="connsiteX2" fmla="*/ 116396 w 116395"/>
                <a:gd name="connsiteY2" fmla="*/ 114395 h 114395"/>
                <a:gd name="connsiteX3" fmla="*/ 0 w 116395"/>
                <a:gd name="connsiteY3" fmla="*/ 114395 h 114395"/>
                <a:gd name="connsiteX4" fmla="*/ 0 w 116395"/>
                <a:gd name="connsiteY4" fmla="*/ 0 h 114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114395">
                  <a:moveTo>
                    <a:pt x="0" y="0"/>
                  </a:moveTo>
                  <a:lnTo>
                    <a:pt x="116396" y="0"/>
                  </a:lnTo>
                  <a:lnTo>
                    <a:pt x="116396" y="114395"/>
                  </a:lnTo>
                  <a:lnTo>
                    <a:pt x="0" y="114395"/>
                  </a:lnTo>
                  <a:lnTo>
                    <a:pt x="0" y="0"/>
                  </a:lnTo>
                  <a:close/>
                </a:path>
              </a:pathLst>
            </a:custGeom>
            <a:grpFill/>
            <a:ln w="9525" cap="flat">
              <a:noFill/>
              <a:prstDash val="solid"/>
              <a:miter/>
            </a:ln>
          </p:spPr>
          <p:txBody>
            <a:bodyPr rtlCol="0" anchor="ctr"/>
            <a:lstStyle/>
            <a:p>
              <a:endParaRPr lang="en-AU"/>
            </a:p>
          </p:txBody>
        </p:sp>
      </p:grpSp>
      <p:sp>
        <p:nvSpPr>
          <p:cNvPr id="68" name="Freeform: Shape 67">
            <a:extLst>
              <a:ext uri="{FF2B5EF4-FFF2-40B4-BE49-F238E27FC236}">
                <a16:creationId xmlns:a16="http://schemas.microsoft.com/office/drawing/2014/main" id="{05189FBD-5040-7178-68D1-CB0DCA43E6C3}"/>
              </a:ext>
            </a:extLst>
          </p:cNvPr>
          <p:cNvSpPr/>
          <p:nvPr/>
        </p:nvSpPr>
        <p:spPr>
          <a:xfrm>
            <a:off x="2645689" y="3726206"/>
            <a:ext cx="1180476" cy="1180473"/>
          </a:xfrm>
          <a:custGeom>
            <a:avLst/>
            <a:gdLst>
              <a:gd name="connsiteX0" fmla="*/ 373380 w 373380"/>
              <a:gd name="connsiteY0" fmla="*/ 186690 h 373379"/>
              <a:gd name="connsiteX1" fmla="*/ 186690 w 373380"/>
              <a:gd name="connsiteY1" fmla="*/ 373380 h 373379"/>
              <a:gd name="connsiteX2" fmla="*/ 0 w 373380"/>
              <a:gd name="connsiteY2" fmla="*/ 186690 h 373379"/>
              <a:gd name="connsiteX3" fmla="*/ 186690 w 373380"/>
              <a:gd name="connsiteY3" fmla="*/ 0 h 373379"/>
              <a:gd name="connsiteX4" fmla="*/ 373380 w 373380"/>
              <a:gd name="connsiteY4" fmla="*/ 186690 h 37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80" h="373379">
                <a:moveTo>
                  <a:pt x="373380" y="186690"/>
                </a:moveTo>
                <a:cubicBezTo>
                  <a:pt x="373380" y="289750"/>
                  <a:pt x="289846" y="373380"/>
                  <a:pt x="186690" y="373380"/>
                </a:cubicBezTo>
                <a:cubicBezTo>
                  <a:pt x="83534" y="373380"/>
                  <a:pt x="0" y="289846"/>
                  <a:pt x="0" y="186690"/>
                </a:cubicBezTo>
                <a:cubicBezTo>
                  <a:pt x="0" y="83534"/>
                  <a:pt x="83534" y="0"/>
                  <a:pt x="186690" y="0"/>
                </a:cubicBezTo>
                <a:cubicBezTo>
                  <a:pt x="289846" y="0"/>
                  <a:pt x="373380" y="83534"/>
                  <a:pt x="373380" y="186690"/>
                </a:cubicBezTo>
              </a:path>
            </a:pathLst>
          </a:custGeom>
          <a:solidFill>
            <a:schemeClr val="bg1"/>
          </a:solidFill>
          <a:ln w="9525" cap="flat">
            <a:noFill/>
            <a:prstDash val="solid"/>
            <a:miter/>
          </a:ln>
        </p:spPr>
        <p:txBody>
          <a:bodyPr rtlCol="0" anchor="ctr"/>
          <a:lstStyle/>
          <a:p>
            <a:endParaRPr lang="en-AU"/>
          </a:p>
        </p:txBody>
      </p:sp>
      <p:grpSp>
        <p:nvGrpSpPr>
          <p:cNvPr id="69" name="Graphic 48">
            <a:extLst>
              <a:ext uri="{FF2B5EF4-FFF2-40B4-BE49-F238E27FC236}">
                <a16:creationId xmlns:a16="http://schemas.microsoft.com/office/drawing/2014/main" id="{1EEDCA1A-5E40-887C-8F37-870C6CBAD8E0}"/>
              </a:ext>
            </a:extLst>
          </p:cNvPr>
          <p:cNvGrpSpPr/>
          <p:nvPr/>
        </p:nvGrpSpPr>
        <p:grpSpPr>
          <a:xfrm>
            <a:off x="2823662" y="4167078"/>
            <a:ext cx="776646" cy="243623"/>
            <a:chOff x="19760592" y="2963916"/>
            <a:chExt cx="245650" cy="77057"/>
          </a:xfrm>
          <a:solidFill>
            <a:srgbClr val="FFFFFF"/>
          </a:solidFill>
        </p:grpSpPr>
        <p:sp>
          <p:nvSpPr>
            <p:cNvPr id="70" name="Freeform: Shape 69">
              <a:extLst>
                <a:ext uri="{FF2B5EF4-FFF2-40B4-BE49-F238E27FC236}">
                  <a16:creationId xmlns:a16="http://schemas.microsoft.com/office/drawing/2014/main" id="{B7C2F300-6932-53C2-09BA-079B70E671BD}"/>
                </a:ext>
              </a:extLst>
            </p:cNvPr>
            <p:cNvSpPr/>
            <p:nvPr/>
          </p:nvSpPr>
          <p:spPr>
            <a:xfrm>
              <a:off x="19760592" y="2983823"/>
              <a:ext cx="54292" cy="57150"/>
            </a:xfrm>
            <a:custGeom>
              <a:avLst/>
              <a:gdLst>
                <a:gd name="connsiteX0" fmla="*/ 95 w 54292"/>
                <a:gd name="connsiteY0" fmla="*/ 28575 h 57150"/>
                <a:gd name="connsiteX1" fmla="*/ 28290 w 54292"/>
                <a:gd name="connsiteY1" fmla="*/ 0 h 57150"/>
                <a:gd name="connsiteX2" fmla="*/ 53912 w 54292"/>
                <a:gd name="connsiteY2" fmla="*/ 20669 h 57150"/>
                <a:gd name="connsiteX3" fmla="*/ 37338 w 54292"/>
                <a:gd name="connsiteY3" fmla="*/ 20669 h 57150"/>
                <a:gd name="connsiteX4" fmla="*/ 28480 w 54292"/>
                <a:gd name="connsiteY4" fmla="*/ 12668 h 57150"/>
                <a:gd name="connsiteX5" fmla="*/ 17431 w 54292"/>
                <a:gd name="connsiteY5" fmla="*/ 28575 h 57150"/>
                <a:gd name="connsiteX6" fmla="*/ 28480 w 54292"/>
                <a:gd name="connsiteY6" fmla="*/ 44291 h 57150"/>
                <a:gd name="connsiteX7" fmla="*/ 37815 w 54292"/>
                <a:gd name="connsiteY7" fmla="*/ 35052 h 57150"/>
                <a:gd name="connsiteX8" fmla="*/ 54293 w 54292"/>
                <a:gd name="connsiteY8" fmla="*/ 35052 h 57150"/>
                <a:gd name="connsiteX9" fmla="*/ 28670 w 54292"/>
                <a:gd name="connsiteY9" fmla="*/ 57150 h 57150"/>
                <a:gd name="connsiteX10" fmla="*/ 0 w 54292"/>
                <a:gd name="connsiteY10"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92" h="57150">
                  <a:moveTo>
                    <a:pt x="95" y="28575"/>
                  </a:moveTo>
                  <a:cubicBezTo>
                    <a:pt x="95" y="12383"/>
                    <a:pt x="11240" y="0"/>
                    <a:pt x="28290" y="0"/>
                  </a:cubicBezTo>
                  <a:cubicBezTo>
                    <a:pt x="42958" y="0"/>
                    <a:pt x="52293" y="8572"/>
                    <a:pt x="53912" y="20669"/>
                  </a:cubicBezTo>
                  <a:lnTo>
                    <a:pt x="37338" y="20669"/>
                  </a:lnTo>
                  <a:cubicBezTo>
                    <a:pt x="36291" y="15812"/>
                    <a:pt x="33338" y="12668"/>
                    <a:pt x="28480" y="12668"/>
                  </a:cubicBezTo>
                  <a:cubicBezTo>
                    <a:pt x="21146" y="12668"/>
                    <a:pt x="17431" y="18764"/>
                    <a:pt x="17431" y="28575"/>
                  </a:cubicBezTo>
                  <a:cubicBezTo>
                    <a:pt x="17431" y="38386"/>
                    <a:pt x="21146" y="44291"/>
                    <a:pt x="28480" y="44291"/>
                  </a:cubicBezTo>
                  <a:cubicBezTo>
                    <a:pt x="33814" y="44291"/>
                    <a:pt x="37148" y="41148"/>
                    <a:pt x="37815" y="35052"/>
                  </a:cubicBezTo>
                  <a:lnTo>
                    <a:pt x="54293" y="35052"/>
                  </a:lnTo>
                  <a:cubicBezTo>
                    <a:pt x="53912" y="47530"/>
                    <a:pt x="44006" y="57150"/>
                    <a:pt x="28670" y="57150"/>
                  </a:cubicBezTo>
                  <a:cubicBezTo>
                    <a:pt x="11240" y="57150"/>
                    <a:pt x="0" y="44863"/>
                    <a:pt x="0" y="28575"/>
                  </a:cubicBezTo>
                  <a:close/>
                </a:path>
              </a:pathLst>
            </a:custGeom>
            <a:solidFill>
              <a:srgbClr val="FFFFFF"/>
            </a:solidFill>
            <a:ln w="9525" cap="flat">
              <a:noFill/>
              <a:prstDash val="solid"/>
              <a:miter/>
            </a:ln>
          </p:spPr>
          <p:txBody>
            <a:bodyPr rtlCol="0" anchor="ctr"/>
            <a:lstStyle/>
            <a:p>
              <a:endParaRPr lang="en-AU"/>
            </a:p>
          </p:txBody>
        </p:sp>
        <p:sp>
          <p:nvSpPr>
            <p:cNvPr id="71" name="Freeform: Shape 70">
              <a:extLst>
                <a:ext uri="{FF2B5EF4-FFF2-40B4-BE49-F238E27FC236}">
                  <a16:creationId xmlns:a16="http://schemas.microsoft.com/office/drawing/2014/main" id="{E01BD5D6-80C4-2B63-8C8A-C4BAB7F38D30}"/>
                </a:ext>
              </a:extLst>
            </p:cNvPr>
            <p:cNvSpPr/>
            <p:nvPr/>
          </p:nvSpPr>
          <p:spPr>
            <a:xfrm>
              <a:off x="19816981" y="2963916"/>
              <a:ext cx="17430" cy="75342"/>
            </a:xfrm>
            <a:custGeom>
              <a:avLst/>
              <a:gdLst>
                <a:gd name="connsiteX0" fmla="*/ 0 w 17430"/>
                <a:gd name="connsiteY0" fmla="*/ 0 h 75342"/>
                <a:gd name="connsiteX1" fmla="*/ 17430 w 17430"/>
                <a:gd name="connsiteY1" fmla="*/ 0 h 75342"/>
                <a:gd name="connsiteX2" fmla="*/ 17430 w 17430"/>
                <a:gd name="connsiteY2" fmla="*/ 75343 h 75342"/>
                <a:gd name="connsiteX3" fmla="*/ 0 w 17430"/>
                <a:gd name="connsiteY3" fmla="*/ 75343 h 75342"/>
                <a:gd name="connsiteX4" fmla="*/ 0 w 17430"/>
                <a:gd name="connsiteY4" fmla="*/ 0 h 75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0" h="75342">
                  <a:moveTo>
                    <a:pt x="0" y="0"/>
                  </a:moveTo>
                  <a:lnTo>
                    <a:pt x="17430" y="0"/>
                  </a:lnTo>
                  <a:lnTo>
                    <a:pt x="17430" y="75343"/>
                  </a:lnTo>
                  <a:lnTo>
                    <a:pt x="0" y="75343"/>
                  </a:lnTo>
                  <a:lnTo>
                    <a:pt x="0" y="0"/>
                  </a:lnTo>
                  <a:close/>
                </a:path>
              </a:pathLst>
            </a:custGeom>
            <a:solidFill>
              <a:srgbClr val="FFFFFF"/>
            </a:solidFill>
            <a:ln w="9525" cap="flat">
              <a:noFill/>
              <a:prstDash val="solid"/>
              <a:miter/>
            </a:ln>
          </p:spPr>
          <p:txBody>
            <a:bodyPr rtlCol="0" anchor="ctr"/>
            <a:lstStyle/>
            <a:p>
              <a:endParaRPr lang="en-AU"/>
            </a:p>
          </p:txBody>
        </p:sp>
        <p:sp>
          <p:nvSpPr>
            <p:cNvPr id="72" name="Freeform: Shape 71">
              <a:extLst>
                <a:ext uri="{FF2B5EF4-FFF2-40B4-BE49-F238E27FC236}">
                  <a16:creationId xmlns:a16="http://schemas.microsoft.com/office/drawing/2014/main" id="{F1BC4F5A-95E3-A186-13DB-15BCF92424BD}"/>
                </a:ext>
              </a:extLst>
            </p:cNvPr>
            <p:cNvSpPr/>
            <p:nvPr/>
          </p:nvSpPr>
          <p:spPr>
            <a:xfrm>
              <a:off x="19836507" y="2983823"/>
              <a:ext cx="57626" cy="57150"/>
            </a:xfrm>
            <a:custGeom>
              <a:avLst/>
              <a:gdLst>
                <a:gd name="connsiteX0" fmla="*/ 0 w 57626"/>
                <a:gd name="connsiteY0" fmla="*/ 28575 h 57150"/>
                <a:gd name="connsiteX1" fmla="*/ 28860 w 57626"/>
                <a:gd name="connsiteY1" fmla="*/ 0 h 57150"/>
                <a:gd name="connsiteX2" fmla="*/ 57626 w 57626"/>
                <a:gd name="connsiteY2" fmla="*/ 28575 h 57150"/>
                <a:gd name="connsiteX3" fmla="*/ 28860 w 57626"/>
                <a:gd name="connsiteY3" fmla="*/ 57150 h 57150"/>
                <a:gd name="connsiteX4" fmla="*/ 0 w 57626"/>
                <a:gd name="connsiteY4" fmla="*/ 28575 h 57150"/>
                <a:gd name="connsiteX5" fmla="*/ 40291 w 57626"/>
                <a:gd name="connsiteY5" fmla="*/ 28575 h 57150"/>
                <a:gd name="connsiteX6" fmla="*/ 28766 w 57626"/>
                <a:gd name="connsiteY6" fmla="*/ 12097 h 57150"/>
                <a:gd name="connsiteX7" fmla="*/ 17336 w 57626"/>
                <a:gd name="connsiteY7" fmla="*/ 28575 h 57150"/>
                <a:gd name="connsiteX8" fmla="*/ 28766 w 57626"/>
                <a:gd name="connsiteY8" fmla="*/ 44863 h 57150"/>
                <a:gd name="connsiteX9" fmla="*/ 40291 w 57626"/>
                <a:gd name="connsiteY9"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626" h="57150">
                  <a:moveTo>
                    <a:pt x="0" y="28575"/>
                  </a:moveTo>
                  <a:cubicBezTo>
                    <a:pt x="0" y="12383"/>
                    <a:pt x="11620" y="0"/>
                    <a:pt x="28860" y="0"/>
                  </a:cubicBezTo>
                  <a:cubicBezTo>
                    <a:pt x="46101" y="0"/>
                    <a:pt x="57626" y="12287"/>
                    <a:pt x="57626" y="28575"/>
                  </a:cubicBezTo>
                  <a:cubicBezTo>
                    <a:pt x="57626" y="44863"/>
                    <a:pt x="46196" y="57150"/>
                    <a:pt x="28860" y="57150"/>
                  </a:cubicBezTo>
                  <a:cubicBezTo>
                    <a:pt x="11525" y="57150"/>
                    <a:pt x="0" y="44863"/>
                    <a:pt x="0" y="28575"/>
                  </a:cubicBezTo>
                  <a:close/>
                  <a:moveTo>
                    <a:pt x="40291" y="28575"/>
                  </a:moveTo>
                  <a:cubicBezTo>
                    <a:pt x="40291" y="18764"/>
                    <a:pt x="36290" y="12097"/>
                    <a:pt x="28766" y="12097"/>
                  </a:cubicBezTo>
                  <a:cubicBezTo>
                    <a:pt x="21241" y="12097"/>
                    <a:pt x="17336" y="18764"/>
                    <a:pt x="17336" y="28575"/>
                  </a:cubicBezTo>
                  <a:cubicBezTo>
                    <a:pt x="17336" y="38386"/>
                    <a:pt x="21241" y="44863"/>
                    <a:pt x="28766" y="44863"/>
                  </a:cubicBezTo>
                  <a:cubicBezTo>
                    <a:pt x="36290" y="44863"/>
                    <a:pt x="40291" y="38291"/>
                    <a:pt x="40291" y="28575"/>
                  </a:cubicBezTo>
                  <a:close/>
                </a:path>
              </a:pathLst>
            </a:custGeom>
            <a:solidFill>
              <a:srgbClr val="FFFFFF"/>
            </a:solidFill>
            <a:ln w="9525" cap="flat">
              <a:noFill/>
              <a:prstDash val="solid"/>
              <a:miter/>
            </a:ln>
          </p:spPr>
          <p:txBody>
            <a:bodyPr rtlCol="0" anchor="ctr"/>
            <a:lstStyle/>
            <a:p>
              <a:endParaRPr lang="en-AU"/>
            </a:p>
          </p:txBody>
        </p:sp>
        <p:sp>
          <p:nvSpPr>
            <p:cNvPr id="73" name="Freeform: Shape 72">
              <a:extLst>
                <a:ext uri="{FF2B5EF4-FFF2-40B4-BE49-F238E27FC236}">
                  <a16:creationId xmlns:a16="http://schemas.microsoft.com/office/drawing/2014/main" id="{733E0241-2382-1DC4-4C00-66973A6C4E43}"/>
                </a:ext>
              </a:extLst>
            </p:cNvPr>
            <p:cNvSpPr/>
            <p:nvPr/>
          </p:nvSpPr>
          <p:spPr>
            <a:xfrm>
              <a:off x="19895752" y="2985347"/>
              <a:ext cx="51816" cy="55435"/>
            </a:xfrm>
            <a:custGeom>
              <a:avLst/>
              <a:gdLst>
                <a:gd name="connsiteX0" fmla="*/ 0 w 51816"/>
                <a:gd name="connsiteY0" fmla="*/ 35433 h 55435"/>
                <a:gd name="connsiteX1" fmla="*/ 0 w 51816"/>
                <a:gd name="connsiteY1" fmla="*/ 0 h 55435"/>
                <a:gd name="connsiteX2" fmla="*/ 17050 w 51816"/>
                <a:gd name="connsiteY2" fmla="*/ 0 h 55435"/>
                <a:gd name="connsiteX3" fmla="*/ 17050 w 51816"/>
                <a:gd name="connsiteY3" fmla="*/ 31813 h 55435"/>
                <a:gd name="connsiteX4" fmla="*/ 25146 w 51816"/>
                <a:gd name="connsiteY4" fmla="*/ 40958 h 55435"/>
                <a:gd name="connsiteX5" fmla="*/ 34671 w 51816"/>
                <a:gd name="connsiteY5" fmla="*/ 30099 h 55435"/>
                <a:gd name="connsiteX6" fmla="*/ 34671 w 51816"/>
                <a:gd name="connsiteY6" fmla="*/ 0 h 55435"/>
                <a:gd name="connsiteX7" fmla="*/ 51816 w 51816"/>
                <a:gd name="connsiteY7" fmla="*/ 0 h 55435"/>
                <a:gd name="connsiteX8" fmla="*/ 51816 w 51816"/>
                <a:gd name="connsiteY8" fmla="*/ 53912 h 55435"/>
                <a:gd name="connsiteX9" fmla="*/ 35338 w 51816"/>
                <a:gd name="connsiteY9" fmla="*/ 53912 h 55435"/>
                <a:gd name="connsiteX10" fmla="*/ 35338 w 51816"/>
                <a:gd name="connsiteY10" fmla="*/ 47244 h 55435"/>
                <a:gd name="connsiteX11" fmla="*/ 35053 w 51816"/>
                <a:gd name="connsiteY11" fmla="*/ 47244 h 55435"/>
                <a:gd name="connsiteX12" fmla="*/ 18955 w 51816"/>
                <a:gd name="connsiteY12" fmla="*/ 55436 h 55435"/>
                <a:gd name="connsiteX13" fmla="*/ 0 w 51816"/>
                <a:gd name="connsiteY13" fmla="*/ 35338 h 5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16" h="55435">
                  <a:moveTo>
                    <a:pt x="0" y="35433"/>
                  </a:moveTo>
                  <a:lnTo>
                    <a:pt x="0" y="0"/>
                  </a:lnTo>
                  <a:lnTo>
                    <a:pt x="17050" y="0"/>
                  </a:lnTo>
                  <a:lnTo>
                    <a:pt x="17050" y="31813"/>
                  </a:lnTo>
                  <a:cubicBezTo>
                    <a:pt x="17050" y="37719"/>
                    <a:pt x="19717" y="40958"/>
                    <a:pt x="25146" y="40958"/>
                  </a:cubicBezTo>
                  <a:cubicBezTo>
                    <a:pt x="31052" y="40958"/>
                    <a:pt x="34671" y="36576"/>
                    <a:pt x="34671" y="30099"/>
                  </a:cubicBezTo>
                  <a:lnTo>
                    <a:pt x="34671" y="0"/>
                  </a:lnTo>
                  <a:lnTo>
                    <a:pt x="51816" y="0"/>
                  </a:lnTo>
                  <a:lnTo>
                    <a:pt x="51816" y="53912"/>
                  </a:lnTo>
                  <a:lnTo>
                    <a:pt x="35338" y="53912"/>
                  </a:lnTo>
                  <a:lnTo>
                    <a:pt x="35338" y="47244"/>
                  </a:lnTo>
                  <a:lnTo>
                    <a:pt x="35053" y="47244"/>
                  </a:lnTo>
                  <a:cubicBezTo>
                    <a:pt x="31147" y="52483"/>
                    <a:pt x="26384" y="55436"/>
                    <a:pt x="18955" y="55436"/>
                  </a:cubicBezTo>
                  <a:cubicBezTo>
                    <a:pt x="6478" y="55436"/>
                    <a:pt x="0" y="47339"/>
                    <a:pt x="0" y="35338"/>
                  </a:cubicBezTo>
                  <a:close/>
                </a:path>
              </a:pathLst>
            </a:custGeom>
            <a:solidFill>
              <a:srgbClr val="FFFFFF"/>
            </a:solidFill>
            <a:ln w="9525" cap="flat">
              <a:noFill/>
              <a:prstDash val="solid"/>
              <a:miter/>
            </a:ln>
          </p:spPr>
          <p:txBody>
            <a:bodyPr rtlCol="0" anchor="ctr"/>
            <a:lstStyle/>
            <a:p>
              <a:endParaRPr lang="en-AU"/>
            </a:p>
          </p:txBody>
        </p:sp>
        <p:sp>
          <p:nvSpPr>
            <p:cNvPr id="74" name="Freeform: Shape 73">
              <a:extLst>
                <a:ext uri="{FF2B5EF4-FFF2-40B4-BE49-F238E27FC236}">
                  <a16:creationId xmlns:a16="http://schemas.microsoft.com/office/drawing/2014/main" id="{6ACFB6BA-489A-E386-9678-EEB9191039B2}"/>
                </a:ext>
              </a:extLst>
            </p:cNvPr>
            <p:cNvSpPr/>
            <p:nvPr/>
          </p:nvSpPr>
          <p:spPr>
            <a:xfrm>
              <a:off x="19950045" y="2963916"/>
              <a:ext cx="56197" cy="77057"/>
            </a:xfrm>
            <a:custGeom>
              <a:avLst/>
              <a:gdLst>
                <a:gd name="connsiteX0" fmla="*/ 95 w 56197"/>
                <a:gd name="connsiteY0" fmla="*/ 48387 h 77057"/>
                <a:gd name="connsiteX1" fmla="*/ 23717 w 56197"/>
                <a:gd name="connsiteY1" fmla="*/ 19812 h 77057"/>
                <a:gd name="connsiteX2" fmla="*/ 38767 w 56197"/>
                <a:gd name="connsiteY2" fmla="*/ 27527 h 77057"/>
                <a:gd name="connsiteX3" fmla="*/ 39053 w 56197"/>
                <a:gd name="connsiteY3" fmla="*/ 27527 h 77057"/>
                <a:gd name="connsiteX4" fmla="*/ 39053 w 56197"/>
                <a:gd name="connsiteY4" fmla="*/ 0 h 77057"/>
                <a:gd name="connsiteX5" fmla="*/ 56198 w 56197"/>
                <a:gd name="connsiteY5" fmla="*/ 0 h 77057"/>
                <a:gd name="connsiteX6" fmla="*/ 56198 w 56197"/>
                <a:gd name="connsiteY6" fmla="*/ 75343 h 77057"/>
                <a:gd name="connsiteX7" fmla="*/ 39720 w 56197"/>
                <a:gd name="connsiteY7" fmla="*/ 75343 h 77057"/>
                <a:gd name="connsiteX8" fmla="*/ 39720 w 56197"/>
                <a:gd name="connsiteY8" fmla="*/ 68104 h 77057"/>
                <a:gd name="connsiteX9" fmla="*/ 39529 w 56197"/>
                <a:gd name="connsiteY9" fmla="*/ 68104 h 77057"/>
                <a:gd name="connsiteX10" fmla="*/ 23622 w 56197"/>
                <a:gd name="connsiteY10" fmla="*/ 77057 h 77057"/>
                <a:gd name="connsiteX11" fmla="*/ 0 w 56197"/>
                <a:gd name="connsiteY11" fmla="*/ 48387 h 77057"/>
                <a:gd name="connsiteX12" fmla="*/ 39529 w 56197"/>
                <a:gd name="connsiteY12" fmla="*/ 48387 h 77057"/>
                <a:gd name="connsiteX13" fmla="*/ 28385 w 56197"/>
                <a:gd name="connsiteY13" fmla="*/ 32766 h 77057"/>
                <a:gd name="connsiteX14" fmla="*/ 17526 w 56197"/>
                <a:gd name="connsiteY14" fmla="*/ 48196 h 77057"/>
                <a:gd name="connsiteX15" fmla="*/ 28194 w 56197"/>
                <a:gd name="connsiteY15" fmla="*/ 63437 h 77057"/>
                <a:gd name="connsiteX16" fmla="*/ 39529 w 56197"/>
                <a:gd name="connsiteY16" fmla="*/ 48387 h 7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197" h="77057">
                  <a:moveTo>
                    <a:pt x="95" y="48387"/>
                  </a:moveTo>
                  <a:cubicBezTo>
                    <a:pt x="95" y="31528"/>
                    <a:pt x="9811" y="19812"/>
                    <a:pt x="23717" y="19812"/>
                  </a:cubicBezTo>
                  <a:cubicBezTo>
                    <a:pt x="31338" y="19812"/>
                    <a:pt x="35623" y="22955"/>
                    <a:pt x="38767" y="27527"/>
                  </a:cubicBezTo>
                  <a:lnTo>
                    <a:pt x="39053" y="27527"/>
                  </a:lnTo>
                  <a:lnTo>
                    <a:pt x="39053" y="0"/>
                  </a:lnTo>
                  <a:lnTo>
                    <a:pt x="56198" y="0"/>
                  </a:lnTo>
                  <a:lnTo>
                    <a:pt x="56198" y="75343"/>
                  </a:lnTo>
                  <a:lnTo>
                    <a:pt x="39720" y="75343"/>
                  </a:lnTo>
                  <a:lnTo>
                    <a:pt x="39720" y="68104"/>
                  </a:lnTo>
                  <a:lnTo>
                    <a:pt x="39529" y="68104"/>
                  </a:lnTo>
                  <a:cubicBezTo>
                    <a:pt x="36290" y="73723"/>
                    <a:pt x="30671" y="77057"/>
                    <a:pt x="23622" y="77057"/>
                  </a:cubicBezTo>
                  <a:cubicBezTo>
                    <a:pt x="9811" y="77057"/>
                    <a:pt x="0" y="66389"/>
                    <a:pt x="0" y="48387"/>
                  </a:cubicBezTo>
                  <a:close/>
                  <a:moveTo>
                    <a:pt x="39529" y="48387"/>
                  </a:moveTo>
                  <a:cubicBezTo>
                    <a:pt x="39529" y="39338"/>
                    <a:pt x="35814" y="32766"/>
                    <a:pt x="28385" y="32766"/>
                  </a:cubicBezTo>
                  <a:cubicBezTo>
                    <a:pt x="21527" y="32766"/>
                    <a:pt x="17526" y="39053"/>
                    <a:pt x="17526" y="48196"/>
                  </a:cubicBezTo>
                  <a:cubicBezTo>
                    <a:pt x="17526" y="57340"/>
                    <a:pt x="21527" y="63437"/>
                    <a:pt x="28194" y="63437"/>
                  </a:cubicBezTo>
                  <a:cubicBezTo>
                    <a:pt x="35338" y="63437"/>
                    <a:pt x="39529" y="57245"/>
                    <a:pt x="39529" y="48387"/>
                  </a:cubicBezTo>
                  <a:close/>
                </a:path>
              </a:pathLst>
            </a:custGeom>
            <a:solidFill>
              <a:srgbClr val="FFFFFF"/>
            </a:solidFill>
            <a:ln w="9525" cap="flat">
              <a:noFill/>
              <a:prstDash val="solid"/>
              <a:miter/>
            </a:ln>
          </p:spPr>
          <p:txBody>
            <a:bodyPr rtlCol="0" anchor="ctr"/>
            <a:lstStyle/>
            <a:p>
              <a:endParaRPr lang="en-AU"/>
            </a:p>
          </p:txBody>
        </p:sp>
      </p:grpSp>
      <p:grpSp>
        <p:nvGrpSpPr>
          <p:cNvPr id="7" name="Graphic 48">
            <a:extLst>
              <a:ext uri="{FF2B5EF4-FFF2-40B4-BE49-F238E27FC236}">
                <a16:creationId xmlns:a16="http://schemas.microsoft.com/office/drawing/2014/main" id="{78EB7DF9-4246-91AE-520D-AA96E9FD7795}"/>
              </a:ext>
            </a:extLst>
          </p:cNvPr>
          <p:cNvGrpSpPr/>
          <p:nvPr/>
        </p:nvGrpSpPr>
        <p:grpSpPr>
          <a:xfrm>
            <a:off x="1261641" y="1646522"/>
            <a:ext cx="5858112" cy="1573766"/>
            <a:chOff x="19266531" y="2166674"/>
            <a:chExt cx="1852898" cy="497776"/>
          </a:xfrm>
          <a:solidFill>
            <a:schemeClr val="bg1"/>
          </a:solidFill>
        </p:grpSpPr>
        <p:sp>
          <p:nvSpPr>
            <p:cNvPr id="25" name="Freeform: Shape 24">
              <a:extLst>
                <a:ext uri="{FF2B5EF4-FFF2-40B4-BE49-F238E27FC236}">
                  <a16:creationId xmlns:a16="http://schemas.microsoft.com/office/drawing/2014/main" id="{54318E09-AA33-7189-1CD0-2BCE95EE090A}"/>
                </a:ext>
              </a:extLst>
            </p:cNvPr>
            <p:cNvSpPr/>
            <p:nvPr/>
          </p:nvSpPr>
          <p:spPr>
            <a:xfrm>
              <a:off x="19266531" y="2166674"/>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5 h 497776"/>
                <a:gd name="connsiteX9" fmla="*/ 255270 w 362807"/>
                <a:gd name="connsiteY9" fmla="*/ 439865 h 497776"/>
                <a:gd name="connsiteX10" fmla="*/ 152495 w 362807"/>
                <a:gd name="connsiteY10" fmla="*/ 497776 h 497776"/>
                <a:gd name="connsiteX11" fmla="*/ 0 w 362807"/>
                <a:gd name="connsiteY11" fmla="*/ 312611 h 497776"/>
                <a:gd name="connsiteX12" fmla="*/ 254699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9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5"/>
                  </a:lnTo>
                  <a:lnTo>
                    <a:pt x="255270" y="439865"/>
                  </a:lnTo>
                  <a:cubicBezTo>
                    <a:pt x="234125" y="475964"/>
                    <a:pt x="198120" y="497776"/>
                    <a:pt x="152495" y="497776"/>
                  </a:cubicBezTo>
                  <a:cubicBezTo>
                    <a:pt x="63246" y="497776"/>
                    <a:pt x="0" y="429006"/>
                    <a:pt x="0" y="312611"/>
                  </a:cubicBezTo>
                  <a:close/>
                  <a:moveTo>
                    <a:pt x="254699" y="312515"/>
                  </a:moveTo>
                  <a:cubicBezTo>
                    <a:pt x="254699" y="253937"/>
                    <a:pt x="230886" y="211741"/>
                    <a:pt x="182499" y="211741"/>
                  </a:cubicBezTo>
                  <a:cubicBezTo>
                    <a:pt x="138208" y="211741"/>
                    <a:pt x="112395" y="252603"/>
                    <a:pt x="112395" y="311182"/>
                  </a:cubicBezTo>
                  <a:cubicBezTo>
                    <a:pt x="112395" y="369761"/>
                    <a:pt x="138303" y="409956"/>
                    <a:pt x="181166" y="409956"/>
                  </a:cubicBezTo>
                  <a:cubicBezTo>
                    <a:pt x="227457" y="409956"/>
                    <a:pt x="254699" y="369761"/>
                    <a:pt x="254699" y="312611"/>
                  </a:cubicBezTo>
                  <a:close/>
                </a:path>
              </a:pathLst>
            </a:custGeom>
            <a:grpFill/>
            <a:ln w="9525" cap="flat">
              <a:no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8A33B7AA-931B-37F6-E3A9-40195297115E}"/>
                </a:ext>
              </a:extLst>
            </p:cNvPr>
            <p:cNvSpPr/>
            <p:nvPr/>
          </p:nvSpPr>
          <p:spPr>
            <a:xfrm>
              <a:off x="19677249" y="2299452"/>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50 w 225361"/>
                <a:gd name="connsiteY4" fmla="*/ 0 h 354139"/>
                <a:gd name="connsiteX5" fmla="*/ 225362 w 225361"/>
                <a:gd name="connsiteY5" fmla="*/ 2762 h 354139"/>
                <a:gd name="connsiteX6" fmla="*/ 225362 w 225361"/>
                <a:gd name="connsiteY6" fmla="*/ 98108 h 354139"/>
                <a:gd name="connsiteX7" fmla="*/ 222600 w 225361"/>
                <a:gd name="connsiteY7" fmla="*/ 98108 h 354139"/>
                <a:gd name="connsiteX8" fmla="*/ 110966 w 225361"/>
                <a:gd name="connsiteY8" fmla="*/ 197549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4" y="18383"/>
                    <a:pt x="161354" y="0"/>
                    <a:pt x="203550" y="0"/>
                  </a:cubicBezTo>
                  <a:cubicBezTo>
                    <a:pt x="213741" y="0"/>
                    <a:pt x="220599" y="667"/>
                    <a:pt x="225362" y="2762"/>
                  </a:cubicBezTo>
                  <a:lnTo>
                    <a:pt x="225362" y="98108"/>
                  </a:lnTo>
                  <a:lnTo>
                    <a:pt x="222600" y="98108"/>
                  </a:lnTo>
                  <a:cubicBezTo>
                    <a:pt x="154496" y="88583"/>
                    <a:pt x="110966" y="121920"/>
                    <a:pt x="110966" y="197549"/>
                  </a:cubicBezTo>
                  <a:lnTo>
                    <a:pt x="110966" y="354139"/>
                  </a:lnTo>
                  <a:lnTo>
                    <a:pt x="0" y="354139"/>
                  </a:lnTo>
                  <a:lnTo>
                    <a:pt x="0" y="5525"/>
                  </a:lnTo>
                  <a:close/>
                </a:path>
              </a:pathLst>
            </a:custGeom>
            <a:grpFill/>
            <a:ln w="9525" cap="flat">
              <a:noFill/>
              <a:prstDash val="solid"/>
              <a:miter/>
            </a:ln>
          </p:spPr>
          <p:txBody>
            <a:bodyPr rtlCol="0" anchor="ctr"/>
            <a:lstStyle/>
            <a:p>
              <a:endParaRPr lang="en-AU"/>
            </a:p>
          </p:txBody>
        </p:sp>
        <p:sp>
          <p:nvSpPr>
            <p:cNvPr id="27" name="Freeform: Shape 26">
              <a:extLst>
                <a:ext uri="{FF2B5EF4-FFF2-40B4-BE49-F238E27FC236}">
                  <a16:creationId xmlns:a16="http://schemas.microsoft.com/office/drawing/2014/main" id="{8623AA1D-F0B0-B1D7-02CB-0AA22354566A}"/>
                </a:ext>
              </a:extLst>
            </p:cNvPr>
            <p:cNvSpPr/>
            <p:nvPr/>
          </p:nvSpPr>
          <p:spPr>
            <a:xfrm>
              <a:off x="19921661" y="2166674"/>
              <a:ext cx="110966" cy="486822"/>
            </a:xfrm>
            <a:custGeom>
              <a:avLst/>
              <a:gdLst>
                <a:gd name="connsiteX0" fmla="*/ 0 w 110966"/>
                <a:gd name="connsiteY0" fmla="*/ 0 h 486822"/>
                <a:gd name="connsiteX1" fmla="*/ 110966 w 110966"/>
                <a:gd name="connsiteY1" fmla="*/ 0 h 486822"/>
                <a:gd name="connsiteX2" fmla="*/ 110966 w 110966"/>
                <a:gd name="connsiteY2" fmla="*/ 89916 h 486822"/>
                <a:gd name="connsiteX3" fmla="*/ 0 w 110966"/>
                <a:gd name="connsiteY3" fmla="*/ 89916 h 486822"/>
                <a:gd name="connsiteX4" fmla="*/ 0 w 110966"/>
                <a:gd name="connsiteY4" fmla="*/ 0 h 486822"/>
                <a:gd name="connsiteX5" fmla="*/ 0 w 110966"/>
                <a:gd name="connsiteY5" fmla="*/ 138208 h 486822"/>
                <a:gd name="connsiteX6" fmla="*/ 110966 w 110966"/>
                <a:gd name="connsiteY6" fmla="*/ 138208 h 486822"/>
                <a:gd name="connsiteX7" fmla="*/ 110966 w 110966"/>
                <a:gd name="connsiteY7" fmla="*/ 486823 h 486822"/>
                <a:gd name="connsiteX8" fmla="*/ 0 w 110966"/>
                <a:gd name="connsiteY8" fmla="*/ 486823 h 486822"/>
                <a:gd name="connsiteX9" fmla="*/ 0 w 110966"/>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6"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grpFill/>
            <a:ln w="9525" cap="flat">
              <a:noFill/>
              <a:prstDash val="solid"/>
              <a:miter/>
            </a:ln>
          </p:spPr>
          <p:txBody>
            <a:bodyPr rtlCol="0" anchor="ctr"/>
            <a:lstStyle/>
            <a:p>
              <a:endParaRPr lang="en-AU"/>
            </a:p>
          </p:txBody>
        </p:sp>
        <p:sp>
          <p:nvSpPr>
            <p:cNvPr id="28" name="Freeform: Shape 27">
              <a:extLst>
                <a:ext uri="{FF2B5EF4-FFF2-40B4-BE49-F238E27FC236}">
                  <a16:creationId xmlns:a16="http://schemas.microsoft.com/office/drawing/2014/main" id="{E5126398-F7BD-A2E0-B098-7EA289D06E11}"/>
                </a:ext>
              </a:extLst>
            </p:cNvPr>
            <p:cNvSpPr/>
            <p:nvPr/>
          </p:nvSpPr>
          <p:spPr>
            <a:xfrm>
              <a:off x="20047009" y="2304881"/>
              <a:ext cx="360807" cy="348615"/>
            </a:xfrm>
            <a:custGeom>
              <a:avLst/>
              <a:gdLst>
                <a:gd name="connsiteX0" fmla="*/ 0 w 360807"/>
                <a:gd name="connsiteY0" fmla="*/ 0 h 348615"/>
                <a:gd name="connsiteX1" fmla="*/ 114395 w 360807"/>
                <a:gd name="connsiteY1" fmla="*/ 0 h 348615"/>
                <a:gd name="connsiteX2" fmla="*/ 162020 w 360807"/>
                <a:gd name="connsiteY2" fmla="*/ 157258 h 348615"/>
                <a:gd name="connsiteX3" fmla="*/ 181070 w 360807"/>
                <a:gd name="connsiteY3" fmla="*/ 227362 h 348615"/>
                <a:gd name="connsiteX4" fmla="*/ 182404 w 360807"/>
                <a:gd name="connsiteY4" fmla="*/ 227362 h 348615"/>
                <a:gd name="connsiteX5" fmla="*/ 201454 w 360807"/>
                <a:gd name="connsiteY5" fmla="*/ 157258 h 348615"/>
                <a:gd name="connsiteX6" fmla="*/ 249841 w 360807"/>
                <a:gd name="connsiteY6" fmla="*/ 0 h 348615"/>
                <a:gd name="connsiteX7" fmla="*/ 360807 w 360807"/>
                <a:gd name="connsiteY7" fmla="*/ 0 h 348615"/>
                <a:gd name="connsiteX8" fmla="*/ 240316 w 360807"/>
                <a:gd name="connsiteY8" fmla="*/ 348615 h 348615"/>
                <a:gd name="connsiteX9" fmla="*/ 120491 w 360807"/>
                <a:gd name="connsiteY9" fmla="*/ 348615 h 348615"/>
                <a:gd name="connsiteX10" fmla="*/ 0 w 360807"/>
                <a:gd name="connsiteY10" fmla="*/ 0 h 34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5">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grpFill/>
            <a:ln w="9525" cap="flat">
              <a:noFill/>
              <a:prstDash val="solid"/>
              <a:miter/>
            </a:ln>
          </p:spPr>
          <p:txBody>
            <a:bodyPr rtlCol="0" anchor="ctr"/>
            <a:lstStyle/>
            <a:p>
              <a:endParaRPr lang="en-AU"/>
            </a:p>
          </p:txBody>
        </p:sp>
        <p:sp>
          <p:nvSpPr>
            <p:cNvPr id="29" name="Freeform: Shape 28">
              <a:extLst>
                <a:ext uri="{FF2B5EF4-FFF2-40B4-BE49-F238E27FC236}">
                  <a16:creationId xmlns:a16="http://schemas.microsoft.com/office/drawing/2014/main" id="{16137EFA-BE9D-9340-920B-7BB593FCA9C5}"/>
                </a:ext>
              </a:extLst>
            </p:cNvPr>
            <p:cNvSpPr/>
            <p:nvPr/>
          </p:nvSpPr>
          <p:spPr>
            <a:xfrm>
              <a:off x="20392100" y="2294690"/>
              <a:ext cx="359589" cy="369093"/>
            </a:xfrm>
            <a:custGeom>
              <a:avLst/>
              <a:gdLst>
                <a:gd name="connsiteX0" fmla="*/ 95 w 359589"/>
                <a:gd name="connsiteY0" fmla="*/ 183833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9 h 369093"/>
                <a:gd name="connsiteX7" fmla="*/ 353473 w 359589"/>
                <a:gd name="connsiteY7" fmla="*/ 254699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3"/>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9"/>
                  </a:cubicBezTo>
                  <a:lnTo>
                    <a:pt x="353473" y="254699"/>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grpFill/>
            <a:ln w="9525" cap="flat">
              <a:noFill/>
              <a:prstDash val="solid"/>
              <a:miter/>
            </a:ln>
          </p:spPr>
          <p:txBody>
            <a:bodyPr rtlCol="0" anchor="ctr"/>
            <a:lstStyle/>
            <a:p>
              <a:endParaRPr lang="en-AU"/>
            </a:p>
          </p:txBody>
        </p:sp>
        <p:sp>
          <p:nvSpPr>
            <p:cNvPr id="30" name="Freeform: Shape 29">
              <a:extLst>
                <a:ext uri="{FF2B5EF4-FFF2-40B4-BE49-F238E27FC236}">
                  <a16:creationId xmlns:a16="http://schemas.microsoft.com/office/drawing/2014/main" id="{7C9809E6-F6F0-F071-6DCB-CE12E982B9BC}"/>
                </a:ext>
              </a:extLst>
            </p:cNvPr>
            <p:cNvSpPr/>
            <p:nvPr/>
          </p:nvSpPr>
          <p:spPr>
            <a:xfrm>
              <a:off x="20781768" y="2294595"/>
              <a:ext cx="337661" cy="358901"/>
            </a:xfrm>
            <a:custGeom>
              <a:avLst/>
              <a:gdLst>
                <a:gd name="connsiteX0" fmla="*/ 0 w 337661"/>
                <a:gd name="connsiteY0" fmla="*/ 10287 h 358901"/>
                <a:gd name="connsiteX1" fmla="*/ 106871 w 337661"/>
                <a:gd name="connsiteY1" fmla="*/ 10287 h 358901"/>
                <a:gd name="connsiteX2" fmla="*/ 106871 w 337661"/>
                <a:gd name="connsiteY2" fmla="*/ 57912 h 358901"/>
                <a:gd name="connsiteX3" fmla="*/ 108871 w 337661"/>
                <a:gd name="connsiteY3" fmla="*/ 57912 h 358901"/>
                <a:gd name="connsiteX4" fmla="*/ 216503 w 337661"/>
                <a:gd name="connsiteY4" fmla="*/ 0 h 358901"/>
                <a:gd name="connsiteX5" fmla="*/ 337661 w 337661"/>
                <a:gd name="connsiteY5" fmla="*/ 132112 h 358901"/>
                <a:gd name="connsiteX6" fmla="*/ 337661 w 337661"/>
                <a:gd name="connsiteY6" fmla="*/ 358902 h 358901"/>
                <a:gd name="connsiteX7" fmla="*/ 226695 w 337661"/>
                <a:gd name="connsiteY7" fmla="*/ 358902 h 358901"/>
                <a:gd name="connsiteX8" fmla="*/ 226695 w 337661"/>
                <a:gd name="connsiteY8" fmla="*/ 154591 h 358901"/>
                <a:gd name="connsiteX9" fmla="*/ 172212 w 337661"/>
                <a:gd name="connsiteY9" fmla="*/ 92583 h 358901"/>
                <a:gd name="connsiteX10" fmla="*/ 110966 w 337661"/>
                <a:gd name="connsiteY10" fmla="*/ 166116 h 358901"/>
                <a:gd name="connsiteX11" fmla="*/ 110966 w 337661"/>
                <a:gd name="connsiteY11" fmla="*/ 358807 h 358901"/>
                <a:gd name="connsiteX12" fmla="*/ 0 w 337661"/>
                <a:gd name="connsiteY12" fmla="*/ 358807 h 358901"/>
                <a:gd name="connsiteX13" fmla="*/ 0 w 337661"/>
                <a:gd name="connsiteY13" fmla="*/ 10192 h 35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7661" h="358901">
                  <a:moveTo>
                    <a:pt x="0" y="10287"/>
                  </a:moveTo>
                  <a:lnTo>
                    <a:pt x="106871" y="10287"/>
                  </a:lnTo>
                  <a:lnTo>
                    <a:pt x="106871" y="57912"/>
                  </a:lnTo>
                  <a:lnTo>
                    <a:pt x="108871" y="57912"/>
                  </a:lnTo>
                  <a:cubicBezTo>
                    <a:pt x="134779" y="20479"/>
                    <a:pt x="168116" y="0"/>
                    <a:pt x="216503" y="0"/>
                  </a:cubicBezTo>
                  <a:cubicBezTo>
                    <a:pt x="292798" y="0"/>
                    <a:pt x="337661" y="54483"/>
                    <a:pt x="337661" y="132112"/>
                  </a:cubicBezTo>
                  <a:lnTo>
                    <a:pt x="337661" y="358902"/>
                  </a:lnTo>
                  <a:lnTo>
                    <a:pt x="226695" y="358902"/>
                  </a:lnTo>
                  <a:lnTo>
                    <a:pt x="226695" y="154591"/>
                  </a:lnTo>
                  <a:cubicBezTo>
                    <a:pt x="226695" y="117824"/>
                    <a:pt x="208312" y="92583"/>
                    <a:pt x="172212" y="92583"/>
                  </a:cubicBezTo>
                  <a:cubicBezTo>
                    <a:pt x="136112" y="92583"/>
                    <a:pt x="110966" y="123253"/>
                    <a:pt x="110966" y="166116"/>
                  </a:cubicBezTo>
                  <a:lnTo>
                    <a:pt x="110966" y="358807"/>
                  </a:lnTo>
                  <a:lnTo>
                    <a:pt x="0" y="358807"/>
                  </a:lnTo>
                  <a:lnTo>
                    <a:pt x="0" y="10192"/>
                  </a:lnTo>
                  <a:close/>
                </a:path>
              </a:pathLst>
            </a:custGeom>
            <a:grpFill/>
            <a:ln w="9525" cap="flat">
              <a:noFill/>
              <a:prstDash val="solid"/>
              <a:miter/>
            </a:ln>
          </p:spPr>
          <p:txBody>
            <a:bodyPr rtlCol="0" anchor="ctr"/>
            <a:lstStyle/>
            <a:p>
              <a:endParaRPr lang="en-AU"/>
            </a:p>
          </p:txBody>
        </p:sp>
      </p:grpSp>
      <p:sp>
        <p:nvSpPr>
          <p:cNvPr id="8" name="Freeform: Shape 7">
            <a:extLst>
              <a:ext uri="{FF2B5EF4-FFF2-40B4-BE49-F238E27FC236}">
                <a16:creationId xmlns:a16="http://schemas.microsoft.com/office/drawing/2014/main" id="{C92D95A6-9985-6906-C4CC-4187E08BA257}"/>
              </a:ext>
            </a:extLst>
          </p:cNvPr>
          <p:cNvSpPr/>
          <p:nvPr/>
        </p:nvSpPr>
        <p:spPr>
          <a:xfrm>
            <a:off x="1912107" y="3407600"/>
            <a:ext cx="689013" cy="1463850"/>
          </a:xfrm>
          <a:custGeom>
            <a:avLst/>
            <a:gdLst>
              <a:gd name="connsiteX0" fmla="*/ 46291 w 217932"/>
              <a:gd name="connsiteY0" fmla="*/ 366998 h 463010"/>
              <a:gd name="connsiteX1" fmla="*/ 46291 w 217932"/>
              <a:gd name="connsiteY1" fmla="*/ 179737 h 463010"/>
              <a:gd name="connsiteX2" fmla="*/ 0 w 217932"/>
              <a:gd name="connsiteY2" fmla="*/ 179737 h 463010"/>
              <a:gd name="connsiteX3" fmla="*/ 0 w 217932"/>
              <a:gd name="connsiteY3" fmla="*/ 110300 h 463010"/>
              <a:gd name="connsiteX4" fmla="*/ 46291 w 217932"/>
              <a:gd name="connsiteY4" fmla="*/ 110300 h 463010"/>
              <a:gd name="connsiteX5" fmla="*/ 46291 w 217932"/>
              <a:gd name="connsiteY5" fmla="*/ 0 h 463010"/>
              <a:gd name="connsiteX6" fmla="*/ 154591 w 217932"/>
              <a:gd name="connsiteY6" fmla="*/ 0 h 463010"/>
              <a:gd name="connsiteX7" fmla="*/ 154591 w 217932"/>
              <a:gd name="connsiteY7" fmla="*/ 110300 h 463010"/>
              <a:gd name="connsiteX8" fmla="*/ 217932 w 217932"/>
              <a:gd name="connsiteY8" fmla="*/ 110300 h 463010"/>
              <a:gd name="connsiteX9" fmla="*/ 217932 w 217932"/>
              <a:gd name="connsiteY9" fmla="*/ 179737 h 463010"/>
              <a:gd name="connsiteX10" fmla="*/ 154591 w 217932"/>
              <a:gd name="connsiteY10" fmla="*/ 179737 h 463010"/>
              <a:gd name="connsiteX11" fmla="*/ 154591 w 217932"/>
              <a:gd name="connsiteY11" fmla="*/ 343186 h 463010"/>
              <a:gd name="connsiteX12" fmla="*/ 193453 w 217932"/>
              <a:gd name="connsiteY12" fmla="*/ 377190 h 463010"/>
              <a:gd name="connsiteX13" fmla="*/ 217932 w 217932"/>
              <a:gd name="connsiteY13" fmla="*/ 376523 h 463010"/>
              <a:gd name="connsiteX14" fmla="*/ 217932 w 217932"/>
              <a:gd name="connsiteY14" fmla="*/ 457581 h 463010"/>
              <a:gd name="connsiteX15" fmla="*/ 157353 w 217932"/>
              <a:gd name="connsiteY15" fmla="*/ 463010 h 463010"/>
              <a:gd name="connsiteX16" fmla="*/ 46387 w 217932"/>
              <a:gd name="connsiteY16" fmla="*/ 366998 h 46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7932" h="463010">
                <a:moveTo>
                  <a:pt x="46291" y="366998"/>
                </a:moveTo>
                <a:lnTo>
                  <a:pt x="46291" y="179737"/>
                </a:lnTo>
                <a:lnTo>
                  <a:pt x="0" y="179737"/>
                </a:lnTo>
                <a:lnTo>
                  <a:pt x="0" y="110300"/>
                </a:lnTo>
                <a:lnTo>
                  <a:pt x="46291" y="110300"/>
                </a:lnTo>
                <a:lnTo>
                  <a:pt x="46291" y="0"/>
                </a:lnTo>
                <a:lnTo>
                  <a:pt x="154591" y="0"/>
                </a:lnTo>
                <a:lnTo>
                  <a:pt x="154591" y="110300"/>
                </a:lnTo>
                <a:lnTo>
                  <a:pt x="217932" y="110300"/>
                </a:lnTo>
                <a:lnTo>
                  <a:pt x="217932" y="179737"/>
                </a:lnTo>
                <a:lnTo>
                  <a:pt x="154591" y="179737"/>
                </a:lnTo>
                <a:lnTo>
                  <a:pt x="154591" y="343186"/>
                </a:lnTo>
                <a:cubicBezTo>
                  <a:pt x="154591" y="370427"/>
                  <a:pt x="169545" y="377190"/>
                  <a:pt x="193453" y="377190"/>
                </a:cubicBezTo>
                <a:cubicBezTo>
                  <a:pt x="202978" y="377190"/>
                  <a:pt x="213836" y="376523"/>
                  <a:pt x="217932" y="376523"/>
                </a:cubicBezTo>
                <a:lnTo>
                  <a:pt x="217932" y="457581"/>
                </a:lnTo>
                <a:cubicBezTo>
                  <a:pt x="208407" y="460343"/>
                  <a:pt x="187261" y="463010"/>
                  <a:pt x="157353" y="463010"/>
                </a:cubicBezTo>
                <a:cubicBezTo>
                  <a:pt x="92678" y="463010"/>
                  <a:pt x="46387" y="441865"/>
                  <a:pt x="46387" y="366998"/>
                </a:cubicBezTo>
                <a:close/>
              </a:path>
            </a:pathLst>
          </a:custGeom>
          <a:solidFill>
            <a:schemeClr val="bg1"/>
          </a:solidFill>
          <a:ln w="9525" cap="flat">
            <a:noFill/>
            <a:prstDash val="solid"/>
            <a:miter/>
          </a:ln>
        </p:spPr>
        <p:txBody>
          <a:bodyPr rtlCol="0" anchor="ctr"/>
          <a:lstStyle/>
          <a:p>
            <a:endParaRPr lang="en-AU"/>
          </a:p>
        </p:txBody>
      </p:sp>
      <p:grpSp>
        <p:nvGrpSpPr>
          <p:cNvPr id="9" name="Graphic 48">
            <a:extLst>
              <a:ext uri="{FF2B5EF4-FFF2-40B4-BE49-F238E27FC236}">
                <a16:creationId xmlns:a16="http://schemas.microsoft.com/office/drawing/2014/main" id="{F3AA34F3-FE61-914D-9578-2D950AB9709D}"/>
              </a:ext>
            </a:extLst>
          </p:cNvPr>
          <p:cNvGrpSpPr/>
          <p:nvPr/>
        </p:nvGrpSpPr>
        <p:grpSpPr>
          <a:xfrm>
            <a:off x="4105925" y="3319366"/>
            <a:ext cx="6699805" cy="1573766"/>
            <a:chOff x="20166167" y="2695788"/>
            <a:chExt cx="2119122" cy="497776"/>
          </a:xfrm>
          <a:solidFill>
            <a:schemeClr val="bg1"/>
          </a:solidFill>
        </p:grpSpPr>
        <p:sp>
          <p:nvSpPr>
            <p:cNvPr id="17" name="Freeform: Shape 16">
              <a:extLst>
                <a:ext uri="{FF2B5EF4-FFF2-40B4-BE49-F238E27FC236}">
                  <a16:creationId xmlns:a16="http://schemas.microsoft.com/office/drawing/2014/main" id="{2EE58A11-4C4F-630B-DEF2-5532091DC82A}"/>
                </a:ext>
              </a:extLst>
            </p:cNvPr>
            <p:cNvSpPr/>
            <p:nvPr/>
          </p:nvSpPr>
          <p:spPr>
            <a:xfrm>
              <a:off x="20166167" y="2695788"/>
              <a:ext cx="362807" cy="497776"/>
            </a:xfrm>
            <a:custGeom>
              <a:avLst/>
              <a:gdLst>
                <a:gd name="connsiteX0" fmla="*/ 0 w 362807"/>
                <a:gd name="connsiteY0" fmla="*/ 312515 h 497776"/>
                <a:gd name="connsiteX1" fmla="*/ 152495 w 362807"/>
                <a:gd name="connsiteY1" fmla="*/ 128016 h 497776"/>
                <a:gd name="connsiteX2" fmla="*/ 249841 w 362807"/>
                <a:gd name="connsiteY2" fmla="*/ 177737 h 497776"/>
                <a:gd name="connsiteX3" fmla="*/ 251841 w 362807"/>
                <a:gd name="connsiteY3" fmla="*/ 177737 h 497776"/>
                <a:gd name="connsiteX4" fmla="*/ 251841 w 362807"/>
                <a:gd name="connsiteY4" fmla="*/ 0 h 497776"/>
                <a:gd name="connsiteX5" fmla="*/ 362808 w 362807"/>
                <a:gd name="connsiteY5" fmla="*/ 0 h 497776"/>
                <a:gd name="connsiteX6" fmla="*/ 362808 w 362807"/>
                <a:gd name="connsiteY6" fmla="*/ 486823 h 497776"/>
                <a:gd name="connsiteX7" fmla="*/ 256604 w 362807"/>
                <a:gd name="connsiteY7" fmla="*/ 486823 h 497776"/>
                <a:gd name="connsiteX8" fmla="*/ 256604 w 362807"/>
                <a:gd name="connsiteY8" fmla="*/ 439864 h 497776"/>
                <a:gd name="connsiteX9" fmla="*/ 255270 w 362807"/>
                <a:gd name="connsiteY9" fmla="*/ 439864 h 497776"/>
                <a:gd name="connsiteX10" fmla="*/ 152495 w 362807"/>
                <a:gd name="connsiteY10" fmla="*/ 497777 h 497776"/>
                <a:gd name="connsiteX11" fmla="*/ 0 w 362807"/>
                <a:gd name="connsiteY11" fmla="*/ 312611 h 497776"/>
                <a:gd name="connsiteX12" fmla="*/ 254698 w 362807"/>
                <a:gd name="connsiteY12" fmla="*/ 312515 h 497776"/>
                <a:gd name="connsiteX13" fmla="*/ 182499 w 362807"/>
                <a:gd name="connsiteY13" fmla="*/ 211741 h 497776"/>
                <a:gd name="connsiteX14" fmla="*/ 112395 w 362807"/>
                <a:gd name="connsiteY14" fmla="*/ 311182 h 497776"/>
                <a:gd name="connsiteX15" fmla="*/ 181166 w 362807"/>
                <a:gd name="connsiteY15" fmla="*/ 409956 h 497776"/>
                <a:gd name="connsiteX16" fmla="*/ 254698 w 362807"/>
                <a:gd name="connsiteY16" fmla="*/ 312611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07" h="497776">
                  <a:moveTo>
                    <a:pt x="0" y="312515"/>
                  </a:moveTo>
                  <a:cubicBezTo>
                    <a:pt x="0" y="203549"/>
                    <a:pt x="62675" y="128016"/>
                    <a:pt x="152495" y="128016"/>
                  </a:cubicBezTo>
                  <a:cubicBezTo>
                    <a:pt x="201549" y="128016"/>
                    <a:pt x="229458" y="148400"/>
                    <a:pt x="249841" y="177737"/>
                  </a:cubicBezTo>
                  <a:lnTo>
                    <a:pt x="251841" y="177737"/>
                  </a:lnTo>
                  <a:lnTo>
                    <a:pt x="251841" y="0"/>
                  </a:lnTo>
                  <a:lnTo>
                    <a:pt x="362808" y="0"/>
                  </a:lnTo>
                  <a:lnTo>
                    <a:pt x="362808" y="486823"/>
                  </a:lnTo>
                  <a:lnTo>
                    <a:pt x="256604" y="486823"/>
                  </a:lnTo>
                  <a:lnTo>
                    <a:pt x="256604" y="439864"/>
                  </a:lnTo>
                  <a:lnTo>
                    <a:pt x="255270" y="439864"/>
                  </a:lnTo>
                  <a:cubicBezTo>
                    <a:pt x="234125" y="475964"/>
                    <a:pt x="198120" y="497777"/>
                    <a:pt x="152495" y="497777"/>
                  </a:cubicBezTo>
                  <a:cubicBezTo>
                    <a:pt x="63246" y="497777"/>
                    <a:pt x="0" y="429006"/>
                    <a:pt x="0" y="312611"/>
                  </a:cubicBezTo>
                  <a:close/>
                  <a:moveTo>
                    <a:pt x="254698" y="312515"/>
                  </a:moveTo>
                  <a:cubicBezTo>
                    <a:pt x="254698" y="253937"/>
                    <a:pt x="230886" y="211741"/>
                    <a:pt x="182499" y="211741"/>
                  </a:cubicBezTo>
                  <a:cubicBezTo>
                    <a:pt x="138208" y="211741"/>
                    <a:pt x="112395" y="252603"/>
                    <a:pt x="112395" y="311182"/>
                  </a:cubicBezTo>
                  <a:cubicBezTo>
                    <a:pt x="112395" y="369761"/>
                    <a:pt x="138303" y="409956"/>
                    <a:pt x="181166" y="409956"/>
                  </a:cubicBezTo>
                  <a:cubicBezTo>
                    <a:pt x="227457" y="409956"/>
                    <a:pt x="254698" y="369761"/>
                    <a:pt x="254698" y="312611"/>
                  </a:cubicBezTo>
                  <a:close/>
                </a:path>
              </a:pathLst>
            </a:custGeom>
            <a:grpFill/>
            <a:ln w="9525"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C412B763-16E6-6F10-06D4-C0CCEB64F4A2}"/>
                </a:ext>
              </a:extLst>
            </p:cNvPr>
            <p:cNvSpPr/>
            <p:nvPr/>
          </p:nvSpPr>
          <p:spPr>
            <a:xfrm>
              <a:off x="20559645"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2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1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2" y="0"/>
                    <a:pt x="179165" y="0"/>
                  </a:cubicBezTo>
                  <a:cubicBezTo>
                    <a:pt x="228886" y="0"/>
                    <a:pt x="268320" y="16383"/>
                    <a:pt x="298323" y="43625"/>
                  </a:cubicBezTo>
                  <a:cubicBezTo>
                    <a:pt x="339852" y="81725"/>
                    <a:pt x="360331" y="142399"/>
                    <a:pt x="359569" y="213170"/>
                  </a:cubicBezTo>
                  <a:lnTo>
                    <a:pt x="108966" y="213170"/>
                  </a:lnTo>
                  <a:cubicBezTo>
                    <a:pt x="115729" y="260128"/>
                    <a:pt x="141637" y="289465"/>
                    <a:pt x="187262" y="289465"/>
                  </a:cubicBezTo>
                  <a:cubicBezTo>
                    <a:pt x="216504" y="289465"/>
                    <a:pt x="235648" y="276511"/>
                    <a:pt x="245173" y="254698"/>
                  </a:cubicBezTo>
                  <a:lnTo>
                    <a:pt x="353473" y="254698"/>
                  </a:lnTo>
                  <a:cubicBezTo>
                    <a:pt x="345948" y="286036"/>
                    <a:pt x="325564" y="315944"/>
                    <a:pt x="294894" y="337090"/>
                  </a:cubicBezTo>
                  <a:cubicBezTo>
                    <a:pt x="265652" y="357473"/>
                    <a:pt x="230220" y="369094"/>
                    <a:pt x="185928" y="369094"/>
                  </a:cubicBezTo>
                  <a:cubicBezTo>
                    <a:pt x="70866" y="369094"/>
                    <a:pt x="0" y="289465"/>
                    <a:pt x="0" y="183928"/>
                  </a:cubicBezTo>
                  <a:close/>
                  <a:moveTo>
                    <a:pt x="247269" y="147066"/>
                  </a:moveTo>
                  <a:cubicBezTo>
                    <a:pt x="243174" y="105537"/>
                    <a:pt x="217265" y="78962"/>
                    <a:pt x="181261" y="78962"/>
                  </a:cubicBezTo>
                  <a:cubicBezTo>
                    <a:pt x="139065" y="78962"/>
                    <a:pt x="117253" y="105537"/>
                    <a:pt x="109728" y="147066"/>
                  </a:cubicBezTo>
                  <a:lnTo>
                    <a:pt x="247269" y="147066"/>
                  </a:lnTo>
                  <a:close/>
                </a:path>
              </a:pathLst>
            </a:custGeom>
            <a:grpFill/>
            <a:ln w="9525"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1E0B9C8A-63EB-1061-8024-096FCD054D12}"/>
                </a:ext>
              </a:extLst>
            </p:cNvPr>
            <p:cNvSpPr/>
            <p:nvPr/>
          </p:nvSpPr>
          <p:spPr>
            <a:xfrm>
              <a:off x="20949980" y="2695788"/>
              <a:ext cx="112394" cy="486822"/>
            </a:xfrm>
            <a:custGeom>
              <a:avLst/>
              <a:gdLst>
                <a:gd name="connsiteX0" fmla="*/ 0 w 112394"/>
                <a:gd name="connsiteY0" fmla="*/ 0 h 486822"/>
                <a:gd name="connsiteX1" fmla="*/ 112395 w 112394"/>
                <a:gd name="connsiteY1" fmla="*/ 0 h 486822"/>
                <a:gd name="connsiteX2" fmla="*/ 112395 w 112394"/>
                <a:gd name="connsiteY2" fmla="*/ 486823 h 486822"/>
                <a:gd name="connsiteX3" fmla="*/ 0 w 112394"/>
                <a:gd name="connsiteY3" fmla="*/ 486823 h 486822"/>
                <a:gd name="connsiteX4" fmla="*/ 0 w 112394"/>
                <a:gd name="connsiteY4" fmla="*/ 0 h 486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4" h="486822">
                  <a:moveTo>
                    <a:pt x="0" y="0"/>
                  </a:moveTo>
                  <a:lnTo>
                    <a:pt x="112395" y="0"/>
                  </a:lnTo>
                  <a:lnTo>
                    <a:pt x="112395" y="486823"/>
                  </a:lnTo>
                  <a:lnTo>
                    <a:pt x="0" y="486823"/>
                  </a:lnTo>
                  <a:lnTo>
                    <a:pt x="0" y="0"/>
                  </a:lnTo>
                  <a:close/>
                </a:path>
              </a:pathLst>
            </a:custGeom>
            <a:grpFill/>
            <a:ln w="9525"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3F179186-E381-FCB7-CCC3-705F7963062B}"/>
                </a:ext>
              </a:extLst>
            </p:cNvPr>
            <p:cNvSpPr/>
            <p:nvPr/>
          </p:nvSpPr>
          <p:spPr>
            <a:xfrm>
              <a:off x="21109333" y="2695788"/>
              <a:ext cx="110965" cy="486822"/>
            </a:xfrm>
            <a:custGeom>
              <a:avLst/>
              <a:gdLst>
                <a:gd name="connsiteX0" fmla="*/ 0 w 110965"/>
                <a:gd name="connsiteY0" fmla="*/ 0 h 486822"/>
                <a:gd name="connsiteX1" fmla="*/ 110966 w 110965"/>
                <a:gd name="connsiteY1" fmla="*/ 0 h 486822"/>
                <a:gd name="connsiteX2" fmla="*/ 110966 w 110965"/>
                <a:gd name="connsiteY2" fmla="*/ 89916 h 486822"/>
                <a:gd name="connsiteX3" fmla="*/ 0 w 110965"/>
                <a:gd name="connsiteY3" fmla="*/ 89916 h 486822"/>
                <a:gd name="connsiteX4" fmla="*/ 0 w 110965"/>
                <a:gd name="connsiteY4" fmla="*/ 0 h 486822"/>
                <a:gd name="connsiteX5" fmla="*/ 0 w 110965"/>
                <a:gd name="connsiteY5" fmla="*/ 138208 h 486822"/>
                <a:gd name="connsiteX6" fmla="*/ 110966 w 110965"/>
                <a:gd name="connsiteY6" fmla="*/ 138208 h 486822"/>
                <a:gd name="connsiteX7" fmla="*/ 110966 w 110965"/>
                <a:gd name="connsiteY7" fmla="*/ 486823 h 486822"/>
                <a:gd name="connsiteX8" fmla="*/ 0 w 110965"/>
                <a:gd name="connsiteY8" fmla="*/ 486823 h 486822"/>
                <a:gd name="connsiteX9" fmla="*/ 0 w 110965"/>
                <a:gd name="connsiteY9" fmla="*/ 138208 h 48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965" h="486822">
                  <a:moveTo>
                    <a:pt x="0" y="0"/>
                  </a:moveTo>
                  <a:lnTo>
                    <a:pt x="110966" y="0"/>
                  </a:lnTo>
                  <a:lnTo>
                    <a:pt x="110966" y="89916"/>
                  </a:lnTo>
                  <a:lnTo>
                    <a:pt x="0" y="89916"/>
                  </a:lnTo>
                  <a:lnTo>
                    <a:pt x="0" y="0"/>
                  </a:lnTo>
                  <a:close/>
                  <a:moveTo>
                    <a:pt x="0" y="138208"/>
                  </a:moveTo>
                  <a:lnTo>
                    <a:pt x="110966" y="138208"/>
                  </a:lnTo>
                  <a:lnTo>
                    <a:pt x="110966" y="486823"/>
                  </a:lnTo>
                  <a:lnTo>
                    <a:pt x="0" y="486823"/>
                  </a:lnTo>
                  <a:lnTo>
                    <a:pt x="0" y="138208"/>
                  </a:lnTo>
                  <a:close/>
                </a:path>
              </a:pathLst>
            </a:custGeom>
            <a:grpFill/>
            <a:ln w="9525"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6967FE5B-CA40-336D-E254-E6D3053A3348}"/>
                </a:ext>
              </a:extLst>
            </p:cNvPr>
            <p:cNvSpPr/>
            <p:nvPr/>
          </p:nvSpPr>
          <p:spPr>
            <a:xfrm>
              <a:off x="21234586" y="2833995"/>
              <a:ext cx="360807" cy="348614"/>
            </a:xfrm>
            <a:custGeom>
              <a:avLst/>
              <a:gdLst>
                <a:gd name="connsiteX0" fmla="*/ 0 w 360807"/>
                <a:gd name="connsiteY0" fmla="*/ 0 h 348614"/>
                <a:gd name="connsiteX1" fmla="*/ 114395 w 360807"/>
                <a:gd name="connsiteY1" fmla="*/ 0 h 348614"/>
                <a:gd name="connsiteX2" fmla="*/ 162020 w 360807"/>
                <a:gd name="connsiteY2" fmla="*/ 157258 h 348614"/>
                <a:gd name="connsiteX3" fmla="*/ 181070 w 360807"/>
                <a:gd name="connsiteY3" fmla="*/ 227362 h 348614"/>
                <a:gd name="connsiteX4" fmla="*/ 182404 w 360807"/>
                <a:gd name="connsiteY4" fmla="*/ 227362 h 348614"/>
                <a:gd name="connsiteX5" fmla="*/ 201454 w 360807"/>
                <a:gd name="connsiteY5" fmla="*/ 157258 h 348614"/>
                <a:gd name="connsiteX6" fmla="*/ 249841 w 360807"/>
                <a:gd name="connsiteY6" fmla="*/ 0 h 348614"/>
                <a:gd name="connsiteX7" fmla="*/ 360807 w 360807"/>
                <a:gd name="connsiteY7" fmla="*/ 0 h 348614"/>
                <a:gd name="connsiteX8" fmla="*/ 240316 w 360807"/>
                <a:gd name="connsiteY8" fmla="*/ 348615 h 348614"/>
                <a:gd name="connsiteX9" fmla="*/ 120491 w 360807"/>
                <a:gd name="connsiteY9" fmla="*/ 348615 h 348614"/>
                <a:gd name="connsiteX10" fmla="*/ 0 w 360807"/>
                <a:gd name="connsiteY10" fmla="*/ 0 h 34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807" h="348614">
                  <a:moveTo>
                    <a:pt x="0" y="0"/>
                  </a:moveTo>
                  <a:lnTo>
                    <a:pt x="114395" y="0"/>
                  </a:lnTo>
                  <a:lnTo>
                    <a:pt x="162020" y="157258"/>
                  </a:lnTo>
                  <a:cubicBezTo>
                    <a:pt x="172212" y="192024"/>
                    <a:pt x="181070" y="227362"/>
                    <a:pt x="181070" y="227362"/>
                  </a:cubicBezTo>
                  <a:lnTo>
                    <a:pt x="182404" y="227362"/>
                  </a:lnTo>
                  <a:cubicBezTo>
                    <a:pt x="182404" y="227362"/>
                    <a:pt x="191262" y="191929"/>
                    <a:pt x="201454" y="157258"/>
                  </a:cubicBezTo>
                  <a:lnTo>
                    <a:pt x="249841" y="0"/>
                  </a:lnTo>
                  <a:lnTo>
                    <a:pt x="360807" y="0"/>
                  </a:lnTo>
                  <a:lnTo>
                    <a:pt x="240316" y="348615"/>
                  </a:lnTo>
                  <a:lnTo>
                    <a:pt x="120491" y="348615"/>
                  </a:lnTo>
                  <a:lnTo>
                    <a:pt x="0" y="0"/>
                  </a:lnTo>
                  <a:close/>
                </a:path>
              </a:pathLst>
            </a:custGeom>
            <a:grpFill/>
            <a:ln w="9525"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AE28B5B2-584D-07EB-CFC4-0015736B87F5}"/>
                </a:ext>
              </a:extLst>
            </p:cNvPr>
            <p:cNvSpPr/>
            <p:nvPr/>
          </p:nvSpPr>
          <p:spPr>
            <a:xfrm>
              <a:off x="21579773" y="2823804"/>
              <a:ext cx="359589" cy="369093"/>
            </a:xfrm>
            <a:custGeom>
              <a:avLst/>
              <a:gdLst>
                <a:gd name="connsiteX0" fmla="*/ 95 w 359589"/>
                <a:gd name="connsiteY0" fmla="*/ 183832 h 369093"/>
                <a:gd name="connsiteX1" fmla="*/ 179165 w 359589"/>
                <a:gd name="connsiteY1" fmla="*/ 0 h 369093"/>
                <a:gd name="connsiteX2" fmla="*/ 298323 w 359589"/>
                <a:gd name="connsiteY2" fmla="*/ 43625 h 369093"/>
                <a:gd name="connsiteX3" fmla="*/ 359569 w 359589"/>
                <a:gd name="connsiteY3" fmla="*/ 213170 h 369093"/>
                <a:gd name="connsiteX4" fmla="*/ 108966 w 359589"/>
                <a:gd name="connsiteY4" fmla="*/ 213170 h 369093"/>
                <a:gd name="connsiteX5" fmla="*/ 187261 w 359589"/>
                <a:gd name="connsiteY5" fmla="*/ 289465 h 369093"/>
                <a:gd name="connsiteX6" fmla="*/ 245173 w 359589"/>
                <a:gd name="connsiteY6" fmla="*/ 254698 h 369093"/>
                <a:gd name="connsiteX7" fmla="*/ 353473 w 359589"/>
                <a:gd name="connsiteY7" fmla="*/ 254698 h 369093"/>
                <a:gd name="connsiteX8" fmla="*/ 294894 w 359589"/>
                <a:gd name="connsiteY8" fmla="*/ 337090 h 369093"/>
                <a:gd name="connsiteX9" fmla="*/ 185928 w 359589"/>
                <a:gd name="connsiteY9" fmla="*/ 369094 h 369093"/>
                <a:gd name="connsiteX10" fmla="*/ 0 w 359589"/>
                <a:gd name="connsiteY10" fmla="*/ 183928 h 369093"/>
                <a:gd name="connsiteX11" fmla="*/ 247269 w 359589"/>
                <a:gd name="connsiteY11" fmla="*/ 147066 h 369093"/>
                <a:gd name="connsiteX12" fmla="*/ 181260 w 359589"/>
                <a:gd name="connsiteY12" fmla="*/ 78962 h 369093"/>
                <a:gd name="connsiteX13" fmla="*/ 109728 w 359589"/>
                <a:gd name="connsiteY13" fmla="*/ 147066 h 369093"/>
                <a:gd name="connsiteX14" fmla="*/ 247269 w 359589"/>
                <a:gd name="connsiteY14" fmla="*/ 147066 h 36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589" h="369093">
                  <a:moveTo>
                    <a:pt x="95" y="183832"/>
                  </a:moveTo>
                  <a:cubicBezTo>
                    <a:pt x="95" y="79629"/>
                    <a:pt x="72961" y="0"/>
                    <a:pt x="179165" y="0"/>
                  </a:cubicBezTo>
                  <a:cubicBezTo>
                    <a:pt x="228885" y="0"/>
                    <a:pt x="268319" y="16383"/>
                    <a:pt x="298323" y="43625"/>
                  </a:cubicBezTo>
                  <a:cubicBezTo>
                    <a:pt x="339852" y="81725"/>
                    <a:pt x="360330" y="142399"/>
                    <a:pt x="359569" y="213170"/>
                  </a:cubicBezTo>
                  <a:lnTo>
                    <a:pt x="108966" y="213170"/>
                  </a:lnTo>
                  <a:cubicBezTo>
                    <a:pt x="115728" y="260128"/>
                    <a:pt x="141637" y="289465"/>
                    <a:pt x="187261" y="289465"/>
                  </a:cubicBezTo>
                  <a:cubicBezTo>
                    <a:pt x="216503" y="289465"/>
                    <a:pt x="235648" y="276511"/>
                    <a:pt x="245173" y="254698"/>
                  </a:cubicBezTo>
                  <a:lnTo>
                    <a:pt x="353473" y="254698"/>
                  </a:lnTo>
                  <a:cubicBezTo>
                    <a:pt x="345948" y="286036"/>
                    <a:pt x="325564" y="315944"/>
                    <a:pt x="294894" y="337090"/>
                  </a:cubicBezTo>
                  <a:cubicBezTo>
                    <a:pt x="265652" y="357473"/>
                    <a:pt x="230219" y="369094"/>
                    <a:pt x="185928" y="369094"/>
                  </a:cubicBezTo>
                  <a:cubicBezTo>
                    <a:pt x="70866" y="369094"/>
                    <a:pt x="0" y="289465"/>
                    <a:pt x="0" y="183928"/>
                  </a:cubicBezTo>
                  <a:close/>
                  <a:moveTo>
                    <a:pt x="247269" y="147066"/>
                  </a:moveTo>
                  <a:cubicBezTo>
                    <a:pt x="243173" y="105537"/>
                    <a:pt x="217265" y="78962"/>
                    <a:pt x="181260" y="78962"/>
                  </a:cubicBezTo>
                  <a:cubicBezTo>
                    <a:pt x="139065" y="78962"/>
                    <a:pt x="117253" y="105537"/>
                    <a:pt x="109728" y="147066"/>
                  </a:cubicBezTo>
                  <a:lnTo>
                    <a:pt x="247269" y="147066"/>
                  </a:lnTo>
                  <a:close/>
                </a:path>
              </a:pathLst>
            </a:custGeom>
            <a:grpFill/>
            <a:ln w="9525"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99BDF2E3-1197-3144-4DE1-0422458417C4}"/>
                </a:ext>
              </a:extLst>
            </p:cNvPr>
            <p:cNvSpPr/>
            <p:nvPr/>
          </p:nvSpPr>
          <p:spPr>
            <a:xfrm>
              <a:off x="21969345" y="2828566"/>
              <a:ext cx="225361" cy="354139"/>
            </a:xfrm>
            <a:custGeom>
              <a:avLst/>
              <a:gdLst>
                <a:gd name="connsiteX0" fmla="*/ 0 w 225361"/>
                <a:gd name="connsiteY0" fmla="*/ 5429 h 354139"/>
                <a:gd name="connsiteX1" fmla="*/ 106204 w 225361"/>
                <a:gd name="connsiteY1" fmla="*/ 5429 h 354139"/>
                <a:gd name="connsiteX2" fmla="*/ 106204 w 225361"/>
                <a:gd name="connsiteY2" fmla="*/ 59912 h 354139"/>
                <a:gd name="connsiteX3" fmla="*/ 108204 w 225361"/>
                <a:gd name="connsiteY3" fmla="*/ 59912 h 354139"/>
                <a:gd name="connsiteX4" fmla="*/ 203549 w 225361"/>
                <a:gd name="connsiteY4" fmla="*/ 0 h 354139"/>
                <a:gd name="connsiteX5" fmla="*/ 225362 w 225361"/>
                <a:gd name="connsiteY5" fmla="*/ 2762 h 354139"/>
                <a:gd name="connsiteX6" fmla="*/ 225362 w 225361"/>
                <a:gd name="connsiteY6" fmla="*/ 98107 h 354139"/>
                <a:gd name="connsiteX7" fmla="*/ 222599 w 225361"/>
                <a:gd name="connsiteY7" fmla="*/ 98107 h 354139"/>
                <a:gd name="connsiteX8" fmla="*/ 110966 w 225361"/>
                <a:gd name="connsiteY8" fmla="*/ 197548 h 354139"/>
                <a:gd name="connsiteX9" fmla="*/ 110966 w 225361"/>
                <a:gd name="connsiteY9" fmla="*/ 354139 h 354139"/>
                <a:gd name="connsiteX10" fmla="*/ 0 w 225361"/>
                <a:gd name="connsiteY10" fmla="*/ 354139 h 354139"/>
                <a:gd name="connsiteX11" fmla="*/ 0 w 225361"/>
                <a:gd name="connsiteY11" fmla="*/ 5525 h 35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5361" h="354139">
                  <a:moveTo>
                    <a:pt x="0" y="5429"/>
                  </a:moveTo>
                  <a:lnTo>
                    <a:pt x="106204" y="5429"/>
                  </a:lnTo>
                  <a:lnTo>
                    <a:pt x="106204" y="59912"/>
                  </a:lnTo>
                  <a:lnTo>
                    <a:pt x="108204" y="59912"/>
                  </a:lnTo>
                  <a:cubicBezTo>
                    <a:pt x="132683" y="18383"/>
                    <a:pt x="161354" y="0"/>
                    <a:pt x="203549" y="0"/>
                  </a:cubicBezTo>
                  <a:cubicBezTo>
                    <a:pt x="213741" y="0"/>
                    <a:pt x="220599" y="667"/>
                    <a:pt x="225362" y="2762"/>
                  </a:cubicBezTo>
                  <a:lnTo>
                    <a:pt x="225362" y="98107"/>
                  </a:lnTo>
                  <a:lnTo>
                    <a:pt x="222599" y="98107"/>
                  </a:lnTo>
                  <a:cubicBezTo>
                    <a:pt x="154496" y="88582"/>
                    <a:pt x="110966" y="121920"/>
                    <a:pt x="110966" y="197548"/>
                  </a:cubicBezTo>
                  <a:lnTo>
                    <a:pt x="110966" y="354139"/>
                  </a:lnTo>
                  <a:lnTo>
                    <a:pt x="0" y="354139"/>
                  </a:lnTo>
                  <a:lnTo>
                    <a:pt x="0" y="5525"/>
                  </a:lnTo>
                  <a:close/>
                </a:path>
              </a:pathLst>
            </a:custGeom>
            <a:grpFill/>
            <a:ln w="9525"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A5C47AAB-7388-FC47-F8A1-9625C3F94B5F}"/>
                </a:ext>
              </a:extLst>
            </p:cNvPr>
            <p:cNvSpPr/>
            <p:nvPr/>
          </p:nvSpPr>
          <p:spPr>
            <a:xfrm>
              <a:off x="22168894" y="3068215"/>
              <a:ext cx="116395" cy="114395"/>
            </a:xfrm>
            <a:custGeom>
              <a:avLst/>
              <a:gdLst>
                <a:gd name="connsiteX0" fmla="*/ 0 w 116395"/>
                <a:gd name="connsiteY0" fmla="*/ 0 h 114395"/>
                <a:gd name="connsiteX1" fmla="*/ 116396 w 116395"/>
                <a:gd name="connsiteY1" fmla="*/ 0 h 114395"/>
                <a:gd name="connsiteX2" fmla="*/ 116396 w 116395"/>
                <a:gd name="connsiteY2" fmla="*/ 114395 h 114395"/>
                <a:gd name="connsiteX3" fmla="*/ 0 w 116395"/>
                <a:gd name="connsiteY3" fmla="*/ 114395 h 114395"/>
                <a:gd name="connsiteX4" fmla="*/ 0 w 116395"/>
                <a:gd name="connsiteY4" fmla="*/ 0 h 114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114395">
                  <a:moveTo>
                    <a:pt x="0" y="0"/>
                  </a:moveTo>
                  <a:lnTo>
                    <a:pt x="116396" y="0"/>
                  </a:lnTo>
                  <a:lnTo>
                    <a:pt x="116396" y="114395"/>
                  </a:lnTo>
                  <a:lnTo>
                    <a:pt x="0" y="114395"/>
                  </a:lnTo>
                  <a:lnTo>
                    <a:pt x="0" y="0"/>
                  </a:lnTo>
                  <a:close/>
                </a:path>
              </a:pathLst>
            </a:custGeom>
            <a:grpFill/>
            <a:ln w="9525" cap="flat">
              <a:noFill/>
              <a:prstDash val="solid"/>
              <a:miter/>
            </a:ln>
          </p:spPr>
          <p:txBody>
            <a:bodyPr rtlCol="0" anchor="ctr"/>
            <a:lstStyle/>
            <a:p>
              <a:endParaRPr lang="en-AU"/>
            </a:p>
          </p:txBody>
        </p:sp>
      </p:grpSp>
      <p:sp>
        <p:nvSpPr>
          <p:cNvPr id="10" name="Freeform: Shape 9">
            <a:extLst>
              <a:ext uri="{FF2B5EF4-FFF2-40B4-BE49-F238E27FC236}">
                <a16:creationId xmlns:a16="http://schemas.microsoft.com/office/drawing/2014/main" id="{104C4DC1-EF4C-7B5C-AD13-8DB67AC85C77}"/>
              </a:ext>
            </a:extLst>
          </p:cNvPr>
          <p:cNvSpPr/>
          <p:nvPr/>
        </p:nvSpPr>
        <p:spPr>
          <a:xfrm>
            <a:off x="2645689" y="3726206"/>
            <a:ext cx="1180476" cy="1180473"/>
          </a:xfrm>
          <a:custGeom>
            <a:avLst/>
            <a:gdLst>
              <a:gd name="connsiteX0" fmla="*/ 373380 w 373380"/>
              <a:gd name="connsiteY0" fmla="*/ 186690 h 373379"/>
              <a:gd name="connsiteX1" fmla="*/ 186690 w 373380"/>
              <a:gd name="connsiteY1" fmla="*/ 373380 h 373379"/>
              <a:gd name="connsiteX2" fmla="*/ 0 w 373380"/>
              <a:gd name="connsiteY2" fmla="*/ 186690 h 373379"/>
              <a:gd name="connsiteX3" fmla="*/ 186690 w 373380"/>
              <a:gd name="connsiteY3" fmla="*/ 0 h 373379"/>
              <a:gd name="connsiteX4" fmla="*/ 373380 w 373380"/>
              <a:gd name="connsiteY4" fmla="*/ 186690 h 37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80" h="373379">
                <a:moveTo>
                  <a:pt x="373380" y="186690"/>
                </a:moveTo>
                <a:cubicBezTo>
                  <a:pt x="373380" y="289750"/>
                  <a:pt x="289846" y="373380"/>
                  <a:pt x="186690" y="373380"/>
                </a:cubicBezTo>
                <a:cubicBezTo>
                  <a:pt x="83534" y="373380"/>
                  <a:pt x="0" y="289846"/>
                  <a:pt x="0" y="186690"/>
                </a:cubicBezTo>
                <a:cubicBezTo>
                  <a:pt x="0" y="83534"/>
                  <a:pt x="83534" y="0"/>
                  <a:pt x="186690" y="0"/>
                </a:cubicBezTo>
                <a:cubicBezTo>
                  <a:pt x="289846" y="0"/>
                  <a:pt x="373380" y="83534"/>
                  <a:pt x="373380" y="186690"/>
                </a:cubicBezTo>
              </a:path>
            </a:pathLst>
          </a:custGeom>
          <a:solidFill>
            <a:schemeClr val="bg1"/>
          </a:solidFill>
          <a:ln w="9525" cap="flat">
            <a:noFill/>
            <a:prstDash val="solid"/>
            <a:miter/>
          </a:ln>
        </p:spPr>
        <p:txBody>
          <a:bodyPr rtlCol="0" anchor="ctr"/>
          <a:lstStyle/>
          <a:p>
            <a:endParaRPr lang="en-AU"/>
          </a:p>
        </p:txBody>
      </p:sp>
      <p:grpSp>
        <p:nvGrpSpPr>
          <p:cNvPr id="11" name="Graphic 48">
            <a:extLst>
              <a:ext uri="{FF2B5EF4-FFF2-40B4-BE49-F238E27FC236}">
                <a16:creationId xmlns:a16="http://schemas.microsoft.com/office/drawing/2014/main" id="{BB2CA9DB-ECEA-EF17-978E-6F7B6508482E}"/>
              </a:ext>
            </a:extLst>
          </p:cNvPr>
          <p:cNvGrpSpPr/>
          <p:nvPr/>
        </p:nvGrpSpPr>
        <p:grpSpPr>
          <a:xfrm>
            <a:off x="2823662" y="4167078"/>
            <a:ext cx="776646" cy="243623"/>
            <a:chOff x="19760592" y="2963916"/>
            <a:chExt cx="245650" cy="77057"/>
          </a:xfrm>
          <a:solidFill>
            <a:schemeClr val="tx1"/>
          </a:solidFill>
        </p:grpSpPr>
        <p:sp>
          <p:nvSpPr>
            <p:cNvPr id="12" name="Freeform: Shape 11">
              <a:extLst>
                <a:ext uri="{FF2B5EF4-FFF2-40B4-BE49-F238E27FC236}">
                  <a16:creationId xmlns:a16="http://schemas.microsoft.com/office/drawing/2014/main" id="{73D88253-6297-FA8A-CB6A-DCA32353402A}"/>
                </a:ext>
              </a:extLst>
            </p:cNvPr>
            <p:cNvSpPr/>
            <p:nvPr/>
          </p:nvSpPr>
          <p:spPr>
            <a:xfrm>
              <a:off x="19760592" y="2983823"/>
              <a:ext cx="54292" cy="57150"/>
            </a:xfrm>
            <a:custGeom>
              <a:avLst/>
              <a:gdLst>
                <a:gd name="connsiteX0" fmla="*/ 95 w 54292"/>
                <a:gd name="connsiteY0" fmla="*/ 28575 h 57150"/>
                <a:gd name="connsiteX1" fmla="*/ 28290 w 54292"/>
                <a:gd name="connsiteY1" fmla="*/ 0 h 57150"/>
                <a:gd name="connsiteX2" fmla="*/ 53912 w 54292"/>
                <a:gd name="connsiteY2" fmla="*/ 20669 h 57150"/>
                <a:gd name="connsiteX3" fmla="*/ 37338 w 54292"/>
                <a:gd name="connsiteY3" fmla="*/ 20669 h 57150"/>
                <a:gd name="connsiteX4" fmla="*/ 28480 w 54292"/>
                <a:gd name="connsiteY4" fmla="*/ 12668 h 57150"/>
                <a:gd name="connsiteX5" fmla="*/ 17431 w 54292"/>
                <a:gd name="connsiteY5" fmla="*/ 28575 h 57150"/>
                <a:gd name="connsiteX6" fmla="*/ 28480 w 54292"/>
                <a:gd name="connsiteY6" fmla="*/ 44291 h 57150"/>
                <a:gd name="connsiteX7" fmla="*/ 37815 w 54292"/>
                <a:gd name="connsiteY7" fmla="*/ 35052 h 57150"/>
                <a:gd name="connsiteX8" fmla="*/ 54293 w 54292"/>
                <a:gd name="connsiteY8" fmla="*/ 35052 h 57150"/>
                <a:gd name="connsiteX9" fmla="*/ 28670 w 54292"/>
                <a:gd name="connsiteY9" fmla="*/ 57150 h 57150"/>
                <a:gd name="connsiteX10" fmla="*/ 0 w 54292"/>
                <a:gd name="connsiteY10"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92" h="57150">
                  <a:moveTo>
                    <a:pt x="95" y="28575"/>
                  </a:moveTo>
                  <a:cubicBezTo>
                    <a:pt x="95" y="12383"/>
                    <a:pt x="11240" y="0"/>
                    <a:pt x="28290" y="0"/>
                  </a:cubicBezTo>
                  <a:cubicBezTo>
                    <a:pt x="42958" y="0"/>
                    <a:pt x="52293" y="8572"/>
                    <a:pt x="53912" y="20669"/>
                  </a:cubicBezTo>
                  <a:lnTo>
                    <a:pt x="37338" y="20669"/>
                  </a:lnTo>
                  <a:cubicBezTo>
                    <a:pt x="36291" y="15812"/>
                    <a:pt x="33338" y="12668"/>
                    <a:pt x="28480" y="12668"/>
                  </a:cubicBezTo>
                  <a:cubicBezTo>
                    <a:pt x="21146" y="12668"/>
                    <a:pt x="17431" y="18764"/>
                    <a:pt x="17431" y="28575"/>
                  </a:cubicBezTo>
                  <a:cubicBezTo>
                    <a:pt x="17431" y="38386"/>
                    <a:pt x="21146" y="44291"/>
                    <a:pt x="28480" y="44291"/>
                  </a:cubicBezTo>
                  <a:cubicBezTo>
                    <a:pt x="33814" y="44291"/>
                    <a:pt x="37148" y="41148"/>
                    <a:pt x="37815" y="35052"/>
                  </a:cubicBezTo>
                  <a:lnTo>
                    <a:pt x="54293" y="35052"/>
                  </a:lnTo>
                  <a:cubicBezTo>
                    <a:pt x="53912" y="47530"/>
                    <a:pt x="44006" y="57150"/>
                    <a:pt x="28670" y="57150"/>
                  </a:cubicBezTo>
                  <a:cubicBezTo>
                    <a:pt x="11240" y="57150"/>
                    <a:pt x="0" y="44863"/>
                    <a:pt x="0" y="28575"/>
                  </a:cubicBezTo>
                  <a:close/>
                </a:path>
              </a:pathLst>
            </a:custGeom>
            <a:grpFill/>
            <a:ln w="9525" cap="flat">
              <a:noFill/>
              <a:prstDash val="solid"/>
              <a:miter/>
            </a:ln>
          </p:spPr>
          <p:txBody>
            <a:bodyPr rtlCol="0" anchor="ctr"/>
            <a:lstStyle/>
            <a:p>
              <a:endParaRPr lang="en-AU"/>
            </a:p>
          </p:txBody>
        </p:sp>
        <p:sp>
          <p:nvSpPr>
            <p:cNvPr id="13" name="Freeform: Shape 12">
              <a:extLst>
                <a:ext uri="{FF2B5EF4-FFF2-40B4-BE49-F238E27FC236}">
                  <a16:creationId xmlns:a16="http://schemas.microsoft.com/office/drawing/2014/main" id="{0C783E20-25DB-8C61-F8BA-E3959663A8A2}"/>
                </a:ext>
              </a:extLst>
            </p:cNvPr>
            <p:cNvSpPr/>
            <p:nvPr/>
          </p:nvSpPr>
          <p:spPr>
            <a:xfrm>
              <a:off x="19816981" y="2963916"/>
              <a:ext cx="17430" cy="75342"/>
            </a:xfrm>
            <a:custGeom>
              <a:avLst/>
              <a:gdLst>
                <a:gd name="connsiteX0" fmla="*/ 0 w 17430"/>
                <a:gd name="connsiteY0" fmla="*/ 0 h 75342"/>
                <a:gd name="connsiteX1" fmla="*/ 17430 w 17430"/>
                <a:gd name="connsiteY1" fmla="*/ 0 h 75342"/>
                <a:gd name="connsiteX2" fmla="*/ 17430 w 17430"/>
                <a:gd name="connsiteY2" fmla="*/ 75343 h 75342"/>
                <a:gd name="connsiteX3" fmla="*/ 0 w 17430"/>
                <a:gd name="connsiteY3" fmla="*/ 75343 h 75342"/>
                <a:gd name="connsiteX4" fmla="*/ 0 w 17430"/>
                <a:gd name="connsiteY4" fmla="*/ 0 h 75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0" h="75342">
                  <a:moveTo>
                    <a:pt x="0" y="0"/>
                  </a:moveTo>
                  <a:lnTo>
                    <a:pt x="17430" y="0"/>
                  </a:lnTo>
                  <a:lnTo>
                    <a:pt x="17430" y="75343"/>
                  </a:lnTo>
                  <a:lnTo>
                    <a:pt x="0" y="75343"/>
                  </a:lnTo>
                  <a:lnTo>
                    <a:pt x="0" y="0"/>
                  </a:lnTo>
                  <a:close/>
                </a:path>
              </a:pathLst>
            </a:custGeom>
            <a:grpFill/>
            <a:ln w="9525" cap="flat">
              <a:no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25946FC2-A6A3-AFC6-73B8-57932DED526B}"/>
                </a:ext>
              </a:extLst>
            </p:cNvPr>
            <p:cNvSpPr/>
            <p:nvPr/>
          </p:nvSpPr>
          <p:spPr>
            <a:xfrm>
              <a:off x="19836507" y="2983823"/>
              <a:ext cx="57626" cy="57150"/>
            </a:xfrm>
            <a:custGeom>
              <a:avLst/>
              <a:gdLst>
                <a:gd name="connsiteX0" fmla="*/ 0 w 57626"/>
                <a:gd name="connsiteY0" fmla="*/ 28575 h 57150"/>
                <a:gd name="connsiteX1" fmla="*/ 28860 w 57626"/>
                <a:gd name="connsiteY1" fmla="*/ 0 h 57150"/>
                <a:gd name="connsiteX2" fmla="*/ 57626 w 57626"/>
                <a:gd name="connsiteY2" fmla="*/ 28575 h 57150"/>
                <a:gd name="connsiteX3" fmla="*/ 28860 w 57626"/>
                <a:gd name="connsiteY3" fmla="*/ 57150 h 57150"/>
                <a:gd name="connsiteX4" fmla="*/ 0 w 57626"/>
                <a:gd name="connsiteY4" fmla="*/ 28575 h 57150"/>
                <a:gd name="connsiteX5" fmla="*/ 40291 w 57626"/>
                <a:gd name="connsiteY5" fmla="*/ 28575 h 57150"/>
                <a:gd name="connsiteX6" fmla="*/ 28766 w 57626"/>
                <a:gd name="connsiteY6" fmla="*/ 12097 h 57150"/>
                <a:gd name="connsiteX7" fmla="*/ 17336 w 57626"/>
                <a:gd name="connsiteY7" fmla="*/ 28575 h 57150"/>
                <a:gd name="connsiteX8" fmla="*/ 28766 w 57626"/>
                <a:gd name="connsiteY8" fmla="*/ 44863 h 57150"/>
                <a:gd name="connsiteX9" fmla="*/ 40291 w 57626"/>
                <a:gd name="connsiteY9" fmla="*/ 2857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626" h="57150">
                  <a:moveTo>
                    <a:pt x="0" y="28575"/>
                  </a:moveTo>
                  <a:cubicBezTo>
                    <a:pt x="0" y="12383"/>
                    <a:pt x="11620" y="0"/>
                    <a:pt x="28860" y="0"/>
                  </a:cubicBezTo>
                  <a:cubicBezTo>
                    <a:pt x="46101" y="0"/>
                    <a:pt x="57626" y="12287"/>
                    <a:pt x="57626" y="28575"/>
                  </a:cubicBezTo>
                  <a:cubicBezTo>
                    <a:pt x="57626" y="44863"/>
                    <a:pt x="46196" y="57150"/>
                    <a:pt x="28860" y="57150"/>
                  </a:cubicBezTo>
                  <a:cubicBezTo>
                    <a:pt x="11525" y="57150"/>
                    <a:pt x="0" y="44863"/>
                    <a:pt x="0" y="28575"/>
                  </a:cubicBezTo>
                  <a:close/>
                  <a:moveTo>
                    <a:pt x="40291" y="28575"/>
                  </a:moveTo>
                  <a:cubicBezTo>
                    <a:pt x="40291" y="18764"/>
                    <a:pt x="36290" y="12097"/>
                    <a:pt x="28766" y="12097"/>
                  </a:cubicBezTo>
                  <a:cubicBezTo>
                    <a:pt x="21241" y="12097"/>
                    <a:pt x="17336" y="18764"/>
                    <a:pt x="17336" y="28575"/>
                  </a:cubicBezTo>
                  <a:cubicBezTo>
                    <a:pt x="17336" y="38386"/>
                    <a:pt x="21241" y="44863"/>
                    <a:pt x="28766" y="44863"/>
                  </a:cubicBezTo>
                  <a:cubicBezTo>
                    <a:pt x="36290" y="44863"/>
                    <a:pt x="40291" y="38291"/>
                    <a:pt x="40291" y="28575"/>
                  </a:cubicBezTo>
                  <a:close/>
                </a:path>
              </a:pathLst>
            </a:custGeom>
            <a:grpFill/>
            <a:ln w="9525" cap="flat">
              <a:no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B5E16E1F-A89E-7CA4-017B-159D79391F36}"/>
                </a:ext>
              </a:extLst>
            </p:cNvPr>
            <p:cNvSpPr/>
            <p:nvPr/>
          </p:nvSpPr>
          <p:spPr>
            <a:xfrm>
              <a:off x="19895752" y="2985347"/>
              <a:ext cx="51816" cy="55435"/>
            </a:xfrm>
            <a:custGeom>
              <a:avLst/>
              <a:gdLst>
                <a:gd name="connsiteX0" fmla="*/ 0 w 51816"/>
                <a:gd name="connsiteY0" fmla="*/ 35433 h 55435"/>
                <a:gd name="connsiteX1" fmla="*/ 0 w 51816"/>
                <a:gd name="connsiteY1" fmla="*/ 0 h 55435"/>
                <a:gd name="connsiteX2" fmla="*/ 17050 w 51816"/>
                <a:gd name="connsiteY2" fmla="*/ 0 h 55435"/>
                <a:gd name="connsiteX3" fmla="*/ 17050 w 51816"/>
                <a:gd name="connsiteY3" fmla="*/ 31813 h 55435"/>
                <a:gd name="connsiteX4" fmla="*/ 25146 w 51816"/>
                <a:gd name="connsiteY4" fmla="*/ 40958 h 55435"/>
                <a:gd name="connsiteX5" fmla="*/ 34671 w 51816"/>
                <a:gd name="connsiteY5" fmla="*/ 30099 h 55435"/>
                <a:gd name="connsiteX6" fmla="*/ 34671 w 51816"/>
                <a:gd name="connsiteY6" fmla="*/ 0 h 55435"/>
                <a:gd name="connsiteX7" fmla="*/ 51816 w 51816"/>
                <a:gd name="connsiteY7" fmla="*/ 0 h 55435"/>
                <a:gd name="connsiteX8" fmla="*/ 51816 w 51816"/>
                <a:gd name="connsiteY8" fmla="*/ 53912 h 55435"/>
                <a:gd name="connsiteX9" fmla="*/ 35338 w 51816"/>
                <a:gd name="connsiteY9" fmla="*/ 53912 h 55435"/>
                <a:gd name="connsiteX10" fmla="*/ 35338 w 51816"/>
                <a:gd name="connsiteY10" fmla="*/ 47244 h 55435"/>
                <a:gd name="connsiteX11" fmla="*/ 35053 w 51816"/>
                <a:gd name="connsiteY11" fmla="*/ 47244 h 55435"/>
                <a:gd name="connsiteX12" fmla="*/ 18955 w 51816"/>
                <a:gd name="connsiteY12" fmla="*/ 55436 h 55435"/>
                <a:gd name="connsiteX13" fmla="*/ 0 w 51816"/>
                <a:gd name="connsiteY13" fmla="*/ 35338 h 5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16" h="55435">
                  <a:moveTo>
                    <a:pt x="0" y="35433"/>
                  </a:moveTo>
                  <a:lnTo>
                    <a:pt x="0" y="0"/>
                  </a:lnTo>
                  <a:lnTo>
                    <a:pt x="17050" y="0"/>
                  </a:lnTo>
                  <a:lnTo>
                    <a:pt x="17050" y="31813"/>
                  </a:lnTo>
                  <a:cubicBezTo>
                    <a:pt x="17050" y="37719"/>
                    <a:pt x="19717" y="40958"/>
                    <a:pt x="25146" y="40958"/>
                  </a:cubicBezTo>
                  <a:cubicBezTo>
                    <a:pt x="31052" y="40958"/>
                    <a:pt x="34671" y="36576"/>
                    <a:pt x="34671" y="30099"/>
                  </a:cubicBezTo>
                  <a:lnTo>
                    <a:pt x="34671" y="0"/>
                  </a:lnTo>
                  <a:lnTo>
                    <a:pt x="51816" y="0"/>
                  </a:lnTo>
                  <a:lnTo>
                    <a:pt x="51816" y="53912"/>
                  </a:lnTo>
                  <a:lnTo>
                    <a:pt x="35338" y="53912"/>
                  </a:lnTo>
                  <a:lnTo>
                    <a:pt x="35338" y="47244"/>
                  </a:lnTo>
                  <a:lnTo>
                    <a:pt x="35053" y="47244"/>
                  </a:lnTo>
                  <a:cubicBezTo>
                    <a:pt x="31147" y="52483"/>
                    <a:pt x="26384" y="55436"/>
                    <a:pt x="18955" y="55436"/>
                  </a:cubicBezTo>
                  <a:cubicBezTo>
                    <a:pt x="6478" y="55436"/>
                    <a:pt x="0" y="47339"/>
                    <a:pt x="0" y="35338"/>
                  </a:cubicBezTo>
                  <a:close/>
                </a:path>
              </a:pathLst>
            </a:custGeom>
            <a:grpFill/>
            <a:ln w="9525"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080D8434-B739-A741-82AB-EC90F004B7AF}"/>
                </a:ext>
              </a:extLst>
            </p:cNvPr>
            <p:cNvSpPr/>
            <p:nvPr/>
          </p:nvSpPr>
          <p:spPr>
            <a:xfrm>
              <a:off x="19950045" y="2963916"/>
              <a:ext cx="56197" cy="77057"/>
            </a:xfrm>
            <a:custGeom>
              <a:avLst/>
              <a:gdLst>
                <a:gd name="connsiteX0" fmla="*/ 95 w 56197"/>
                <a:gd name="connsiteY0" fmla="*/ 48387 h 77057"/>
                <a:gd name="connsiteX1" fmla="*/ 23717 w 56197"/>
                <a:gd name="connsiteY1" fmla="*/ 19812 h 77057"/>
                <a:gd name="connsiteX2" fmla="*/ 38767 w 56197"/>
                <a:gd name="connsiteY2" fmla="*/ 27527 h 77057"/>
                <a:gd name="connsiteX3" fmla="*/ 39053 w 56197"/>
                <a:gd name="connsiteY3" fmla="*/ 27527 h 77057"/>
                <a:gd name="connsiteX4" fmla="*/ 39053 w 56197"/>
                <a:gd name="connsiteY4" fmla="*/ 0 h 77057"/>
                <a:gd name="connsiteX5" fmla="*/ 56198 w 56197"/>
                <a:gd name="connsiteY5" fmla="*/ 0 h 77057"/>
                <a:gd name="connsiteX6" fmla="*/ 56198 w 56197"/>
                <a:gd name="connsiteY6" fmla="*/ 75343 h 77057"/>
                <a:gd name="connsiteX7" fmla="*/ 39720 w 56197"/>
                <a:gd name="connsiteY7" fmla="*/ 75343 h 77057"/>
                <a:gd name="connsiteX8" fmla="*/ 39720 w 56197"/>
                <a:gd name="connsiteY8" fmla="*/ 68104 h 77057"/>
                <a:gd name="connsiteX9" fmla="*/ 39529 w 56197"/>
                <a:gd name="connsiteY9" fmla="*/ 68104 h 77057"/>
                <a:gd name="connsiteX10" fmla="*/ 23622 w 56197"/>
                <a:gd name="connsiteY10" fmla="*/ 77057 h 77057"/>
                <a:gd name="connsiteX11" fmla="*/ 0 w 56197"/>
                <a:gd name="connsiteY11" fmla="*/ 48387 h 77057"/>
                <a:gd name="connsiteX12" fmla="*/ 39529 w 56197"/>
                <a:gd name="connsiteY12" fmla="*/ 48387 h 77057"/>
                <a:gd name="connsiteX13" fmla="*/ 28385 w 56197"/>
                <a:gd name="connsiteY13" fmla="*/ 32766 h 77057"/>
                <a:gd name="connsiteX14" fmla="*/ 17526 w 56197"/>
                <a:gd name="connsiteY14" fmla="*/ 48196 h 77057"/>
                <a:gd name="connsiteX15" fmla="*/ 28194 w 56197"/>
                <a:gd name="connsiteY15" fmla="*/ 63437 h 77057"/>
                <a:gd name="connsiteX16" fmla="*/ 39529 w 56197"/>
                <a:gd name="connsiteY16" fmla="*/ 48387 h 7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197" h="77057">
                  <a:moveTo>
                    <a:pt x="95" y="48387"/>
                  </a:moveTo>
                  <a:cubicBezTo>
                    <a:pt x="95" y="31528"/>
                    <a:pt x="9811" y="19812"/>
                    <a:pt x="23717" y="19812"/>
                  </a:cubicBezTo>
                  <a:cubicBezTo>
                    <a:pt x="31338" y="19812"/>
                    <a:pt x="35623" y="22955"/>
                    <a:pt x="38767" y="27527"/>
                  </a:cubicBezTo>
                  <a:lnTo>
                    <a:pt x="39053" y="27527"/>
                  </a:lnTo>
                  <a:lnTo>
                    <a:pt x="39053" y="0"/>
                  </a:lnTo>
                  <a:lnTo>
                    <a:pt x="56198" y="0"/>
                  </a:lnTo>
                  <a:lnTo>
                    <a:pt x="56198" y="75343"/>
                  </a:lnTo>
                  <a:lnTo>
                    <a:pt x="39720" y="75343"/>
                  </a:lnTo>
                  <a:lnTo>
                    <a:pt x="39720" y="68104"/>
                  </a:lnTo>
                  <a:lnTo>
                    <a:pt x="39529" y="68104"/>
                  </a:lnTo>
                  <a:cubicBezTo>
                    <a:pt x="36290" y="73723"/>
                    <a:pt x="30671" y="77057"/>
                    <a:pt x="23622" y="77057"/>
                  </a:cubicBezTo>
                  <a:cubicBezTo>
                    <a:pt x="9811" y="77057"/>
                    <a:pt x="0" y="66389"/>
                    <a:pt x="0" y="48387"/>
                  </a:cubicBezTo>
                  <a:close/>
                  <a:moveTo>
                    <a:pt x="39529" y="48387"/>
                  </a:moveTo>
                  <a:cubicBezTo>
                    <a:pt x="39529" y="39338"/>
                    <a:pt x="35814" y="32766"/>
                    <a:pt x="28385" y="32766"/>
                  </a:cubicBezTo>
                  <a:cubicBezTo>
                    <a:pt x="21527" y="32766"/>
                    <a:pt x="17526" y="39053"/>
                    <a:pt x="17526" y="48196"/>
                  </a:cubicBezTo>
                  <a:cubicBezTo>
                    <a:pt x="17526" y="57340"/>
                    <a:pt x="21527" y="63437"/>
                    <a:pt x="28194" y="63437"/>
                  </a:cubicBezTo>
                  <a:cubicBezTo>
                    <a:pt x="35338" y="63437"/>
                    <a:pt x="39529" y="57245"/>
                    <a:pt x="39529" y="48387"/>
                  </a:cubicBezTo>
                  <a:close/>
                </a:path>
              </a:pathLst>
            </a:custGeom>
            <a:grpFill/>
            <a:ln w="9525" cap="flat">
              <a:noFill/>
              <a:prstDash val="solid"/>
              <a:miter/>
            </a:ln>
          </p:spPr>
          <p:txBody>
            <a:bodyPr rtlCol="0" anchor="ctr"/>
            <a:lstStyle/>
            <a:p>
              <a:endParaRPr lang="en-AU"/>
            </a:p>
          </p:txBody>
        </p:sp>
      </p:grpSp>
      <p:sp>
        <p:nvSpPr>
          <p:cNvPr id="31" name="Footer Placeholder 4">
            <a:extLst>
              <a:ext uri="{FF2B5EF4-FFF2-40B4-BE49-F238E27FC236}">
                <a16:creationId xmlns:a16="http://schemas.microsoft.com/office/drawing/2014/main" id="{6FF3DD6C-2AB4-F7FF-E52B-3059E5DD9A26}"/>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2" name="Rectangle 1">
            <a:extLst>
              <a:ext uri="{FF2B5EF4-FFF2-40B4-BE49-F238E27FC236}">
                <a16:creationId xmlns:a16="http://schemas.microsoft.com/office/drawing/2014/main" id="{0F0DC9D8-A50F-32FC-A15E-6A8D184F12B7}"/>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D2502793-9838-550D-15BB-47105302920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59261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ypo_one_do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Footer Placeholder 4">
            <a:extLst>
              <a:ext uri="{FF2B5EF4-FFF2-40B4-BE49-F238E27FC236}">
                <a16:creationId xmlns:a16="http://schemas.microsoft.com/office/drawing/2014/main" id="{BE5A7412-BDB1-2536-3813-84D6CF1B07FB}"/>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grpSp>
        <p:nvGrpSpPr>
          <p:cNvPr id="7" name="Graphic 4">
            <a:extLst>
              <a:ext uri="{FF2B5EF4-FFF2-40B4-BE49-F238E27FC236}">
                <a16:creationId xmlns:a16="http://schemas.microsoft.com/office/drawing/2014/main" id="{4CF6D4A0-DB28-F592-06B3-995ED2FC3A32}"/>
              </a:ext>
            </a:extLst>
          </p:cNvPr>
          <p:cNvGrpSpPr/>
          <p:nvPr/>
        </p:nvGrpSpPr>
        <p:grpSpPr>
          <a:xfrm>
            <a:off x="2657354" y="1813666"/>
            <a:ext cx="6877291" cy="2983776"/>
            <a:chOff x="2862548" y="-3805506"/>
            <a:chExt cx="6422897" cy="2786633"/>
          </a:xfrm>
        </p:grpSpPr>
        <p:grpSp>
          <p:nvGrpSpPr>
            <p:cNvPr id="8" name="Graphic 4">
              <a:extLst>
                <a:ext uri="{FF2B5EF4-FFF2-40B4-BE49-F238E27FC236}">
                  <a16:creationId xmlns:a16="http://schemas.microsoft.com/office/drawing/2014/main" id="{3E9BBD92-3B54-3027-8FEC-0219E00F97A8}"/>
                </a:ext>
              </a:extLst>
            </p:cNvPr>
            <p:cNvGrpSpPr/>
            <p:nvPr/>
          </p:nvGrpSpPr>
          <p:grpSpPr>
            <a:xfrm>
              <a:off x="4022598" y="-3805506"/>
              <a:ext cx="3252692" cy="1143285"/>
              <a:chOff x="4022598" y="-3805506"/>
              <a:chExt cx="3252692" cy="1143285"/>
            </a:xfrm>
          </p:grpSpPr>
          <p:sp>
            <p:nvSpPr>
              <p:cNvPr id="9" name="Freeform: Shape 8">
                <a:extLst>
                  <a:ext uri="{FF2B5EF4-FFF2-40B4-BE49-F238E27FC236}">
                    <a16:creationId xmlns:a16="http://schemas.microsoft.com/office/drawing/2014/main" id="{74A03DAE-8166-913D-507B-1BA5201E3C35}"/>
                  </a:ext>
                </a:extLst>
              </p:cNvPr>
              <p:cNvSpPr/>
              <p:nvPr/>
            </p:nvSpPr>
            <p:spPr>
              <a:xfrm>
                <a:off x="4022598" y="-3805506"/>
                <a:ext cx="3252692" cy="1143285"/>
              </a:xfrm>
              <a:custGeom>
                <a:avLst/>
                <a:gdLst>
                  <a:gd name="connsiteX0" fmla="*/ 1132808 w 3252692"/>
                  <a:gd name="connsiteY0" fmla="*/ 680942 h 1143285"/>
                  <a:gd name="connsiteX1" fmla="*/ 571595 w 3252692"/>
                  <a:gd name="connsiteY1" fmla="*/ 1143286 h 1143285"/>
                  <a:gd name="connsiteX2" fmla="*/ 0 w 3252692"/>
                  <a:gd name="connsiteY2" fmla="*/ 571690 h 1143285"/>
                  <a:gd name="connsiteX3" fmla="*/ 571595 w 3252692"/>
                  <a:gd name="connsiteY3" fmla="*/ 95 h 1143285"/>
                  <a:gd name="connsiteX4" fmla="*/ 1132808 w 3252692"/>
                  <a:gd name="connsiteY4" fmla="*/ 462439 h 1143285"/>
                  <a:gd name="connsiteX5" fmla="*/ 1132808 w 3252692"/>
                  <a:gd name="connsiteY5" fmla="*/ 32004 h 1143285"/>
                  <a:gd name="connsiteX6" fmla="*/ 1457611 w 3252692"/>
                  <a:gd name="connsiteY6" fmla="*/ 32004 h 1143285"/>
                  <a:gd name="connsiteX7" fmla="*/ 1457611 w 3252692"/>
                  <a:gd name="connsiteY7" fmla="*/ 164306 h 1143285"/>
                  <a:gd name="connsiteX8" fmla="*/ 1783937 w 3252692"/>
                  <a:gd name="connsiteY8" fmla="*/ 0 h 1143285"/>
                  <a:gd name="connsiteX9" fmla="*/ 2166747 w 3252692"/>
                  <a:gd name="connsiteY9" fmla="*/ 447484 h 1143285"/>
                  <a:gd name="connsiteX10" fmla="*/ 2166747 w 3252692"/>
                  <a:gd name="connsiteY10" fmla="*/ 467582 h 1143285"/>
                  <a:gd name="connsiteX11" fmla="*/ 2719768 w 3252692"/>
                  <a:gd name="connsiteY11" fmla="*/ 0 h 1143285"/>
                  <a:gd name="connsiteX12" fmla="*/ 3252692 w 3252692"/>
                  <a:gd name="connsiteY12" fmla="*/ 586454 h 1143285"/>
                  <a:gd name="connsiteX13" fmla="*/ 3252692 w 3252692"/>
                  <a:gd name="connsiteY13" fmla="*/ 658559 h 1143285"/>
                  <a:gd name="connsiteX14" fmla="*/ 2482596 w 3252692"/>
                  <a:gd name="connsiteY14" fmla="*/ 658559 h 1143285"/>
                  <a:gd name="connsiteX15" fmla="*/ 2736056 w 3252692"/>
                  <a:gd name="connsiteY15" fmla="*/ 906113 h 1143285"/>
                  <a:gd name="connsiteX16" fmla="*/ 2932271 w 3252692"/>
                  <a:gd name="connsiteY16" fmla="*/ 779050 h 1143285"/>
                  <a:gd name="connsiteX17" fmla="*/ 3237738 w 3252692"/>
                  <a:gd name="connsiteY17" fmla="*/ 779050 h 1143285"/>
                  <a:gd name="connsiteX18" fmla="*/ 2731485 w 3252692"/>
                  <a:gd name="connsiteY18" fmla="*/ 1143286 h 1143285"/>
                  <a:gd name="connsiteX19" fmla="*/ 2166557 w 3252692"/>
                  <a:gd name="connsiteY19" fmla="*/ 676465 h 1143285"/>
                  <a:gd name="connsiteX20" fmla="*/ 2166557 w 3252692"/>
                  <a:gd name="connsiteY20" fmla="*/ 1111282 h 1143285"/>
                  <a:gd name="connsiteX21" fmla="*/ 1836515 w 3252692"/>
                  <a:gd name="connsiteY21" fmla="*/ 1111282 h 1143285"/>
                  <a:gd name="connsiteX22" fmla="*/ 1836515 w 3252692"/>
                  <a:gd name="connsiteY22" fmla="*/ 481679 h 1143285"/>
                  <a:gd name="connsiteX23" fmla="*/ 1649920 w 3252692"/>
                  <a:gd name="connsiteY23" fmla="*/ 271272 h 1143285"/>
                  <a:gd name="connsiteX24" fmla="*/ 1463326 w 3252692"/>
                  <a:gd name="connsiteY24" fmla="*/ 481679 h 1143285"/>
                  <a:gd name="connsiteX25" fmla="*/ 1463326 w 3252692"/>
                  <a:gd name="connsiteY25" fmla="*/ 1111282 h 1143285"/>
                  <a:gd name="connsiteX26" fmla="*/ 1132523 w 3252692"/>
                  <a:gd name="connsiteY26" fmla="*/ 1111282 h 1143285"/>
                  <a:gd name="connsiteX27" fmla="*/ 1132523 w 3252692"/>
                  <a:gd name="connsiteY27" fmla="*/ 680942 h 1143285"/>
                  <a:gd name="connsiteX28" fmla="*/ 2930176 w 3252692"/>
                  <a:gd name="connsiteY28" fmla="*/ 450532 h 1143285"/>
                  <a:gd name="connsiteX29" fmla="*/ 2713101 w 3252692"/>
                  <a:gd name="connsiteY29" fmla="*/ 228314 h 1143285"/>
                  <a:gd name="connsiteX30" fmla="*/ 2487835 w 3252692"/>
                  <a:gd name="connsiteY30" fmla="*/ 450532 h 1143285"/>
                  <a:gd name="connsiteX31" fmla="*/ 2930176 w 3252692"/>
                  <a:gd name="connsiteY31" fmla="*/ 450532 h 114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52692" h="1143285">
                    <a:moveTo>
                      <a:pt x="1132808" y="680942"/>
                    </a:moveTo>
                    <a:cubicBezTo>
                      <a:pt x="1081564" y="949262"/>
                      <a:pt x="845153" y="1143286"/>
                      <a:pt x="571595" y="1143286"/>
                    </a:cubicBezTo>
                    <a:cubicBezTo>
                      <a:pt x="256413" y="1143286"/>
                      <a:pt x="0" y="886873"/>
                      <a:pt x="0" y="571690"/>
                    </a:cubicBezTo>
                    <a:cubicBezTo>
                      <a:pt x="0" y="255746"/>
                      <a:pt x="256413" y="95"/>
                      <a:pt x="571595" y="95"/>
                    </a:cubicBezTo>
                    <a:cubicBezTo>
                      <a:pt x="845915" y="95"/>
                      <a:pt x="1081564" y="194119"/>
                      <a:pt x="1132808" y="462439"/>
                    </a:cubicBezTo>
                    <a:lnTo>
                      <a:pt x="1132808" y="32004"/>
                    </a:lnTo>
                    <a:lnTo>
                      <a:pt x="1457611" y="32004"/>
                    </a:lnTo>
                    <a:lnTo>
                      <a:pt x="1457611" y="164306"/>
                    </a:lnTo>
                    <a:cubicBezTo>
                      <a:pt x="1548289" y="50578"/>
                      <a:pt x="1649349" y="0"/>
                      <a:pt x="1783937" y="0"/>
                    </a:cubicBezTo>
                    <a:cubicBezTo>
                      <a:pt x="2020348" y="0"/>
                      <a:pt x="2166747" y="170974"/>
                      <a:pt x="2166747" y="447484"/>
                    </a:cubicBezTo>
                    <a:lnTo>
                      <a:pt x="2166747" y="467582"/>
                    </a:lnTo>
                    <a:cubicBezTo>
                      <a:pt x="2211324" y="186595"/>
                      <a:pt x="2431352" y="0"/>
                      <a:pt x="2719768" y="0"/>
                    </a:cubicBezTo>
                    <a:cubicBezTo>
                      <a:pt x="3036475" y="0"/>
                      <a:pt x="3252692" y="238601"/>
                      <a:pt x="3252692" y="586454"/>
                    </a:cubicBezTo>
                    <a:lnTo>
                      <a:pt x="3252692" y="658559"/>
                    </a:lnTo>
                    <a:lnTo>
                      <a:pt x="2482596" y="658559"/>
                    </a:lnTo>
                    <a:cubicBezTo>
                      <a:pt x="2505647" y="816102"/>
                      <a:pt x="2597849" y="906113"/>
                      <a:pt x="2736056" y="906113"/>
                    </a:cubicBezTo>
                    <a:cubicBezTo>
                      <a:pt x="2837116" y="906113"/>
                      <a:pt x="2909983" y="859250"/>
                      <a:pt x="2932271" y="779050"/>
                    </a:cubicBezTo>
                    <a:lnTo>
                      <a:pt x="3237738" y="779050"/>
                    </a:lnTo>
                    <a:cubicBezTo>
                      <a:pt x="3194590" y="997553"/>
                      <a:pt x="2992469" y="1143286"/>
                      <a:pt x="2731485" y="1143286"/>
                    </a:cubicBezTo>
                    <a:cubicBezTo>
                      <a:pt x="2438591" y="1143286"/>
                      <a:pt x="2211895" y="955929"/>
                      <a:pt x="2166557" y="676465"/>
                    </a:cubicBezTo>
                    <a:lnTo>
                      <a:pt x="2166557" y="1111282"/>
                    </a:lnTo>
                    <a:lnTo>
                      <a:pt x="1836515" y="1111282"/>
                    </a:lnTo>
                    <a:lnTo>
                      <a:pt x="1836515" y="481679"/>
                    </a:lnTo>
                    <a:cubicBezTo>
                      <a:pt x="1836515" y="346424"/>
                      <a:pt x="1769650" y="271272"/>
                      <a:pt x="1649920" y="271272"/>
                    </a:cubicBezTo>
                    <a:cubicBezTo>
                      <a:pt x="1537716" y="271272"/>
                      <a:pt x="1463326" y="354521"/>
                      <a:pt x="1463326" y="481679"/>
                    </a:cubicBezTo>
                    <a:lnTo>
                      <a:pt x="1463326" y="1111282"/>
                    </a:lnTo>
                    <a:lnTo>
                      <a:pt x="1132523" y="1111282"/>
                    </a:lnTo>
                    <a:lnTo>
                      <a:pt x="1132523" y="680942"/>
                    </a:lnTo>
                    <a:close/>
                    <a:moveTo>
                      <a:pt x="2930176" y="450532"/>
                    </a:moveTo>
                    <a:cubicBezTo>
                      <a:pt x="2909316" y="310039"/>
                      <a:pt x="2829116" y="228314"/>
                      <a:pt x="2713101" y="228314"/>
                    </a:cubicBezTo>
                    <a:cubicBezTo>
                      <a:pt x="2596420" y="228314"/>
                      <a:pt x="2514600" y="308610"/>
                      <a:pt x="2487835" y="450532"/>
                    </a:cubicBezTo>
                    <a:lnTo>
                      <a:pt x="2930176" y="450532"/>
                    </a:lnTo>
                    <a:close/>
                  </a:path>
                </a:pathLst>
              </a:custGeom>
              <a:solidFill>
                <a:srgbClr val="FFFFFF"/>
              </a:solidFill>
              <a:ln w="95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04471379-4B51-D0B1-C9B5-958E74357D9B}"/>
                  </a:ext>
                </a:extLst>
              </p:cNvPr>
              <p:cNvSpPr/>
              <p:nvPr/>
            </p:nvSpPr>
            <p:spPr>
              <a:xfrm>
                <a:off x="4066984" y="-3375833"/>
                <a:ext cx="1050893" cy="208787"/>
              </a:xfrm>
              <a:custGeom>
                <a:avLst/>
                <a:gdLst>
                  <a:gd name="connsiteX0" fmla="*/ 0 w 1050893"/>
                  <a:gd name="connsiteY0" fmla="*/ 160592 h 208787"/>
                  <a:gd name="connsiteX1" fmla="*/ 41053 w 1050893"/>
                  <a:gd name="connsiteY1" fmla="*/ 160592 h 208787"/>
                  <a:gd name="connsiteX2" fmla="*/ 67627 w 1050893"/>
                  <a:gd name="connsiteY2" fmla="*/ 180499 h 208787"/>
                  <a:gd name="connsiteX3" fmla="*/ 89916 w 1050893"/>
                  <a:gd name="connsiteY3" fmla="*/ 163163 h 208787"/>
                  <a:gd name="connsiteX4" fmla="*/ 72199 w 1050893"/>
                  <a:gd name="connsiteY4" fmla="*/ 148495 h 208787"/>
                  <a:gd name="connsiteX5" fmla="*/ 56197 w 1050893"/>
                  <a:gd name="connsiteY5" fmla="*/ 145828 h 208787"/>
                  <a:gd name="connsiteX6" fmla="*/ 3619 w 1050893"/>
                  <a:gd name="connsiteY6" fmla="*/ 101155 h 208787"/>
                  <a:gd name="connsiteX7" fmla="*/ 65913 w 1050893"/>
                  <a:gd name="connsiteY7" fmla="*/ 56102 h 208787"/>
                  <a:gd name="connsiteX8" fmla="*/ 129635 w 1050893"/>
                  <a:gd name="connsiteY8" fmla="*/ 99441 h 208787"/>
                  <a:gd name="connsiteX9" fmla="*/ 88963 w 1050893"/>
                  <a:gd name="connsiteY9" fmla="*/ 99441 h 208787"/>
                  <a:gd name="connsiteX10" fmla="*/ 65627 w 1050893"/>
                  <a:gd name="connsiteY10" fmla="*/ 82296 h 208787"/>
                  <a:gd name="connsiteX11" fmla="*/ 43910 w 1050893"/>
                  <a:gd name="connsiteY11" fmla="*/ 99346 h 208787"/>
                  <a:gd name="connsiteX12" fmla="*/ 63055 w 1050893"/>
                  <a:gd name="connsiteY12" fmla="*/ 113062 h 208787"/>
                  <a:gd name="connsiteX13" fmla="*/ 80391 w 1050893"/>
                  <a:gd name="connsiteY13" fmla="*/ 116110 h 208787"/>
                  <a:gd name="connsiteX14" fmla="*/ 131350 w 1050893"/>
                  <a:gd name="connsiteY14" fmla="*/ 162306 h 208787"/>
                  <a:gd name="connsiteX15" fmla="*/ 68104 w 1050893"/>
                  <a:gd name="connsiteY15" fmla="*/ 208788 h 208787"/>
                  <a:gd name="connsiteX16" fmla="*/ 0 w 1050893"/>
                  <a:gd name="connsiteY16" fmla="*/ 160592 h 208787"/>
                  <a:gd name="connsiteX17" fmla="*/ 138208 w 1050893"/>
                  <a:gd name="connsiteY17" fmla="*/ 132778 h 208787"/>
                  <a:gd name="connsiteX18" fmla="*/ 214884 w 1050893"/>
                  <a:gd name="connsiteY18" fmla="*/ 56007 h 208787"/>
                  <a:gd name="connsiteX19" fmla="*/ 290131 w 1050893"/>
                  <a:gd name="connsiteY19" fmla="*/ 131540 h 208787"/>
                  <a:gd name="connsiteX20" fmla="*/ 213741 w 1050893"/>
                  <a:gd name="connsiteY20" fmla="*/ 208597 h 208787"/>
                  <a:gd name="connsiteX21" fmla="*/ 138208 w 1050893"/>
                  <a:gd name="connsiteY21" fmla="*/ 132778 h 208787"/>
                  <a:gd name="connsiteX22" fmla="*/ 246602 w 1050893"/>
                  <a:gd name="connsiteY22" fmla="*/ 131921 h 208787"/>
                  <a:gd name="connsiteX23" fmla="*/ 214027 w 1050893"/>
                  <a:gd name="connsiteY23" fmla="*/ 88297 h 208787"/>
                  <a:gd name="connsiteX24" fmla="*/ 181642 w 1050893"/>
                  <a:gd name="connsiteY24" fmla="*/ 132207 h 208787"/>
                  <a:gd name="connsiteX25" fmla="*/ 214027 w 1050893"/>
                  <a:gd name="connsiteY25" fmla="*/ 176498 h 208787"/>
                  <a:gd name="connsiteX26" fmla="*/ 246602 w 1050893"/>
                  <a:gd name="connsiteY26" fmla="*/ 131921 h 208787"/>
                  <a:gd name="connsiteX27" fmla="*/ 287846 w 1050893"/>
                  <a:gd name="connsiteY27" fmla="*/ 60484 h 208787"/>
                  <a:gd name="connsiteX28" fmla="*/ 311467 w 1050893"/>
                  <a:gd name="connsiteY28" fmla="*/ 60484 h 208787"/>
                  <a:gd name="connsiteX29" fmla="*/ 311467 w 1050893"/>
                  <a:gd name="connsiteY29" fmla="*/ 46482 h 208787"/>
                  <a:gd name="connsiteX30" fmla="*/ 359378 w 1050893"/>
                  <a:gd name="connsiteY30" fmla="*/ 0 h 208787"/>
                  <a:gd name="connsiteX31" fmla="*/ 375380 w 1050893"/>
                  <a:gd name="connsiteY31" fmla="*/ 1238 h 208787"/>
                  <a:gd name="connsiteX32" fmla="*/ 375380 w 1050893"/>
                  <a:gd name="connsiteY32" fmla="*/ 31718 h 208787"/>
                  <a:gd name="connsiteX33" fmla="*/ 370046 w 1050893"/>
                  <a:gd name="connsiteY33" fmla="*/ 31623 h 208787"/>
                  <a:gd name="connsiteX34" fmla="*/ 353949 w 1050893"/>
                  <a:gd name="connsiteY34" fmla="*/ 45815 h 208787"/>
                  <a:gd name="connsiteX35" fmla="*/ 353949 w 1050893"/>
                  <a:gd name="connsiteY35" fmla="*/ 60484 h 208787"/>
                  <a:gd name="connsiteX36" fmla="*/ 395859 w 1050893"/>
                  <a:gd name="connsiteY36" fmla="*/ 60484 h 208787"/>
                  <a:gd name="connsiteX37" fmla="*/ 395859 w 1050893"/>
                  <a:gd name="connsiteY37" fmla="*/ 15526 h 208787"/>
                  <a:gd name="connsiteX38" fmla="*/ 438150 w 1050893"/>
                  <a:gd name="connsiteY38" fmla="*/ 15526 h 208787"/>
                  <a:gd name="connsiteX39" fmla="*/ 438150 w 1050893"/>
                  <a:gd name="connsiteY39" fmla="*/ 60484 h 208787"/>
                  <a:gd name="connsiteX40" fmla="*/ 504158 w 1050893"/>
                  <a:gd name="connsiteY40" fmla="*/ 60484 h 208787"/>
                  <a:gd name="connsiteX41" fmla="*/ 519493 w 1050893"/>
                  <a:gd name="connsiteY41" fmla="*/ 128968 h 208787"/>
                  <a:gd name="connsiteX42" fmla="*/ 525494 w 1050893"/>
                  <a:gd name="connsiteY42" fmla="*/ 159067 h 208787"/>
                  <a:gd name="connsiteX43" fmla="*/ 532733 w 1050893"/>
                  <a:gd name="connsiteY43" fmla="*/ 129159 h 208787"/>
                  <a:gd name="connsiteX44" fmla="*/ 550545 w 1050893"/>
                  <a:gd name="connsiteY44" fmla="*/ 61627 h 208787"/>
                  <a:gd name="connsiteX45" fmla="*/ 585216 w 1050893"/>
                  <a:gd name="connsiteY45" fmla="*/ 61627 h 208787"/>
                  <a:gd name="connsiteX46" fmla="*/ 603313 w 1050893"/>
                  <a:gd name="connsiteY46" fmla="*/ 129159 h 208787"/>
                  <a:gd name="connsiteX47" fmla="*/ 610172 w 1050893"/>
                  <a:gd name="connsiteY47" fmla="*/ 157353 h 208787"/>
                  <a:gd name="connsiteX48" fmla="*/ 615791 w 1050893"/>
                  <a:gd name="connsiteY48" fmla="*/ 129159 h 208787"/>
                  <a:gd name="connsiteX49" fmla="*/ 631126 w 1050893"/>
                  <a:gd name="connsiteY49" fmla="*/ 60579 h 208787"/>
                  <a:gd name="connsiteX50" fmla="*/ 672846 w 1050893"/>
                  <a:gd name="connsiteY50" fmla="*/ 60579 h 208787"/>
                  <a:gd name="connsiteX51" fmla="*/ 632079 w 1050893"/>
                  <a:gd name="connsiteY51" fmla="*/ 204311 h 208787"/>
                  <a:gd name="connsiteX52" fmla="*/ 591407 w 1050893"/>
                  <a:gd name="connsiteY52" fmla="*/ 204311 h 208787"/>
                  <a:gd name="connsiteX53" fmla="*/ 567118 w 1050893"/>
                  <a:gd name="connsiteY53" fmla="*/ 112204 h 208787"/>
                  <a:gd name="connsiteX54" fmla="*/ 543401 w 1050893"/>
                  <a:gd name="connsiteY54" fmla="*/ 204311 h 208787"/>
                  <a:gd name="connsiteX55" fmla="*/ 501491 w 1050893"/>
                  <a:gd name="connsiteY55" fmla="*/ 204311 h 208787"/>
                  <a:gd name="connsiteX56" fmla="*/ 469773 w 1050893"/>
                  <a:gd name="connsiteY56" fmla="*/ 90678 h 208787"/>
                  <a:gd name="connsiteX57" fmla="*/ 438055 w 1050893"/>
                  <a:gd name="connsiteY57" fmla="*/ 90678 h 208787"/>
                  <a:gd name="connsiteX58" fmla="*/ 438055 w 1050893"/>
                  <a:gd name="connsiteY58" fmla="*/ 156210 h 208787"/>
                  <a:gd name="connsiteX59" fmla="*/ 455390 w 1050893"/>
                  <a:gd name="connsiteY59" fmla="*/ 172688 h 208787"/>
                  <a:gd name="connsiteX60" fmla="*/ 464915 w 1050893"/>
                  <a:gd name="connsiteY60" fmla="*/ 171926 h 208787"/>
                  <a:gd name="connsiteX61" fmla="*/ 464915 w 1050893"/>
                  <a:gd name="connsiteY61" fmla="*/ 203073 h 208787"/>
                  <a:gd name="connsiteX62" fmla="*/ 443293 w 1050893"/>
                  <a:gd name="connsiteY62" fmla="*/ 205359 h 208787"/>
                  <a:gd name="connsiteX63" fmla="*/ 395764 w 1050893"/>
                  <a:gd name="connsiteY63" fmla="*/ 160687 h 208787"/>
                  <a:gd name="connsiteX64" fmla="*/ 395764 w 1050893"/>
                  <a:gd name="connsiteY64" fmla="*/ 90773 h 208787"/>
                  <a:gd name="connsiteX65" fmla="*/ 353854 w 1050893"/>
                  <a:gd name="connsiteY65" fmla="*/ 90773 h 208787"/>
                  <a:gd name="connsiteX66" fmla="*/ 353854 w 1050893"/>
                  <a:gd name="connsiteY66" fmla="*/ 204406 h 208787"/>
                  <a:gd name="connsiteX67" fmla="*/ 311467 w 1050893"/>
                  <a:gd name="connsiteY67" fmla="*/ 204406 h 208787"/>
                  <a:gd name="connsiteX68" fmla="*/ 311467 w 1050893"/>
                  <a:gd name="connsiteY68" fmla="*/ 90773 h 208787"/>
                  <a:gd name="connsiteX69" fmla="*/ 287846 w 1050893"/>
                  <a:gd name="connsiteY69" fmla="*/ 90773 h 208787"/>
                  <a:gd name="connsiteX70" fmla="*/ 287846 w 1050893"/>
                  <a:gd name="connsiteY70" fmla="*/ 60484 h 208787"/>
                  <a:gd name="connsiteX71" fmla="*/ 664845 w 1050893"/>
                  <a:gd name="connsiteY71" fmla="*/ 167164 h 208787"/>
                  <a:gd name="connsiteX72" fmla="*/ 725138 w 1050893"/>
                  <a:gd name="connsiteY72" fmla="*/ 120586 h 208787"/>
                  <a:gd name="connsiteX73" fmla="*/ 756952 w 1050893"/>
                  <a:gd name="connsiteY73" fmla="*/ 100298 h 208787"/>
                  <a:gd name="connsiteX74" fmla="*/ 735235 w 1050893"/>
                  <a:gd name="connsiteY74" fmla="*/ 82582 h 208787"/>
                  <a:gd name="connsiteX75" fmla="*/ 711708 w 1050893"/>
                  <a:gd name="connsiteY75" fmla="*/ 101632 h 208787"/>
                  <a:gd name="connsiteX76" fmla="*/ 672655 w 1050893"/>
                  <a:gd name="connsiteY76" fmla="*/ 101632 h 208787"/>
                  <a:gd name="connsiteX77" fmla="*/ 735616 w 1050893"/>
                  <a:gd name="connsiteY77" fmla="*/ 56007 h 208787"/>
                  <a:gd name="connsiteX78" fmla="*/ 797719 w 1050893"/>
                  <a:gd name="connsiteY78" fmla="*/ 116681 h 208787"/>
                  <a:gd name="connsiteX79" fmla="*/ 797719 w 1050893"/>
                  <a:gd name="connsiteY79" fmla="*/ 173736 h 208787"/>
                  <a:gd name="connsiteX80" fmla="*/ 803338 w 1050893"/>
                  <a:gd name="connsiteY80" fmla="*/ 204216 h 208787"/>
                  <a:gd name="connsiteX81" fmla="*/ 762572 w 1050893"/>
                  <a:gd name="connsiteY81" fmla="*/ 204216 h 208787"/>
                  <a:gd name="connsiteX82" fmla="*/ 758666 w 1050893"/>
                  <a:gd name="connsiteY82" fmla="*/ 186500 h 208787"/>
                  <a:gd name="connsiteX83" fmla="*/ 713327 w 1050893"/>
                  <a:gd name="connsiteY83" fmla="*/ 207835 h 208787"/>
                  <a:gd name="connsiteX84" fmla="*/ 664845 w 1050893"/>
                  <a:gd name="connsiteY84" fmla="*/ 167164 h 208787"/>
                  <a:gd name="connsiteX85" fmla="*/ 733139 w 1050893"/>
                  <a:gd name="connsiteY85" fmla="*/ 142303 h 208787"/>
                  <a:gd name="connsiteX86" fmla="*/ 705517 w 1050893"/>
                  <a:gd name="connsiteY86" fmla="*/ 163068 h 208787"/>
                  <a:gd name="connsiteX87" fmla="*/ 725614 w 1050893"/>
                  <a:gd name="connsiteY87" fmla="*/ 180784 h 208787"/>
                  <a:gd name="connsiteX88" fmla="*/ 757047 w 1050893"/>
                  <a:gd name="connsiteY88" fmla="*/ 148685 h 208787"/>
                  <a:gd name="connsiteX89" fmla="*/ 757047 w 1050893"/>
                  <a:gd name="connsiteY89" fmla="*/ 135255 h 208787"/>
                  <a:gd name="connsiteX90" fmla="*/ 733139 w 1050893"/>
                  <a:gd name="connsiteY90" fmla="*/ 142303 h 208787"/>
                  <a:gd name="connsiteX91" fmla="*/ 818769 w 1050893"/>
                  <a:gd name="connsiteY91" fmla="*/ 60484 h 208787"/>
                  <a:gd name="connsiteX92" fmla="*/ 860774 w 1050893"/>
                  <a:gd name="connsiteY92" fmla="*/ 60484 h 208787"/>
                  <a:gd name="connsiteX93" fmla="*/ 860774 w 1050893"/>
                  <a:gd name="connsiteY93" fmla="*/ 82486 h 208787"/>
                  <a:gd name="connsiteX94" fmla="*/ 897922 w 1050893"/>
                  <a:gd name="connsiteY94" fmla="*/ 58102 h 208787"/>
                  <a:gd name="connsiteX95" fmla="*/ 906875 w 1050893"/>
                  <a:gd name="connsiteY95" fmla="*/ 59150 h 208787"/>
                  <a:gd name="connsiteX96" fmla="*/ 906875 w 1050893"/>
                  <a:gd name="connsiteY96" fmla="*/ 94297 h 208787"/>
                  <a:gd name="connsiteX97" fmla="*/ 895445 w 1050893"/>
                  <a:gd name="connsiteY97" fmla="*/ 93345 h 208787"/>
                  <a:gd name="connsiteX98" fmla="*/ 861536 w 1050893"/>
                  <a:gd name="connsiteY98" fmla="*/ 127254 h 208787"/>
                  <a:gd name="connsiteX99" fmla="*/ 861536 w 1050893"/>
                  <a:gd name="connsiteY99" fmla="*/ 204121 h 208787"/>
                  <a:gd name="connsiteX100" fmla="*/ 818769 w 1050893"/>
                  <a:gd name="connsiteY100" fmla="*/ 204121 h 208787"/>
                  <a:gd name="connsiteX101" fmla="*/ 818769 w 1050893"/>
                  <a:gd name="connsiteY101" fmla="*/ 60484 h 208787"/>
                  <a:gd name="connsiteX102" fmla="*/ 905637 w 1050893"/>
                  <a:gd name="connsiteY102" fmla="*/ 132778 h 208787"/>
                  <a:gd name="connsiteX103" fmla="*/ 980122 w 1050893"/>
                  <a:gd name="connsiteY103" fmla="*/ 56007 h 208787"/>
                  <a:gd name="connsiteX104" fmla="*/ 1050893 w 1050893"/>
                  <a:gd name="connsiteY104" fmla="*/ 135064 h 208787"/>
                  <a:gd name="connsiteX105" fmla="*/ 1050893 w 1050893"/>
                  <a:gd name="connsiteY105" fmla="*/ 142399 h 208787"/>
                  <a:gd name="connsiteX106" fmla="*/ 948214 w 1050893"/>
                  <a:gd name="connsiteY106" fmla="*/ 142399 h 208787"/>
                  <a:gd name="connsiteX107" fmla="*/ 982313 w 1050893"/>
                  <a:gd name="connsiteY107" fmla="*/ 179832 h 208787"/>
                  <a:gd name="connsiteX108" fmla="*/ 1008888 w 1050893"/>
                  <a:gd name="connsiteY108" fmla="*/ 160877 h 208787"/>
                  <a:gd name="connsiteX109" fmla="*/ 1048893 w 1050893"/>
                  <a:gd name="connsiteY109" fmla="*/ 160877 h 208787"/>
                  <a:gd name="connsiteX110" fmla="*/ 981742 w 1050893"/>
                  <a:gd name="connsiteY110" fmla="*/ 208502 h 208787"/>
                  <a:gd name="connsiteX111" fmla="*/ 905637 w 1050893"/>
                  <a:gd name="connsiteY111" fmla="*/ 132778 h 208787"/>
                  <a:gd name="connsiteX112" fmla="*/ 1008697 w 1050893"/>
                  <a:gd name="connsiteY112" fmla="*/ 117348 h 208787"/>
                  <a:gd name="connsiteX113" fmla="*/ 979265 w 1050893"/>
                  <a:gd name="connsiteY113" fmla="*/ 83820 h 208787"/>
                  <a:gd name="connsiteX114" fmla="*/ 948976 w 1050893"/>
                  <a:gd name="connsiteY114" fmla="*/ 117348 h 208787"/>
                  <a:gd name="connsiteX115" fmla="*/ 1008697 w 1050893"/>
                  <a:gd name="connsiteY115" fmla="*/ 117348 h 20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050893" h="208787">
                    <a:moveTo>
                      <a:pt x="0" y="160592"/>
                    </a:moveTo>
                    <a:lnTo>
                      <a:pt x="41053" y="160592"/>
                    </a:lnTo>
                    <a:cubicBezTo>
                      <a:pt x="43624" y="174403"/>
                      <a:pt x="51530" y="180499"/>
                      <a:pt x="67627" y="180499"/>
                    </a:cubicBezTo>
                    <a:cubicBezTo>
                      <a:pt x="81058" y="180499"/>
                      <a:pt x="89916" y="173641"/>
                      <a:pt x="89916" y="163163"/>
                    </a:cubicBezTo>
                    <a:cubicBezTo>
                      <a:pt x="89916" y="155543"/>
                      <a:pt x="84010" y="150590"/>
                      <a:pt x="72199" y="148495"/>
                    </a:cubicBezTo>
                    <a:lnTo>
                      <a:pt x="56197" y="145828"/>
                    </a:lnTo>
                    <a:cubicBezTo>
                      <a:pt x="19526" y="139636"/>
                      <a:pt x="3619" y="126111"/>
                      <a:pt x="3619" y="101155"/>
                    </a:cubicBezTo>
                    <a:cubicBezTo>
                      <a:pt x="3619" y="74676"/>
                      <a:pt x="29432" y="56102"/>
                      <a:pt x="65913" y="56102"/>
                    </a:cubicBezTo>
                    <a:cubicBezTo>
                      <a:pt x="102679" y="56102"/>
                      <a:pt x="124682" y="70961"/>
                      <a:pt x="129635" y="99441"/>
                    </a:cubicBezTo>
                    <a:lnTo>
                      <a:pt x="88963" y="99441"/>
                    </a:lnTo>
                    <a:cubicBezTo>
                      <a:pt x="87058" y="88297"/>
                      <a:pt x="78867" y="82296"/>
                      <a:pt x="65627" y="82296"/>
                    </a:cubicBezTo>
                    <a:cubicBezTo>
                      <a:pt x="53149" y="82296"/>
                      <a:pt x="43910" y="89535"/>
                      <a:pt x="43910" y="99346"/>
                    </a:cubicBezTo>
                    <a:cubicBezTo>
                      <a:pt x="43910" y="106585"/>
                      <a:pt x="49721" y="110585"/>
                      <a:pt x="63055" y="113062"/>
                    </a:cubicBezTo>
                    <a:lnTo>
                      <a:pt x="80391" y="116110"/>
                    </a:lnTo>
                    <a:cubicBezTo>
                      <a:pt x="115824" y="122396"/>
                      <a:pt x="131350" y="136493"/>
                      <a:pt x="131350" y="162306"/>
                    </a:cubicBezTo>
                    <a:cubicBezTo>
                      <a:pt x="131350" y="190119"/>
                      <a:pt x="106013" y="208788"/>
                      <a:pt x="68104" y="208788"/>
                    </a:cubicBezTo>
                    <a:cubicBezTo>
                      <a:pt x="27622" y="208693"/>
                      <a:pt x="2762" y="191167"/>
                      <a:pt x="0" y="160592"/>
                    </a:cubicBezTo>
                    <a:close/>
                    <a:moveTo>
                      <a:pt x="138208" y="132778"/>
                    </a:moveTo>
                    <a:cubicBezTo>
                      <a:pt x="138208" y="88392"/>
                      <a:pt x="170402" y="56007"/>
                      <a:pt x="214884" y="56007"/>
                    </a:cubicBezTo>
                    <a:cubicBezTo>
                      <a:pt x="259080" y="56007"/>
                      <a:pt x="290131" y="87154"/>
                      <a:pt x="290131" y="131540"/>
                    </a:cubicBezTo>
                    <a:cubicBezTo>
                      <a:pt x="290131" y="176498"/>
                      <a:pt x="258318" y="208597"/>
                      <a:pt x="213741" y="208597"/>
                    </a:cubicBezTo>
                    <a:cubicBezTo>
                      <a:pt x="169164" y="208597"/>
                      <a:pt x="138208" y="177546"/>
                      <a:pt x="138208" y="132778"/>
                    </a:cubicBezTo>
                    <a:close/>
                    <a:moveTo>
                      <a:pt x="246602" y="131921"/>
                    </a:moveTo>
                    <a:cubicBezTo>
                      <a:pt x="246602" y="105251"/>
                      <a:pt x="234029" y="88297"/>
                      <a:pt x="214027" y="88297"/>
                    </a:cubicBezTo>
                    <a:cubicBezTo>
                      <a:pt x="194310" y="88297"/>
                      <a:pt x="181642" y="105442"/>
                      <a:pt x="181642" y="132207"/>
                    </a:cubicBezTo>
                    <a:cubicBezTo>
                      <a:pt x="181642" y="159544"/>
                      <a:pt x="194024" y="176498"/>
                      <a:pt x="214027" y="176498"/>
                    </a:cubicBezTo>
                    <a:cubicBezTo>
                      <a:pt x="234124" y="176403"/>
                      <a:pt x="246602" y="159258"/>
                      <a:pt x="246602" y="131921"/>
                    </a:cubicBezTo>
                    <a:close/>
                    <a:moveTo>
                      <a:pt x="287846" y="60484"/>
                    </a:moveTo>
                    <a:lnTo>
                      <a:pt x="311467" y="60484"/>
                    </a:lnTo>
                    <a:lnTo>
                      <a:pt x="311467" y="46482"/>
                    </a:lnTo>
                    <a:cubicBezTo>
                      <a:pt x="311467" y="14288"/>
                      <a:pt x="326231" y="0"/>
                      <a:pt x="359378" y="0"/>
                    </a:cubicBezTo>
                    <a:cubicBezTo>
                      <a:pt x="364903" y="0"/>
                      <a:pt x="371570" y="571"/>
                      <a:pt x="375380" y="1238"/>
                    </a:cubicBezTo>
                    <a:lnTo>
                      <a:pt x="375380" y="31718"/>
                    </a:lnTo>
                    <a:cubicBezTo>
                      <a:pt x="372999" y="31623"/>
                      <a:pt x="372999" y="31623"/>
                      <a:pt x="370046" y="31623"/>
                    </a:cubicBezTo>
                    <a:cubicBezTo>
                      <a:pt x="357949" y="31623"/>
                      <a:pt x="353949" y="35147"/>
                      <a:pt x="353949" y="45815"/>
                    </a:cubicBezTo>
                    <a:lnTo>
                      <a:pt x="353949" y="60484"/>
                    </a:lnTo>
                    <a:lnTo>
                      <a:pt x="395859" y="60484"/>
                    </a:lnTo>
                    <a:lnTo>
                      <a:pt x="395859" y="15526"/>
                    </a:lnTo>
                    <a:lnTo>
                      <a:pt x="438150" y="15526"/>
                    </a:lnTo>
                    <a:lnTo>
                      <a:pt x="438150" y="60484"/>
                    </a:lnTo>
                    <a:lnTo>
                      <a:pt x="504158" y="60484"/>
                    </a:lnTo>
                    <a:lnTo>
                      <a:pt x="519493" y="128968"/>
                    </a:lnTo>
                    <a:cubicBezTo>
                      <a:pt x="521684" y="138779"/>
                      <a:pt x="523780" y="149257"/>
                      <a:pt x="525494" y="159067"/>
                    </a:cubicBezTo>
                    <a:cubicBezTo>
                      <a:pt x="527685" y="148876"/>
                      <a:pt x="530162" y="138684"/>
                      <a:pt x="532733" y="129159"/>
                    </a:cubicBezTo>
                    <a:lnTo>
                      <a:pt x="550545" y="61627"/>
                    </a:lnTo>
                    <a:lnTo>
                      <a:pt x="585216" y="61627"/>
                    </a:lnTo>
                    <a:lnTo>
                      <a:pt x="603313" y="129159"/>
                    </a:lnTo>
                    <a:cubicBezTo>
                      <a:pt x="605504" y="137446"/>
                      <a:pt x="607981" y="148209"/>
                      <a:pt x="610172" y="157353"/>
                    </a:cubicBezTo>
                    <a:cubicBezTo>
                      <a:pt x="612743" y="143542"/>
                      <a:pt x="614077" y="136779"/>
                      <a:pt x="615791" y="129159"/>
                    </a:cubicBezTo>
                    <a:lnTo>
                      <a:pt x="631126" y="60579"/>
                    </a:lnTo>
                    <a:lnTo>
                      <a:pt x="672846" y="60579"/>
                    </a:lnTo>
                    <a:lnTo>
                      <a:pt x="632079" y="204311"/>
                    </a:lnTo>
                    <a:lnTo>
                      <a:pt x="591407" y="204311"/>
                    </a:lnTo>
                    <a:lnTo>
                      <a:pt x="567118" y="112204"/>
                    </a:lnTo>
                    <a:lnTo>
                      <a:pt x="543401" y="204311"/>
                    </a:lnTo>
                    <a:lnTo>
                      <a:pt x="501491" y="204311"/>
                    </a:lnTo>
                    <a:lnTo>
                      <a:pt x="469773" y="90678"/>
                    </a:lnTo>
                    <a:lnTo>
                      <a:pt x="438055" y="90678"/>
                    </a:lnTo>
                    <a:lnTo>
                      <a:pt x="438055" y="156210"/>
                    </a:lnTo>
                    <a:cubicBezTo>
                      <a:pt x="438055" y="168592"/>
                      <a:pt x="442436" y="172688"/>
                      <a:pt x="455390" y="172688"/>
                    </a:cubicBezTo>
                    <a:cubicBezTo>
                      <a:pt x="459105" y="172688"/>
                      <a:pt x="461200" y="172593"/>
                      <a:pt x="464915" y="171926"/>
                    </a:cubicBezTo>
                    <a:lnTo>
                      <a:pt x="464915" y="203073"/>
                    </a:lnTo>
                    <a:cubicBezTo>
                      <a:pt x="457771" y="204406"/>
                      <a:pt x="449771" y="205359"/>
                      <a:pt x="443293" y="205359"/>
                    </a:cubicBezTo>
                    <a:cubicBezTo>
                      <a:pt x="409194" y="205359"/>
                      <a:pt x="395764" y="192786"/>
                      <a:pt x="395764" y="160687"/>
                    </a:cubicBezTo>
                    <a:lnTo>
                      <a:pt x="395764" y="90773"/>
                    </a:lnTo>
                    <a:lnTo>
                      <a:pt x="353854" y="90773"/>
                    </a:lnTo>
                    <a:lnTo>
                      <a:pt x="353854" y="204406"/>
                    </a:lnTo>
                    <a:lnTo>
                      <a:pt x="311467" y="204406"/>
                    </a:lnTo>
                    <a:lnTo>
                      <a:pt x="311467" y="90773"/>
                    </a:lnTo>
                    <a:lnTo>
                      <a:pt x="287846" y="90773"/>
                    </a:lnTo>
                    <a:lnTo>
                      <a:pt x="287846" y="60484"/>
                    </a:lnTo>
                    <a:close/>
                    <a:moveTo>
                      <a:pt x="664845" y="167164"/>
                    </a:moveTo>
                    <a:cubicBezTo>
                      <a:pt x="664845" y="141160"/>
                      <a:pt x="681799" y="128016"/>
                      <a:pt x="725138" y="120586"/>
                    </a:cubicBezTo>
                    <a:cubicBezTo>
                      <a:pt x="748474" y="116681"/>
                      <a:pt x="756952" y="111347"/>
                      <a:pt x="756952" y="100298"/>
                    </a:cubicBezTo>
                    <a:cubicBezTo>
                      <a:pt x="756952" y="89249"/>
                      <a:pt x="748760" y="82582"/>
                      <a:pt x="735235" y="82582"/>
                    </a:cubicBezTo>
                    <a:cubicBezTo>
                      <a:pt x="720852" y="82582"/>
                      <a:pt x="712660" y="89154"/>
                      <a:pt x="711708" y="101632"/>
                    </a:cubicBezTo>
                    <a:lnTo>
                      <a:pt x="672655" y="101632"/>
                    </a:lnTo>
                    <a:cubicBezTo>
                      <a:pt x="675704" y="72104"/>
                      <a:pt x="697897" y="56007"/>
                      <a:pt x="735616" y="56007"/>
                    </a:cubicBezTo>
                    <a:cubicBezTo>
                      <a:pt x="777240" y="56007"/>
                      <a:pt x="797719" y="76009"/>
                      <a:pt x="797719" y="116681"/>
                    </a:cubicBezTo>
                    <a:lnTo>
                      <a:pt x="797719" y="173736"/>
                    </a:lnTo>
                    <a:cubicBezTo>
                      <a:pt x="797719" y="191452"/>
                      <a:pt x="798671" y="196596"/>
                      <a:pt x="803338" y="204216"/>
                    </a:cubicBezTo>
                    <a:lnTo>
                      <a:pt x="762572" y="204216"/>
                    </a:lnTo>
                    <a:cubicBezTo>
                      <a:pt x="760571" y="199358"/>
                      <a:pt x="759238" y="193929"/>
                      <a:pt x="758666" y="186500"/>
                    </a:cubicBezTo>
                    <a:cubicBezTo>
                      <a:pt x="747522" y="201168"/>
                      <a:pt x="733139" y="207835"/>
                      <a:pt x="713327" y="207835"/>
                    </a:cubicBezTo>
                    <a:cubicBezTo>
                      <a:pt x="683228" y="207835"/>
                      <a:pt x="664845" y="192405"/>
                      <a:pt x="664845" y="167164"/>
                    </a:cubicBezTo>
                    <a:close/>
                    <a:moveTo>
                      <a:pt x="733139" y="142303"/>
                    </a:moveTo>
                    <a:cubicBezTo>
                      <a:pt x="713041" y="146304"/>
                      <a:pt x="705517" y="151924"/>
                      <a:pt x="705517" y="163068"/>
                    </a:cubicBezTo>
                    <a:cubicBezTo>
                      <a:pt x="705517" y="174307"/>
                      <a:pt x="712756" y="180784"/>
                      <a:pt x="725614" y="180784"/>
                    </a:cubicBezTo>
                    <a:cubicBezTo>
                      <a:pt x="745046" y="180784"/>
                      <a:pt x="757047" y="168402"/>
                      <a:pt x="757047" y="148685"/>
                    </a:cubicBezTo>
                    <a:lnTo>
                      <a:pt x="757047" y="135255"/>
                    </a:lnTo>
                    <a:cubicBezTo>
                      <a:pt x="750856" y="138303"/>
                      <a:pt x="745807" y="139827"/>
                      <a:pt x="733139" y="142303"/>
                    </a:cubicBezTo>
                    <a:close/>
                    <a:moveTo>
                      <a:pt x="818769" y="60484"/>
                    </a:moveTo>
                    <a:lnTo>
                      <a:pt x="860774" y="60484"/>
                    </a:lnTo>
                    <a:lnTo>
                      <a:pt x="860774" y="82486"/>
                    </a:lnTo>
                    <a:cubicBezTo>
                      <a:pt x="869918" y="66008"/>
                      <a:pt x="881824" y="58102"/>
                      <a:pt x="897922" y="58102"/>
                    </a:cubicBezTo>
                    <a:cubicBezTo>
                      <a:pt x="899827" y="58102"/>
                      <a:pt x="903732" y="58483"/>
                      <a:pt x="906875" y="59150"/>
                    </a:cubicBezTo>
                    <a:lnTo>
                      <a:pt x="906875" y="94297"/>
                    </a:lnTo>
                    <a:cubicBezTo>
                      <a:pt x="904208" y="93631"/>
                      <a:pt x="901351" y="93345"/>
                      <a:pt x="895445" y="93345"/>
                    </a:cubicBezTo>
                    <a:cubicBezTo>
                      <a:pt x="874776" y="93345"/>
                      <a:pt x="861536" y="106585"/>
                      <a:pt x="861536" y="127254"/>
                    </a:cubicBezTo>
                    <a:lnTo>
                      <a:pt x="861536" y="204121"/>
                    </a:lnTo>
                    <a:lnTo>
                      <a:pt x="818769" y="204121"/>
                    </a:lnTo>
                    <a:lnTo>
                      <a:pt x="818769" y="60484"/>
                    </a:lnTo>
                    <a:close/>
                    <a:moveTo>
                      <a:pt x="905637" y="132778"/>
                    </a:moveTo>
                    <a:cubicBezTo>
                      <a:pt x="905637" y="87058"/>
                      <a:pt x="935736" y="56007"/>
                      <a:pt x="980122" y="56007"/>
                    </a:cubicBezTo>
                    <a:cubicBezTo>
                      <a:pt x="1022413" y="56007"/>
                      <a:pt x="1050893" y="87725"/>
                      <a:pt x="1050893" y="135064"/>
                    </a:cubicBezTo>
                    <a:lnTo>
                      <a:pt x="1050893" y="142399"/>
                    </a:lnTo>
                    <a:lnTo>
                      <a:pt x="948214" y="142399"/>
                    </a:lnTo>
                    <a:cubicBezTo>
                      <a:pt x="951071" y="166306"/>
                      <a:pt x="963358" y="179832"/>
                      <a:pt x="982313" y="179832"/>
                    </a:cubicBezTo>
                    <a:cubicBezTo>
                      <a:pt x="996505" y="179832"/>
                      <a:pt x="1005840" y="173164"/>
                      <a:pt x="1008888" y="160877"/>
                    </a:cubicBezTo>
                    <a:lnTo>
                      <a:pt x="1048893" y="160877"/>
                    </a:lnTo>
                    <a:cubicBezTo>
                      <a:pt x="1043083" y="189452"/>
                      <a:pt x="1016317" y="208502"/>
                      <a:pt x="981742" y="208502"/>
                    </a:cubicBezTo>
                    <a:cubicBezTo>
                      <a:pt x="936498" y="208693"/>
                      <a:pt x="905637" y="177927"/>
                      <a:pt x="905637" y="132778"/>
                    </a:cubicBezTo>
                    <a:close/>
                    <a:moveTo>
                      <a:pt x="1008697" y="117348"/>
                    </a:moveTo>
                    <a:cubicBezTo>
                      <a:pt x="1006030" y="95440"/>
                      <a:pt x="995839" y="83820"/>
                      <a:pt x="979265" y="83820"/>
                    </a:cubicBezTo>
                    <a:cubicBezTo>
                      <a:pt x="962787" y="83820"/>
                      <a:pt x="952405" y="95345"/>
                      <a:pt x="948976" y="117348"/>
                    </a:cubicBezTo>
                    <a:lnTo>
                      <a:pt x="1008697" y="117348"/>
                    </a:lnTo>
                    <a:close/>
                  </a:path>
                </a:pathLst>
              </a:custGeom>
              <a:solidFill>
                <a:srgbClr val="000000"/>
              </a:solidFill>
              <a:ln w="9525" cap="flat">
                <a:noFill/>
                <a:prstDash val="solid"/>
                <a:miter/>
              </a:ln>
            </p:spPr>
            <p:txBody>
              <a:bodyPr rtlCol="0" anchor="ctr"/>
              <a:lstStyle/>
              <a:p>
                <a:endParaRPr lang="en-GB"/>
              </a:p>
            </p:txBody>
          </p:sp>
        </p:grpSp>
        <p:sp>
          <p:nvSpPr>
            <p:cNvPr id="11" name="Freeform: Shape 10">
              <a:extLst>
                <a:ext uri="{FF2B5EF4-FFF2-40B4-BE49-F238E27FC236}">
                  <a16:creationId xmlns:a16="http://schemas.microsoft.com/office/drawing/2014/main" id="{74156441-2E0F-C5BC-34B4-E8A152417922}"/>
                </a:ext>
              </a:extLst>
            </p:cNvPr>
            <p:cNvSpPr/>
            <p:nvPr/>
          </p:nvSpPr>
          <p:spPr>
            <a:xfrm>
              <a:off x="2862548" y="-2528585"/>
              <a:ext cx="1382363" cy="1501425"/>
            </a:xfrm>
            <a:custGeom>
              <a:avLst/>
              <a:gdLst>
                <a:gd name="connsiteX0" fmla="*/ 0 w 1382363"/>
                <a:gd name="connsiteY0" fmla="*/ 1070134 h 1501425"/>
                <a:gd name="connsiteX1" fmla="*/ 324517 w 1382363"/>
                <a:gd name="connsiteY1" fmla="*/ 640842 h 1501425"/>
                <a:gd name="connsiteX2" fmla="*/ 211550 w 1382363"/>
                <a:gd name="connsiteY2" fmla="*/ 357378 h 1501425"/>
                <a:gd name="connsiteX3" fmla="*/ 624459 w 1382363"/>
                <a:gd name="connsiteY3" fmla="*/ 0 h 1501425"/>
                <a:gd name="connsiteX4" fmla="*/ 1039368 w 1382363"/>
                <a:gd name="connsiteY4" fmla="*/ 353282 h 1501425"/>
                <a:gd name="connsiteX5" fmla="*/ 768191 w 1382363"/>
                <a:gd name="connsiteY5" fmla="*/ 704564 h 1501425"/>
                <a:gd name="connsiteX6" fmla="*/ 944880 w 1382363"/>
                <a:gd name="connsiteY6" fmla="*/ 926402 h 1501425"/>
                <a:gd name="connsiteX7" fmla="*/ 1000315 w 1382363"/>
                <a:gd name="connsiteY7" fmla="*/ 741521 h 1501425"/>
                <a:gd name="connsiteX8" fmla="*/ 1289971 w 1382363"/>
                <a:gd name="connsiteY8" fmla="*/ 741521 h 1501425"/>
                <a:gd name="connsiteX9" fmla="*/ 1129760 w 1382363"/>
                <a:gd name="connsiteY9" fmla="*/ 1160526 h 1501425"/>
                <a:gd name="connsiteX10" fmla="*/ 1382363 w 1382363"/>
                <a:gd name="connsiteY10" fmla="*/ 1476851 h 1501425"/>
                <a:gd name="connsiteX11" fmla="*/ 973646 w 1382363"/>
                <a:gd name="connsiteY11" fmla="*/ 1476851 h 1501425"/>
                <a:gd name="connsiteX12" fmla="*/ 901732 w 1382363"/>
                <a:gd name="connsiteY12" fmla="*/ 1384364 h 1501425"/>
                <a:gd name="connsiteX13" fmla="*/ 521780 w 1382363"/>
                <a:gd name="connsiteY13" fmla="*/ 1501426 h 1501425"/>
                <a:gd name="connsiteX14" fmla="*/ 0 w 1382363"/>
                <a:gd name="connsiteY14" fmla="*/ 1070134 h 1501425"/>
                <a:gd name="connsiteX15" fmla="*/ 735330 w 1382363"/>
                <a:gd name="connsiteY15" fmla="*/ 1168718 h 1501425"/>
                <a:gd name="connsiteX16" fmla="*/ 486823 w 1382363"/>
                <a:gd name="connsiteY16" fmla="*/ 846201 h 1501425"/>
                <a:gd name="connsiteX17" fmla="*/ 347091 w 1382363"/>
                <a:gd name="connsiteY17" fmla="*/ 1061847 h 1501425"/>
                <a:gd name="connsiteX18" fmla="*/ 536067 w 1382363"/>
                <a:gd name="connsiteY18" fmla="*/ 1232345 h 1501425"/>
                <a:gd name="connsiteX19" fmla="*/ 735330 w 1382363"/>
                <a:gd name="connsiteY19" fmla="*/ 1168718 h 1501425"/>
                <a:gd name="connsiteX20" fmla="*/ 741426 w 1382363"/>
                <a:gd name="connsiteY20" fmla="*/ 355378 h 1501425"/>
                <a:gd name="connsiteX21" fmla="*/ 632555 w 1382363"/>
                <a:gd name="connsiteY21" fmla="*/ 242411 h 1501425"/>
                <a:gd name="connsiteX22" fmla="*/ 521589 w 1382363"/>
                <a:gd name="connsiteY22" fmla="*/ 355378 h 1501425"/>
                <a:gd name="connsiteX23" fmla="*/ 624269 w 1382363"/>
                <a:gd name="connsiteY23" fmla="*/ 532066 h 1501425"/>
                <a:gd name="connsiteX24" fmla="*/ 741426 w 1382363"/>
                <a:gd name="connsiteY24" fmla="*/ 355378 h 150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82363" h="1501425">
                  <a:moveTo>
                    <a:pt x="0" y="1070134"/>
                  </a:moveTo>
                  <a:cubicBezTo>
                    <a:pt x="0" y="846201"/>
                    <a:pt x="143732" y="725043"/>
                    <a:pt x="324517" y="640842"/>
                  </a:cubicBezTo>
                  <a:cubicBezTo>
                    <a:pt x="254698" y="556641"/>
                    <a:pt x="211550" y="470345"/>
                    <a:pt x="211550" y="357378"/>
                  </a:cubicBezTo>
                  <a:cubicBezTo>
                    <a:pt x="211550" y="154019"/>
                    <a:pt x="369761" y="0"/>
                    <a:pt x="624459" y="0"/>
                  </a:cubicBezTo>
                  <a:cubicBezTo>
                    <a:pt x="864775" y="0"/>
                    <a:pt x="1039368" y="135541"/>
                    <a:pt x="1039368" y="353282"/>
                  </a:cubicBezTo>
                  <a:cubicBezTo>
                    <a:pt x="1039368" y="536067"/>
                    <a:pt x="918210" y="632650"/>
                    <a:pt x="768191" y="704564"/>
                  </a:cubicBezTo>
                  <a:lnTo>
                    <a:pt x="944880" y="926402"/>
                  </a:lnTo>
                  <a:cubicBezTo>
                    <a:pt x="969550" y="868871"/>
                    <a:pt x="990029" y="803148"/>
                    <a:pt x="1000315" y="741521"/>
                  </a:cubicBezTo>
                  <a:lnTo>
                    <a:pt x="1289971" y="741521"/>
                  </a:lnTo>
                  <a:cubicBezTo>
                    <a:pt x="1275588" y="883253"/>
                    <a:pt x="1220153" y="1031177"/>
                    <a:pt x="1129760" y="1160526"/>
                  </a:cubicBezTo>
                  <a:lnTo>
                    <a:pt x="1382363" y="1476851"/>
                  </a:lnTo>
                  <a:lnTo>
                    <a:pt x="973646" y="1476851"/>
                  </a:lnTo>
                  <a:lnTo>
                    <a:pt x="901732" y="1384364"/>
                  </a:lnTo>
                  <a:cubicBezTo>
                    <a:pt x="790861" y="1456277"/>
                    <a:pt x="661416" y="1501426"/>
                    <a:pt x="521780" y="1501426"/>
                  </a:cubicBezTo>
                  <a:cubicBezTo>
                    <a:pt x="180689" y="1501426"/>
                    <a:pt x="0" y="1314545"/>
                    <a:pt x="0" y="1070134"/>
                  </a:cubicBezTo>
                  <a:close/>
                  <a:moveTo>
                    <a:pt x="735330" y="1168718"/>
                  </a:moveTo>
                  <a:lnTo>
                    <a:pt x="486823" y="846201"/>
                  </a:lnTo>
                  <a:cubicBezTo>
                    <a:pt x="384143" y="907828"/>
                    <a:pt x="347091" y="977646"/>
                    <a:pt x="347091" y="1061847"/>
                  </a:cubicBezTo>
                  <a:cubicBezTo>
                    <a:pt x="347091" y="1164527"/>
                    <a:pt x="427196" y="1232345"/>
                    <a:pt x="536067" y="1232345"/>
                  </a:cubicBezTo>
                  <a:cubicBezTo>
                    <a:pt x="607886" y="1232440"/>
                    <a:pt x="675704" y="1209770"/>
                    <a:pt x="735330" y="1168718"/>
                  </a:cubicBezTo>
                  <a:close/>
                  <a:moveTo>
                    <a:pt x="741426" y="355378"/>
                  </a:moveTo>
                  <a:cubicBezTo>
                    <a:pt x="741426" y="291655"/>
                    <a:pt x="696278" y="242411"/>
                    <a:pt x="632555" y="242411"/>
                  </a:cubicBezTo>
                  <a:cubicBezTo>
                    <a:pt x="564737" y="242411"/>
                    <a:pt x="521589" y="289655"/>
                    <a:pt x="521589" y="355378"/>
                  </a:cubicBezTo>
                  <a:cubicBezTo>
                    <a:pt x="521589" y="421100"/>
                    <a:pt x="566738" y="480631"/>
                    <a:pt x="624269" y="532066"/>
                  </a:cubicBezTo>
                  <a:cubicBezTo>
                    <a:pt x="708565" y="482727"/>
                    <a:pt x="741426" y="423100"/>
                    <a:pt x="741426" y="355378"/>
                  </a:cubicBezTo>
                  <a:close/>
                </a:path>
              </a:pathLst>
            </a:custGeom>
            <a:solidFill>
              <a:srgbClr val="FFFFFF"/>
            </a:solidFill>
            <a:ln w="9525"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8F933EB-2E19-A142-4EE8-843BFEAC14E2}"/>
                </a:ext>
              </a:extLst>
            </p:cNvPr>
            <p:cNvSpPr/>
            <p:nvPr/>
          </p:nvSpPr>
          <p:spPr>
            <a:xfrm>
              <a:off x="4394739" y="-2520393"/>
              <a:ext cx="1094803" cy="1501425"/>
            </a:xfrm>
            <a:custGeom>
              <a:avLst/>
              <a:gdLst>
                <a:gd name="connsiteX0" fmla="*/ 0 w 1094803"/>
                <a:gd name="connsiteY0" fmla="*/ 942785 h 1501425"/>
                <a:gd name="connsiteX1" fmla="*/ 460057 w 1094803"/>
                <a:gd name="connsiteY1" fmla="*/ 386144 h 1501425"/>
                <a:gd name="connsiteX2" fmla="*/ 753808 w 1094803"/>
                <a:gd name="connsiteY2" fmla="*/ 536067 h 1501425"/>
                <a:gd name="connsiteX3" fmla="*/ 760000 w 1094803"/>
                <a:gd name="connsiteY3" fmla="*/ 536067 h 1501425"/>
                <a:gd name="connsiteX4" fmla="*/ 760000 w 1094803"/>
                <a:gd name="connsiteY4" fmla="*/ 0 h 1501425"/>
                <a:gd name="connsiteX5" fmla="*/ 1094804 w 1094803"/>
                <a:gd name="connsiteY5" fmla="*/ 0 h 1501425"/>
                <a:gd name="connsiteX6" fmla="*/ 1094804 w 1094803"/>
                <a:gd name="connsiteY6" fmla="*/ 1468565 h 1501425"/>
                <a:gd name="connsiteX7" fmla="*/ 774382 w 1094803"/>
                <a:gd name="connsiteY7" fmla="*/ 1468565 h 1501425"/>
                <a:gd name="connsiteX8" fmla="*/ 774382 w 1094803"/>
                <a:gd name="connsiteY8" fmla="*/ 1326833 h 1501425"/>
                <a:gd name="connsiteX9" fmla="*/ 770287 w 1094803"/>
                <a:gd name="connsiteY9" fmla="*/ 1326833 h 1501425"/>
                <a:gd name="connsiteX10" fmla="*/ 460153 w 1094803"/>
                <a:gd name="connsiteY10" fmla="*/ 1501426 h 1501425"/>
                <a:gd name="connsiteX11" fmla="*/ 0 w 1094803"/>
                <a:gd name="connsiteY11" fmla="*/ 942785 h 1501425"/>
                <a:gd name="connsiteX12" fmla="*/ 768191 w 1094803"/>
                <a:gd name="connsiteY12" fmla="*/ 942785 h 1501425"/>
                <a:gd name="connsiteX13" fmla="*/ 550450 w 1094803"/>
                <a:gd name="connsiteY13" fmla="*/ 638842 h 1501425"/>
                <a:gd name="connsiteX14" fmla="*/ 338899 w 1094803"/>
                <a:gd name="connsiteY14" fmla="*/ 938689 h 1501425"/>
                <a:gd name="connsiteX15" fmla="*/ 546354 w 1094803"/>
                <a:gd name="connsiteY15" fmla="*/ 1236536 h 1501425"/>
                <a:gd name="connsiteX16" fmla="*/ 768191 w 1094803"/>
                <a:gd name="connsiteY16" fmla="*/ 942785 h 150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4803" h="1501425">
                  <a:moveTo>
                    <a:pt x="0" y="942785"/>
                  </a:moveTo>
                  <a:cubicBezTo>
                    <a:pt x="0" y="614172"/>
                    <a:pt x="188976" y="386144"/>
                    <a:pt x="460057" y="386144"/>
                  </a:cubicBezTo>
                  <a:cubicBezTo>
                    <a:pt x="607981" y="386144"/>
                    <a:pt x="692182" y="447770"/>
                    <a:pt x="753808" y="536067"/>
                  </a:cubicBezTo>
                  <a:lnTo>
                    <a:pt x="760000" y="536067"/>
                  </a:lnTo>
                  <a:lnTo>
                    <a:pt x="760000" y="0"/>
                  </a:lnTo>
                  <a:lnTo>
                    <a:pt x="1094804" y="0"/>
                  </a:lnTo>
                  <a:lnTo>
                    <a:pt x="1094804" y="1468565"/>
                  </a:lnTo>
                  <a:lnTo>
                    <a:pt x="774382" y="1468565"/>
                  </a:lnTo>
                  <a:lnTo>
                    <a:pt x="774382" y="1326833"/>
                  </a:lnTo>
                  <a:lnTo>
                    <a:pt x="770287" y="1326833"/>
                  </a:lnTo>
                  <a:cubicBezTo>
                    <a:pt x="706564" y="1435703"/>
                    <a:pt x="597789" y="1501426"/>
                    <a:pt x="460153" y="1501426"/>
                  </a:cubicBezTo>
                  <a:cubicBezTo>
                    <a:pt x="190976" y="1501521"/>
                    <a:pt x="0" y="1294067"/>
                    <a:pt x="0" y="942785"/>
                  </a:cubicBezTo>
                  <a:close/>
                  <a:moveTo>
                    <a:pt x="768191" y="942785"/>
                  </a:moveTo>
                  <a:cubicBezTo>
                    <a:pt x="768191" y="766096"/>
                    <a:pt x="696277" y="638842"/>
                    <a:pt x="550450" y="638842"/>
                  </a:cubicBezTo>
                  <a:cubicBezTo>
                    <a:pt x="416909" y="638842"/>
                    <a:pt x="338899" y="762095"/>
                    <a:pt x="338899" y="938689"/>
                  </a:cubicBezTo>
                  <a:cubicBezTo>
                    <a:pt x="338899" y="1121474"/>
                    <a:pt x="416909" y="1236536"/>
                    <a:pt x="546354" y="1236536"/>
                  </a:cubicBezTo>
                  <a:cubicBezTo>
                    <a:pt x="685990" y="1236536"/>
                    <a:pt x="768191" y="1115378"/>
                    <a:pt x="768191" y="942785"/>
                  </a:cubicBezTo>
                  <a:close/>
                </a:path>
              </a:pathLst>
            </a:custGeom>
            <a:solidFill>
              <a:srgbClr val="FFFFFF"/>
            </a:solidFill>
            <a:ln w="95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75D31CDA-22CA-D12F-05F7-B6C590868A8A}"/>
                </a:ext>
              </a:extLst>
            </p:cNvPr>
            <p:cNvSpPr/>
            <p:nvPr/>
          </p:nvSpPr>
          <p:spPr>
            <a:xfrm>
              <a:off x="5546407" y="-2132154"/>
              <a:ext cx="1123473" cy="1113282"/>
            </a:xfrm>
            <a:custGeom>
              <a:avLst/>
              <a:gdLst>
                <a:gd name="connsiteX0" fmla="*/ 0 w 1123473"/>
                <a:gd name="connsiteY0" fmla="*/ 556641 h 1113282"/>
                <a:gd name="connsiteX1" fmla="*/ 562737 w 1123473"/>
                <a:gd name="connsiteY1" fmla="*/ 0 h 1113282"/>
                <a:gd name="connsiteX2" fmla="*/ 1123474 w 1123473"/>
                <a:gd name="connsiteY2" fmla="*/ 556641 h 1113282"/>
                <a:gd name="connsiteX3" fmla="*/ 562737 w 1123473"/>
                <a:gd name="connsiteY3" fmla="*/ 1113282 h 1113282"/>
                <a:gd name="connsiteX4" fmla="*/ 0 w 1123473"/>
                <a:gd name="connsiteY4" fmla="*/ 556641 h 1113282"/>
                <a:gd name="connsiteX5" fmla="*/ 784574 w 1123473"/>
                <a:gd name="connsiteY5" fmla="*/ 556641 h 1113282"/>
                <a:gd name="connsiteX6" fmla="*/ 560641 w 1123473"/>
                <a:gd name="connsiteY6" fmla="*/ 236220 h 1113282"/>
                <a:gd name="connsiteX7" fmla="*/ 338804 w 1123473"/>
                <a:gd name="connsiteY7" fmla="*/ 556641 h 1113282"/>
                <a:gd name="connsiteX8" fmla="*/ 560641 w 1123473"/>
                <a:gd name="connsiteY8" fmla="*/ 874967 h 1113282"/>
                <a:gd name="connsiteX9" fmla="*/ 784574 w 1123473"/>
                <a:gd name="connsiteY9" fmla="*/ 556641 h 1113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3473" h="1113282">
                  <a:moveTo>
                    <a:pt x="0" y="556641"/>
                  </a:moveTo>
                  <a:cubicBezTo>
                    <a:pt x="0" y="240316"/>
                    <a:pt x="225933" y="0"/>
                    <a:pt x="562737" y="0"/>
                  </a:cubicBezTo>
                  <a:cubicBezTo>
                    <a:pt x="901637" y="0"/>
                    <a:pt x="1123474" y="240316"/>
                    <a:pt x="1123474" y="556641"/>
                  </a:cubicBezTo>
                  <a:cubicBezTo>
                    <a:pt x="1123474" y="872966"/>
                    <a:pt x="901637" y="1113282"/>
                    <a:pt x="562737" y="1113282"/>
                  </a:cubicBezTo>
                  <a:cubicBezTo>
                    <a:pt x="225933" y="1113282"/>
                    <a:pt x="0" y="872966"/>
                    <a:pt x="0" y="556641"/>
                  </a:cubicBezTo>
                  <a:close/>
                  <a:moveTo>
                    <a:pt x="784574" y="556641"/>
                  </a:moveTo>
                  <a:cubicBezTo>
                    <a:pt x="784574" y="365570"/>
                    <a:pt x="706469" y="236220"/>
                    <a:pt x="560641" y="236220"/>
                  </a:cubicBezTo>
                  <a:cubicBezTo>
                    <a:pt x="414814" y="236220"/>
                    <a:pt x="338804" y="365665"/>
                    <a:pt x="338804" y="556641"/>
                  </a:cubicBezTo>
                  <a:cubicBezTo>
                    <a:pt x="338804" y="747617"/>
                    <a:pt x="414814" y="874967"/>
                    <a:pt x="560641" y="874967"/>
                  </a:cubicBezTo>
                  <a:cubicBezTo>
                    <a:pt x="706564" y="874967"/>
                    <a:pt x="784574" y="747617"/>
                    <a:pt x="784574" y="556641"/>
                  </a:cubicBezTo>
                  <a:close/>
                </a:path>
              </a:pathLst>
            </a:custGeom>
            <a:solidFill>
              <a:srgbClr val="FFFFFF"/>
            </a:solidFill>
            <a:ln w="95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C5D35B23-BFB4-D175-FF5B-E037BF96A46C}"/>
                </a:ext>
              </a:extLst>
            </p:cNvPr>
            <p:cNvSpPr/>
            <p:nvPr/>
          </p:nvSpPr>
          <p:spPr>
            <a:xfrm>
              <a:off x="6726650" y="-2134250"/>
              <a:ext cx="1018793" cy="1082611"/>
            </a:xfrm>
            <a:custGeom>
              <a:avLst/>
              <a:gdLst>
                <a:gd name="connsiteX0" fmla="*/ 95 w 1018793"/>
                <a:gd name="connsiteY0" fmla="*/ 30861 h 1082611"/>
                <a:gd name="connsiteX1" fmla="*/ 322516 w 1018793"/>
                <a:gd name="connsiteY1" fmla="*/ 30861 h 1082611"/>
                <a:gd name="connsiteX2" fmla="*/ 322516 w 1018793"/>
                <a:gd name="connsiteY2" fmla="*/ 174593 h 1082611"/>
                <a:gd name="connsiteX3" fmla="*/ 328707 w 1018793"/>
                <a:gd name="connsiteY3" fmla="*/ 174593 h 1082611"/>
                <a:gd name="connsiteX4" fmla="*/ 653224 w 1018793"/>
                <a:gd name="connsiteY4" fmla="*/ 0 h 1082611"/>
                <a:gd name="connsiteX5" fmla="*/ 1018794 w 1018793"/>
                <a:gd name="connsiteY5" fmla="*/ 398526 h 1082611"/>
                <a:gd name="connsiteX6" fmla="*/ 1018794 w 1018793"/>
                <a:gd name="connsiteY6" fmla="*/ 1082516 h 1082611"/>
                <a:gd name="connsiteX7" fmla="*/ 683990 w 1018793"/>
                <a:gd name="connsiteY7" fmla="*/ 1082516 h 1082611"/>
                <a:gd name="connsiteX8" fmla="*/ 683990 w 1018793"/>
                <a:gd name="connsiteY8" fmla="*/ 466344 h 1082611"/>
                <a:gd name="connsiteX9" fmla="*/ 519684 w 1018793"/>
                <a:gd name="connsiteY9" fmla="*/ 279463 h 1082611"/>
                <a:gd name="connsiteX10" fmla="*/ 334803 w 1018793"/>
                <a:gd name="connsiteY10" fmla="*/ 501301 h 1082611"/>
                <a:gd name="connsiteX11" fmla="*/ 334803 w 1018793"/>
                <a:gd name="connsiteY11" fmla="*/ 1082612 h 1082611"/>
                <a:gd name="connsiteX12" fmla="*/ 0 w 1018793"/>
                <a:gd name="connsiteY12" fmla="*/ 1082612 h 1082611"/>
                <a:gd name="connsiteX13" fmla="*/ 0 w 1018793"/>
                <a:gd name="connsiteY13" fmla="*/ 30861 h 1082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8793" h="1082611">
                  <a:moveTo>
                    <a:pt x="95" y="30861"/>
                  </a:moveTo>
                  <a:lnTo>
                    <a:pt x="322516" y="30861"/>
                  </a:lnTo>
                  <a:lnTo>
                    <a:pt x="322516" y="174593"/>
                  </a:lnTo>
                  <a:lnTo>
                    <a:pt x="328707" y="174593"/>
                  </a:lnTo>
                  <a:cubicBezTo>
                    <a:pt x="406812" y="61627"/>
                    <a:pt x="507396" y="0"/>
                    <a:pt x="653224" y="0"/>
                  </a:cubicBezTo>
                  <a:cubicBezTo>
                    <a:pt x="883253" y="0"/>
                    <a:pt x="1018794" y="164306"/>
                    <a:pt x="1018794" y="398526"/>
                  </a:cubicBezTo>
                  <a:lnTo>
                    <a:pt x="1018794" y="1082516"/>
                  </a:lnTo>
                  <a:lnTo>
                    <a:pt x="683990" y="1082516"/>
                  </a:lnTo>
                  <a:lnTo>
                    <a:pt x="683990" y="466344"/>
                  </a:lnTo>
                  <a:cubicBezTo>
                    <a:pt x="683990" y="355473"/>
                    <a:pt x="628459" y="279463"/>
                    <a:pt x="519684" y="279463"/>
                  </a:cubicBezTo>
                  <a:cubicBezTo>
                    <a:pt x="408813" y="279463"/>
                    <a:pt x="334803" y="371951"/>
                    <a:pt x="334803" y="501301"/>
                  </a:cubicBezTo>
                  <a:lnTo>
                    <a:pt x="334803" y="1082612"/>
                  </a:lnTo>
                  <a:lnTo>
                    <a:pt x="0" y="1082612"/>
                  </a:lnTo>
                  <a:lnTo>
                    <a:pt x="0" y="30861"/>
                  </a:lnTo>
                  <a:close/>
                </a:path>
              </a:pathLst>
            </a:custGeom>
            <a:solidFill>
              <a:srgbClr val="FFFFFF"/>
            </a:solidFill>
            <a:ln w="95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9288A677-44D5-3BDE-7B92-9D581469C00E}"/>
                </a:ext>
              </a:extLst>
            </p:cNvPr>
            <p:cNvSpPr/>
            <p:nvPr/>
          </p:nvSpPr>
          <p:spPr>
            <a:xfrm>
              <a:off x="7794783" y="-2134154"/>
              <a:ext cx="1084564" cy="1113282"/>
            </a:xfrm>
            <a:custGeom>
              <a:avLst/>
              <a:gdLst>
                <a:gd name="connsiteX0" fmla="*/ 0 w 1084564"/>
                <a:gd name="connsiteY0" fmla="*/ 554546 h 1113282"/>
                <a:gd name="connsiteX1" fmla="*/ 540163 w 1084564"/>
                <a:gd name="connsiteY1" fmla="*/ 0 h 1113282"/>
                <a:gd name="connsiteX2" fmla="*/ 899636 w 1084564"/>
                <a:gd name="connsiteY2" fmla="*/ 131445 h 1113282"/>
                <a:gd name="connsiteX3" fmla="*/ 1084517 w 1084564"/>
                <a:gd name="connsiteY3" fmla="*/ 642938 h 1113282"/>
                <a:gd name="connsiteX4" fmla="*/ 328613 w 1084564"/>
                <a:gd name="connsiteY4" fmla="*/ 642938 h 1113282"/>
                <a:gd name="connsiteX5" fmla="*/ 564833 w 1084564"/>
                <a:gd name="connsiteY5" fmla="*/ 872966 h 1113282"/>
                <a:gd name="connsiteX6" fmla="*/ 739426 w 1084564"/>
                <a:gd name="connsiteY6" fmla="*/ 768287 h 1113282"/>
                <a:gd name="connsiteX7" fmla="*/ 1066038 w 1084564"/>
                <a:gd name="connsiteY7" fmla="*/ 768287 h 1113282"/>
                <a:gd name="connsiteX8" fmla="*/ 889349 w 1084564"/>
                <a:gd name="connsiteY8" fmla="*/ 1016794 h 1113282"/>
                <a:gd name="connsiteX9" fmla="*/ 560737 w 1084564"/>
                <a:gd name="connsiteY9" fmla="*/ 1113282 h 1113282"/>
                <a:gd name="connsiteX10" fmla="*/ 0 w 1084564"/>
                <a:gd name="connsiteY10" fmla="*/ 554546 h 1113282"/>
                <a:gd name="connsiteX11" fmla="*/ 745617 w 1084564"/>
                <a:gd name="connsiteY11" fmla="*/ 443579 h 1113282"/>
                <a:gd name="connsiteX12" fmla="*/ 546354 w 1084564"/>
                <a:gd name="connsiteY12" fmla="*/ 238220 h 1113282"/>
                <a:gd name="connsiteX13" fmla="*/ 330708 w 1084564"/>
                <a:gd name="connsiteY13" fmla="*/ 443579 h 1113282"/>
                <a:gd name="connsiteX14" fmla="*/ 745617 w 1084564"/>
                <a:gd name="connsiteY14" fmla="*/ 443579 h 1113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84564" h="1113282">
                  <a:moveTo>
                    <a:pt x="0" y="554546"/>
                  </a:moveTo>
                  <a:cubicBezTo>
                    <a:pt x="0" y="240316"/>
                    <a:pt x="219742" y="0"/>
                    <a:pt x="540163" y="0"/>
                  </a:cubicBezTo>
                  <a:cubicBezTo>
                    <a:pt x="690086" y="0"/>
                    <a:pt x="809244" y="49339"/>
                    <a:pt x="899636" y="131445"/>
                  </a:cubicBezTo>
                  <a:cubicBezTo>
                    <a:pt x="1024986" y="246507"/>
                    <a:pt x="1086517" y="429292"/>
                    <a:pt x="1084517" y="642938"/>
                  </a:cubicBezTo>
                  <a:lnTo>
                    <a:pt x="328613" y="642938"/>
                  </a:lnTo>
                  <a:cubicBezTo>
                    <a:pt x="349187" y="784670"/>
                    <a:pt x="427197" y="872966"/>
                    <a:pt x="564833" y="872966"/>
                  </a:cubicBezTo>
                  <a:cubicBezTo>
                    <a:pt x="653129" y="872966"/>
                    <a:pt x="710661" y="833914"/>
                    <a:pt x="739426" y="768287"/>
                  </a:cubicBezTo>
                  <a:lnTo>
                    <a:pt x="1066038" y="768287"/>
                  </a:lnTo>
                  <a:cubicBezTo>
                    <a:pt x="1043464" y="862774"/>
                    <a:pt x="981837" y="953167"/>
                    <a:pt x="889349" y="1016794"/>
                  </a:cubicBezTo>
                  <a:cubicBezTo>
                    <a:pt x="801053" y="1078421"/>
                    <a:pt x="694182" y="1113282"/>
                    <a:pt x="560737" y="1113282"/>
                  </a:cubicBezTo>
                  <a:cubicBezTo>
                    <a:pt x="213646" y="1113187"/>
                    <a:pt x="0" y="872871"/>
                    <a:pt x="0" y="554546"/>
                  </a:cubicBezTo>
                  <a:close/>
                  <a:moveTo>
                    <a:pt x="745617" y="443579"/>
                  </a:moveTo>
                  <a:cubicBezTo>
                    <a:pt x="733330" y="318230"/>
                    <a:pt x="655225" y="238220"/>
                    <a:pt x="546354" y="238220"/>
                  </a:cubicBezTo>
                  <a:cubicBezTo>
                    <a:pt x="419005" y="238220"/>
                    <a:pt x="353283" y="318325"/>
                    <a:pt x="330708" y="443579"/>
                  </a:cubicBezTo>
                  <a:lnTo>
                    <a:pt x="745617" y="443579"/>
                  </a:lnTo>
                  <a:close/>
                </a:path>
              </a:pathLst>
            </a:custGeom>
            <a:solidFill>
              <a:srgbClr val="FFFFFF"/>
            </a:solidFill>
            <a:ln w="95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D379249B-6FA7-6AD4-5F5F-0DF91BA31960}"/>
                </a:ext>
              </a:extLst>
            </p:cNvPr>
            <p:cNvSpPr/>
            <p:nvPr/>
          </p:nvSpPr>
          <p:spPr>
            <a:xfrm>
              <a:off x="8941593" y="-1376917"/>
              <a:ext cx="343852" cy="337851"/>
            </a:xfrm>
            <a:custGeom>
              <a:avLst/>
              <a:gdLst>
                <a:gd name="connsiteX0" fmla="*/ 0 w 343852"/>
                <a:gd name="connsiteY0" fmla="*/ 0 h 337851"/>
                <a:gd name="connsiteX1" fmla="*/ 343852 w 343852"/>
                <a:gd name="connsiteY1" fmla="*/ 0 h 337851"/>
                <a:gd name="connsiteX2" fmla="*/ 343852 w 343852"/>
                <a:gd name="connsiteY2" fmla="*/ 337852 h 337851"/>
                <a:gd name="connsiteX3" fmla="*/ 0 w 343852"/>
                <a:gd name="connsiteY3" fmla="*/ 337852 h 337851"/>
                <a:gd name="connsiteX4" fmla="*/ 0 w 343852"/>
                <a:gd name="connsiteY4" fmla="*/ 0 h 33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852" h="337851">
                  <a:moveTo>
                    <a:pt x="0" y="0"/>
                  </a:moveTo>
                  <a:lnTo>
                    <a:pt x="343852" y="0"/>
                  </a:lnTo>
                  <a:lnTo>
                    <a:pt x="343852" y="337852"/>
                  </a:lnTo>
                  <a:lnTo>
                    <a:pt x="0" y="337852"/>
                  </a:lnTo>
                  <a:lnTo>
                    <a:pt x="0" y="0"/>
                  </a:lnTo>
                  <a:close/>
                </a:path>
              </a:pathLst>
            </a:custGeom>
            <a:solidFill>
              <a:srgbClr val="FFFFFF"/>
            </a:solidFill>
            <a:ln w="9525" cap="flat">
              <a:noFill/>
              <a:prstDash val="solid"/>
              <a:miter/>
            </a:ln>
          </p:spPr>
          <p:txBody>
            <a:bodyPr rtlCol="0" anchor="ctr"/>
            <a:lstStyle/>
            <a:p>
              <a:endParaRPr lang="en-GB"/>
            </a:p>
          </p:txBody>
        </p:sp>
      </p:grpSp>
      <p:sp>
        <p:nvSpPr>
          <p:cNvPr id="3" name="Rectangle 2">
            <a:extLst>
              <a:ext uri="{FF2B5EF4-FFF2-40B4-BE49-F238E27FC236}">
                <a16:creationId xmlns:a16="http://schemas.microsoft.com/office/drawing/2014/main" id="{26BBC92F-F60E-5797-1E15-AE1584C90122}"/>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6A7D29C9-9CF3-DB31-56ED-5F9F6A4D8C1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83068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typo_one_step">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Footer Placeholder 4">
            <a:extLst>
              <a:ext uri="{FF2B5EF4-FFF2-40B4-BE49-F238E27FC236}">
                <a16:creationId xmlns:a16="http://schemas.microsoft.com/office/drawing/2014/main" id="{1F910846-3A6B-9727-AA68-9BB6030F4909}"/>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grpSp>
        <p:nvGrpSpPr>
          <p:cNvPr id="22" name="Group 21">
            <a:extLst>
              <a:ext uri="{FF2B5EF4-FFF2-40B4-BE49-F238E27FC236}">
                <a16:creationId xmlns:a16="http://schemas.microsoft.com/office/drawing/2014/main" id="{FCC2F7C7-2255-8ABA-ADF9-265A6DA1348A}"/>
              </a:ext>
            </a:extLst>
          </p:cNvPr>
          <p:cNvGrpSpPr/>
          <p:nvPr userDrawn="1"/>
        </p:nvGrpSpPr>
        <p:grpSpPr>
          <a:xfrm>
            <a:off x="476198" y="759125"/>
            <a:ext cx="5980176" cy="4425790"/>
            <a:chOff x="3425380" y="1310354"/>
            <a:chExt cx="5980176" cy="4425790"/>
          </a:xfrm>
        </p:grpSpPr>
        <p:grpSp>
          <p:nvGrpSpPr>
            <p:cNvPr id="8" name="Graphic 5">
              <a:extLst>
                <a:ext uri="{FF2B5EF4-FFF2-40B4-BE49-F238E27FC236}">
                  <a16:creationId xmlns:a16="http://schemas.microsoft.com/office/drawing/2014/main" id="{091630F0-8907-D2EC-722D-1A7AB1ED3164}"/>
                </a:ext>
              </a:extLst>
            </p:cNvPr>
            <p:cNvGrpSpPr/>
            <p:nvPr/>
          </p:nvGrpSpPr>
          <p:grpSpPr>
            <a:xfrm>
              <a:off x="3425380" y="1310354"/>
              <a:ext cx="3230689" cy="1135475"/>
              <a:chOff x="3425380" y="1310354"/>
              <a:chExt cx="3230689" cy="1135475"/>
            </a:xfrm>
          </p:grpSpPr>
          <p:sp>
            <p:nvSpPr>
              <p:cNvPr id="9" name="Freeform: Shape 8">
                <a:extLst>
                  <a:ext uri="{FF2B5EF4-FFF2-40B4-BE49-F238E27FC236}">
                    <a16:creationId xmlns:a16="http://schemas.microsoft.com/office/drawing/2014/main" id="{21A0D153-E8C4-2A11-43CC-0F1F8DDAF653}"/>
                  </a:ext>
                </a:extLst>
              </p:cNvPr>
              <p:cNvSpPr/>
              <p:nvPr/>
            </p:nvSpPr>
            <p:spPr>
              <a:xfrm>
                <a:off x="3425380" y="1310354"/>
                <a:ext cx="3230689" cy="1135475"/>
              </a:xfrm>
              <a:custGeom>
                <a:avLst/>
                <a:gdLst>
                  <a:gd name="connsiteX0" fmla="*/ 1125093 w 3230689"/>
                  <a:gd name="connsiteY0" fmla="*/ 676180 h 1135475"/>
                  <a:gd name="connsiteX1" fmla="*/ 567690 w 3230689"/>
                  <a:gd name="connsiteY1" fmla="*/ 1135380 h 1135475"/>
                  <a:gd name="connsiteX2" fmla="*/ 0 w 3230689"/>
                  <a:gd name="connsiteY2" fmla="*/ 567690 h 1135475"/>
                  <a:gd name="connsiteX3" fmla="*/ 567690 w 3230689"/>
                  <a:gd name="connsiteY3" fmla="*/ 0 h 1135475"/>
                  <a:gd name="connsiteX4" fmla="*/ 1125093 w 3230689"/>
                  <a:gd name="connsiteY4" fmla="*/ 459200 h 1135475"/>
                  <a:gd name="connsiteX5" fmla="*/ 1125093 w 3230689"/>
                  <a:gd name="connsiteY5" fmla="*/ 31718 h 1135475"/>
                  <a:gd name="connsiteX6" fmla="*/ 1447705 w 3230689"/>
                  <a:gd name="connsiteY6" fmla="*/ 31718 h 1135475"/>
                  <a:gd name="connsiteX7" fmla="*/ 1447705 w 3230689"/>
                  <a:gd name="connsiteY7" fmla="*/ 163163 h 1135475"/>
                  <a:gd name="connsiteX8" fmla="*/ 1771841 w 3230689"/>
                  <a:gd name="connsiteY8" fmla="*/ 0 h 1135475"/>
                  <a:gd name="connsiteX9" fmla="*/ 2152079 w 3230689"/>
                  <a:gd name="connsiteY9" fmla="*/ 444436 h 1135475"/>
                  <a:gd name="connsiteX10" fmla="*/ 2152079 w 3230689"/>
                  <a:gd name="connsiteY10" fmla="*/ 464344 h 1135475"/>
                  <a:gd name="connsiteX11" fmla="*/ 2701385 w 3230689"/>
                  <a:gd name="connsiteY11" fmla="*/ 0 h 1135475"/>
                  <a:gd name="connsiteX12" fmla="*/ 3230690 w 3230689"/>
                  <a:gd name="connsiteY12" fmla="*/ 582454 h 1135475"/>
                  <a:gd name="connsiteX13" fmla="*/ 3230690 w 3230689"/>
                  <a:gd name="connsiteY13" fmla="*/ 654082 h 1135475"/>
                  <a:gd name="connsiteX14" fmla="*/ 2465832 w 3230689"/>
                  <a:gd name="connsiteY14" fmla="*/ 654082 h 1135475"/>
                  <a:gd name="connsiteX15" fmla="*/ 2717578 w 3230689"/>
                  <a:gd name="connsiteY15" fmla="*/ 899922 h 1135475"/>
                  <a:gd name="connsiteX16" fmla="*/ 2912460 w 3230689"/>
                  <a:gd name="connsiteY16" fmla="*/ 773716 h 1135475"/>
                  <a:gd name="connsiteX17" fmla="*/ 3215926 w 3230689"/>
                  <a:gd name="connsiteY17" fmla="*/ 773716 h 1135475"/>
                  <a:gd name="connsiteX18" fmla="*/ 2713196 w 3230689"/>
                  <a:gd name="connsiteY18" fmla="*/ 1135475 h 1135475"/>
                  <a:gd name="connsiteX19" fmla="*/ 2152079 w 3230689"/>
                  <a:gd name="connsiteY19" fmla="*/ 671798 h 1135475"/>
                  <a:gd name="connsiteX20" fmla="*/ 2152079 w 3230689"/>
                  <a:gd name="connsiteY20" fmla="*/ 1103662 h 1135475"/>
                  <a:gd name="connsiteX21" fmla="*/ 1824323 w 3230689"/>
                  <a:gd name="connsiteY21" fmla="*/ 1103662 h 1135475"/>
                  <a:gd name="connsiteX22" fmla="*/ 1824323 w 3230689"/>
                  <a:gd name="connsiteY22" fmla="*/ 478345 h 1135475"/>
                  <a:gd name="connsiteX23" fmla="*/ 1639062 w 3230689"/>
                  <a:gd name="connsiteY23" fmla="*/ 269462 h 1135475"/>
                  <a:gd name="connsiteX24" fmla="*/ 1453801 w 3230689"/>
                  <a:gd name="connsiteY24" fmla="*/ 478345 h 1135475"/>
                  <a:gd name="connsiteX25" fmla="*/ 1453801 w 3230689"/>
                  <a:gd name="connsiteY25" fmla="*/ 1103662 h 1135475"/>
                  <a:gd name="connsiteX26" fmla="*/ 1125284 w 3230689"/>
                  <a:gd name="connsiteY26" fmla="*/ 1103662 h 1135475"/>
                  <a:gd name="connsiteX27" fmla="*/ 1125284 w 3230689"/>
                  <a:gd name="connsiteY27" fmla="*/ 676180 h 1135475"/>
                  <a:gd name="connsiteX28" fmla="*/ 2910174 w 3230689"/>
                  <a:gd name="connsiteY28" fmla="*/ 447389 h 1135475"/>
                  <a:gd name="connsiteX29" fmla="*/ 2694623 w 3230689"/>
                  <a:gd name="connsiteY29" fmla="*/ 226695 h 1135475"/>
                  <a:gd name="connsiteX30" fmla="*/ 2470881 w 3230689"/>
                  <a:gd name="connsiteY30" fmla="*/ 447389 h 1135475"/>
                  <a:gd name="connsiteX31" fmla="*/ 2910174 w 3230689"/>
                  <a:gd name="connsiteY31" fmla="*/ 447389 h 113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30689" h="1135475">
                    <a:moveTo>
                      <a:pt x="1125093" y="676180"/>
                    </a:moveTo>
                    <a:cubicBezTo>
                      <a:pt x="1074134" y="942689"/>
                      <a:pt x="839343" y="1135380"/>
                      <a:pt x="567690" y="1135380"/>
                    </a:cubicBezTo>
                    <a:cubicBezTo>
                      <a:pt x="254698" y="1135380"/>
                      <a:pt x="0" y="880682"/>
                      <a:pt x="0" y="567690"/>
                    </a:cubicBezTo>
                    <a:cubicBezTo>
                      <a:pt x="0" y="253936"/>
                      <a:pt x="254698" y="0"/>
                      <a:pt x="567690" y="0"/>
                    </a:cubicBezTo>
                    <a:cubicBezTo>
                      <a:pt x="840105" y="0"/>
                      <a:pt x="1074134" y="192691"/>
                      <a:pt x="1125093" y="459200"/>
                    </a:cubicBezTo>
                    <a:lnTo>
                      <a:pt x="1125093" y="31718"/>
                    </a:lnTo>
                    <a:lnTo>
                      <a:pt x="1447705" y="31718"/>
                    </a:lnTo>
                    <a:lnTo>
                      <a:pt x="1447705" y="163163"/>
                    </a:lnTo>
                    <a:cubicBezTo>
                      <a:pt x="1537811" y="50197"/>
                      <a:pt x="1638205" y="0"/>
                      <a:pt x="1771841" y="0"/>
                    </a:cubicBezTo>
                    <a:cubicBezTo>
                      <a:pt x="2006632" y="0"/>
                      <a:pt x="2152079" y="169831"/>
                      <a:pt x="2152079" y="444436"/>
                    </a:cubicBezTo>
                    <a:lnTo>
                      <a:pt x="2152079" y="464344"/>
                    </a:lnTo>
                    <a:cubicBezTo>
                      <a:pt x="2196370" y="185261"/>
                      <a:pt x="2414874" y="0"/>
                      <a:pt x="2701385" y="0"/>
                    </a:cubicBezTo>
                    <a:cubicBezTo>
                      <a:pt x="3015901" y="0"/>
                      <a:pt x="3230690" y="236982"/>
                      <a:pt x="3230690" y="582454"/>
                    </a:cubicBezTo>
                    <a:lnTo>
                      <a:pt x="3230690" y="654082"/>
                    </a:lnTo>
                    <a:lnTo>
                      <a:pt x="2465832" y="654082"/>
                    </a:lnTo>
                    <a:cubicBezTo>
                      <a:pt x="2488692" y="810578"/>
                      <a:pt x="2580228" y="899922"/>
                      <a:pt x="2717578" y="899922"/>
                    </a:cubicBezTo>
                    <a:cubicBezTo>
                      <a:pt x="2817971" y="899922"/>
                      <a:pt x="2890361" y="853440"/>
                      <a:pt x="2912460" y="773716"/>
                    </a:cubicBezTo>
                    <a:lnTo>
                      <a:pt x="3215926" y="773716"/>
                    </a:lnTo>
                    <a:cubicBezTo>
                      <a:pt x="3173063" y="990790"/>
                      <a:pt x="2972276" y="1135475"/>
                      <a:pt x="2713196" y="1135475"/>
                    </a:cubicBezTo>
                    <a:cubicBezTo>
                      <a:pt x="2422303" y="1135475"/>
                      <a:pt x="2197132" y="949452"/>
                      <a:pt x="2152079" y="671798"/>
                    </a:cubicBezTo>
                    <a:lnTo>
                      <a:pt x="2152079" y="1103662"/>
                    </a:lnTo>
                    <a:lnTo>
                      <a:pt x="1824323" y="1103662"/>
                    </a:lnTo>
                    <a:lnTo>
                      <a:pt x="1824323" y="478345"/>
                    </a:lnTo>
                    <a:cubicBezTo>
                      <a:pt x="1824323" y="343948"/>
                      <a:pt x="1757839" y="269462"/>
                      <a:pt x="1639062" y="269462"/>
                    </a:cubicBezTo>
                    <a:cubicBezTo>
                      <a:pt x="1527620" y="269462"/>
                      <a:pt x="1453801" y="352139"/>
                      <a:pt x="1453801" y="478345"/>
                    </a:cubicBezTo>
                    <a:lnTo>
                      <a:pt x="1453801" y="1103662"/>
                    </a:lnTo>
                    <a:lnTo>
                      <a:pt x="1125284" y="1103662"/>
                    </a:lnTo>
                    <a:lnTo>
                      <a:pt x="1125284" y="676180"/>
                    </a:lnTo>
                    <a:close/>
                    <a:moveTo>
                      <a:pt x="2910174" y="447389"/>
                    </a:moveTo>
                    <a:cubicBezTo>
                      <a:pt x="2889504" y="307848"/>
                      <a:pt x="2809780" y="226695"/>
                      <a:pt x="2694623" y="226695"/>
                    </a:cubicBezTo>
                    <a:cubicBezTo>
                      <a:pt x="2578703" y="226695"/>
                      <a:pt x="2497551" y="306419"/>
                      <a:pt x="2470881" y="447389"/>
                    </a:cubicBezTo>
                    <a:lnTo>
                      <a:pt x="2910174" y="447389"/>
                    </a:lnTo>
                    <a:close/>
                  </a:path>
                </a:pathLst>
              </a:custGeom>
              <a:solidFill>
                <a:srgbClr val="FFFFFF"/>
              </a:solidFill>
              <a:ln w="95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76F88849-F18E-2FF8-8248-13AB731748F7}"/>
                  </a:ext>
                </a:extLst>
              </p:cNvPr>
              <p:cNvSpPr/>
              <p:nvPr/>
            </p:nvSpPr>
            <p:spPr>
              <a:xfrm>
                <a:off x="3469385" y="1737074"/>
                <a:ext cx="1043749" cy="207168"/>
              </a:xfrm>
              <a:custGeom>
                <a:avLst/>
                <a:gdLst>
                  <a:gd name="connsiteX0" fmla="*/ 0 w 1043749"/>
                  <a:gd name="connsiteY0" fmla="*/ 159449 h 207168"/>
                  <a:gd name="connsiteX1" fmla="*/ 40767 w 1043749"/>
                  <a:gd name="connsiteY1" fmla="*/ 159449 h 207168"/>
                  <a:gd name="connsiteX2" fmla="*/ 67151 w 1043749"/>
                  <a:gd name="connsiteY2" fmla="*/ 179165 h 207168"/>
                  <a:gd name="connsiteX3" fmla="*/ 89249 w 1043749"/>
                  <a:gd name="connsiteY3" fmla="*/ 161925 h 207168"/>
                  <a:gd name="connsiteX4" fmla="*/ 71628 w 1043749"/>
                  <a:gd name="connsiteY4" fmla="*/ 147352 h 207168"/>
                  <a:gd name="connsiteX5" fmla="*/ 55721 w 1043749"/>
                  <a:gd name="connsiteY5" fmla="*/ 144685 h 207168"/>
                  <a:gd name="connsiteX6" fmla="*/ 3429 w 1043749"/>
                  <a:gd name="connsiteY6" fmla="*/ 100298 h 207168"/>
                  <a:gd name="connsiteX7" fmla="*/ 65246 w 1043749"/>
                  <a:gd name="connsiteY7" fmla="*/ 55531 h 207168"/>
                  <a:gd name="connsiteX8" fmla="*/ 128588 w 1043749"/>
                  <a:gd name="connsiteY8" fmla="*/ 98584 h 207168"/>
                  <a:gd name="connsiteX9" fmla="*/ 88202 w 1043749"/>
                  <a:gd name="connsiteY9" fmla="*/ 98584 h 207168"/>
                  <a:gd name="connsiteX10" fmla="*/ 64961 w 1043749"/>
                  <a:gd name="connsiteY10" fmla="*/ 81534 h 207168"/>
                  <a:gd name="connsiteX11" fmla="*/ 43339 w 1043749"/>
                  <a:gd name="connsiteY11" fmla="*/ 98489 h 207168"/>
                  <a:gd name="connsiteX12" fmla="*/ 62389 w 1043749"/>
                  <a:gd name="connsiteY12" fmla="*/ 112109 h 207168"/>
                  <a:gd name="connsiteX13" fmla="*/ 79629 w 1043749"/>
                  <a:gd name="connsiteY13" fmla="*/ 115157 h 207168"/>
                  <a:gd name="connsiteX14" fmla="*/ 130302 w 1043749"/>
                  <a:gd name="connsiteY14" fmla="*/ 160973 h 207168"/>
                  <a:gd name="connsiteX15" fmla="*/ 67532 w 1043749"/>
                  <a:gd name="connsiteY15" fmla="*/ 207074 h 207168"/>
                  <a:gd name="connsiteX16" fmla="*/ 0 w 1043749"/>
                  <a:gd name="connsiteY16" fmla="*/ 159449 h 207168"/>
                  <a:gd name="connsiteX17" fmla="*/ 137255 w 1043749"/>
                  <a:gd name="connsiteY17" fmla="*/ 131826 h 207168"/>
                  <a:gd name="connsiteX18" fmla="*/ 213360 w 1043749"/>
                  <a:gd name="connsiteY18" fmla="*/ 55626 h 207168"/>
                  <a:gd name="connsiteX19" fmla="*/ 288131 w 1043749"/>
                  <a:gd name="connsiteY19" fmla="*/ 130683 h 207168"/>
                  <a:gd name="connsiteX20" fmla="*/ 212312 w 1043749"/>
                  <a:gd name="connsiteY20" fmla="*/ 207169 h 207168"/>
                  <a:gd name="connsiteX21" fmla="*/ 137255 w 1043749"/>
                  <a:gd name="connsiteY21" fmla="*/ 131826 h 207168"/>
                  <a:gd name="connsiteX22" fmla="*/ 244983 w 1043749"/>
                  <a:gd name="connsiteY22" fmla="*/ 130874 h 207168"/>
                  <a:gd name="connsiteX23" fmla="*/ 212598 w 1043749"/>
                  <a:gd name="connsiteY23" fmla="*/ 87535 h 207168"/>
                  <a:gd name="connsiteX24" fmla="*/ 180499 w 1043749"/>
                  <a:gd name="connsiteY24" fmla="*/ 131159 h 207168"/>
                  <a:gd name="connsiteX25" fmla="*/ 212598 w 1043749"/>
                  <a:gd name="connsiteY25" fmla="*/ 175165 h 207168"/>
                  <a:gd name="connsiteX26" fmla="*/ 244983 w 1043749"/>
                  <a:gd name="connsiteY26" fmla="*/ 130874 h 207168"/>
                  <a:gd name="connsiteX27" fmla="*/ 285941 w 1043749"/>
                  <a:gd name="connsiteY27" fmla="*/ 60008 h 207168"/>
                  <a:gd name="connsiteX28" fmla="*/ 309372 w 1043749"/>
                  <a:gd name="connsiteY28" fmla="*/ 60008 h 207168"/>
                  <a:gd name="connsiteX29" fmla="*/ 309372 w 1043749"/>
                  <a:gd name="connsiteY29" fmla="*/ 46101 h 207168"/>
                  <a:gd name="connsiteX30" fmla="*/ 356997 w 1043749"/>
                  <a:gd name="connsiteY30" fmla="*/ 0 h 207168"/>
                  <a:gd name="connsiteX31" fmla="*/ 372904 w 1043749"/>
                  <a:gd name="connsiteY31" fmla="*/ 1238 h 207168"/>
                  <a:gd name="connsiteX32" fmla="*/ 372904 w 1043749"/>
                  <a:gd name="connsiteY32" fmla="*/ 31528 h 207168"/>
                  <a:gd name="connsiteX33" fmla="*/ 367570 w 1043749"/>
                  <a:gd name="connsiteY33" fmla="*/ 31433 h 207168"/>
                  <a:gd name="connsiteX34" fmla="*/ 351568 w 1043749"/>
                  <a:gd name="connsiteY34" fmla="*/ 45529 h 207168"/>
                  <a:gd name="connsiteX35" fmla="*/ 351568 w 1043749"/>
                  <a:gd name="connsiteY35" fmla="*/ 60103 h 207168"/>
                  <a:gd name="connsiteX36" fmla="*/ 393192 w 1043749"/>
                  <a:gd name="connsiteY36" fmla="*/ 60103 h 207168"/>
                  <a:gd name="connsiteX37" fmla="*/ 393192 w 1043749"/>
                  <a:gd name="connsiteY37" fmla="*/ 15431 h 207168"/>
                  <a:gd name="connsiteX38" fmla="*/ 435197 w 1043749"/>
                  <a:gd name="connsiteY38" fmla="*/ 15431 h 207168"/>
                  <a:gd name="connsiteX39" fmla="*/ 435197 w 1043749"/>
                  <a:gd name="connsiteY39" fmla="*/ 60103 h 207168"/>
                  <a:gd name="connsiteX40" fmla="*/ 500825 w 1043749"/>
                  <a:gd name="connsiteY40" fmla="*/ 60103 h 207168"/>
                  <a:gd name="connsiteX41" fmla="*/ 516065 w 1043749"/>
                  <a:gd name="connsiteY41" fmla="*/ 128111 h 207168"/>
                  <a:gd name="connsiteX42" fmla="*/ 522065 w 1043749"/>
                  <a:gd name="connsiteY42" fmla="*/ 157925 h 207168"/>
                  <a:gd name="connsiteX43" fmla="*/ 529304 w 1043749"/>
                  <a:gd name="connsiteY43" fmla="*/ 128207 h 207168"/>
                  <a:gd name="connsiteX44" fmla="*/ 547021 w 1043749"/>
                  <a:gd name="connsiteY44" fmla="*/ 61150 h 207168"/>
                  <a:gd name="connsiteX45" fmla="*/ 581406 w 1043749"/>
                  <a:gd name="connsiteY45" fmla="*/ 61150 h 207168"/>
                  <a:gd name="connsiteX46" fmla="*/ 599409 w 1043749"/>
                  <a:gd name="connsiteY46" fmla="*/ 128207 h 207168"/>
                  <a:gd name="connsiteX47" fmla="*/ 606171 w 1043749"/>
                  <a:gd name="connsiteY47" fmla="*/ 156210 h 207168"/>
                  <a:gd name="connsiteX48" fmla="*/ 611791 w 1043749"/>
                  <a:gd name="connsiteY48" fmla="*/ 128207 h 207168"/>
                  <a:gd name="connsiteX49" fmla="*/ 627031 w 1043749"/>
                  <a:gd name="connsiteY49" fmla="*/ 60103 h 207168"/>
                  <a:gd name="connsiteX50" fmla="*/ 668465 w 1043749"/>
                  <a:gd name="connsiteY50" fmla="*/ 60103 h 207168"/>
                  <a:gd name="connsiteX51" fmla="*/ 627984 w 1043749"/>
                  <a:gd name="connsiteY51" fmla="*/ 202883 h 207168"/>
                  <a:gd name="connsiteX52" fmla="*/ 587597 w 1043749"/>
                  <a:gd name="connsiteY52" fmla="*/ 202883 h 207168"/>
                  <a:gd name="connsiteX53" fmla="*/ 563499 w 1043749"/>
                  <a:gd name="connsiteY53" fmla="*/ 111443 h 207168"/>
                  <a:gd name="connsiteX54" fmla="*/ 539877 w 1043749"/>
                  <a:gd name="connsiteY54" fmla="*/ 202883 h 207168"/>
                  <a:gd name="connsiteX55" fmla="*/ 498253 w 1043749"/>
                  <a:gd name="connsiteY55" fmla="*/ 202883 h 207168"/>
                  <a:gd name="connsiteX56" fmla="*/ 466820 w 1043749"/>
                  <a:gd name="connsiteY56" fmla="*/ 90011 h 207168"/>
                  <a:gd name="connsiteX57" fmla="*/ 435388 w 1043749"/>
                  <a:gd name="connsiteY57" fmla="*/ 90011 h 207168"/>
                  <a:gd name="connsiteX58" fmla="*/ 435388 w 1043749"/>
                  <a:gd name="connsiteY58" fmla="*/ 155067 h 207168"/>
                  <a:gd name="connsiteX59" fmla="*/ 452628 w 1043749"/>
                  <a:gd name="connsiteY59" fmla="*/ 171450 h 207168"/>
                  <a:gd name="connsiteX60" fmla="*/ 462058 w 1043749"/>
                  <a:gd name="connsiteY60" fmla="*/ 170688 h 207168"/>
                  <a:gd name="connsiteX61" fmla="*/ 462058 w 1043749"/>
                  <a:gd name="connsiteY61" fmla="*/ 201644 h 207168"/>
                  <a:gd name="connsiteX62" fmla="*/ 440627 w 1043749"/>
                  <a:gd name="connsiteY62" fmla="*/ 203930 h 207168"/>
                  <a:gd name="connsiteX63" fmla="*/ 393478 w 1043749"/>
                  <a:gd name="connsiteY63" fmla="*/ 159544 h 207168"/>
                  <a:gd name="connsiteX64" fmla="*/ 393478 w 1043749"/>
                  <a:gd name="connsiteY64" fmla="*/ 90107 h 207168"/>
                  <a:gd name="connsiteX65" fmla="*/ 351854 w 1043749"/>
                  <a:gd name="connsiteY65" fmla="*/ 90107 h 207168"/>
                  <a:gd name="connsiteX66" fmla="*/ 351854 w 1043749"/>
                  <a:gd name="connsiteY66" fmla="*/ 202978 h 207168"/>
                  <a:gd name="connsiteX67" fmla="*/ 309753 w 1043749"/>
                  <a:gd name="connsiteY67" fmla="*/ 202978 h 207168"/>
                  <a:gd name="connsiteX68" fmla="*/ 309753 w 1043749"/>
                  <a:gd name="connsiteY68" fmla="*/ 89821 h 207168"/>
                  <a:gd name="connsiteX69" fmla="*/ 286321 w 1043749"/>
                  <a:gd name="connsiteY69" fmla="*/ 89821 h 207168"/>
                  <a:gd name="connsiteX70" fmla="*/ 286321 w 1043749"/>
                  <a:gd name="connsiteY70" fmla="*/ 60008 h 207168"/>
                  <a:gd name="connsiteX71" fmla="*/ 660368 w 1043749"/>
                  <a:gd name="connsiteY71" fmla="*/ 166021 h 207168"/>
                  <a:gd name="connsiteX72" fmla="*/ 720185 w 1043749"/>
                  <a:gd name="connsiteY72" fmla="*/ 119729 h 207168"/>
                  <a:gd name="connsiteX73" fmla="*/ 751809 w 1043749"/>
                  <a:gd name="connsiteY73" fmla="*/ 99632 h 207168"/>
                  <a:gd name="connsiteX74" fmla="*/ 730187 w 1043749"/>
                  <a:gd name="connsiteY74" fmla="*/ 82010 h 207168"/>
                  <a:gd name="connsiteX75" fmla="*/ 706850 w 1043749"/>
                  <a:gd name="connsiteY75" fmla="*/ 100965 h 207168"/>
                  <a:gd name="connsiteX76" fmla="*/ 668084 w 1043749"/>
                  <a:gd name="connsiteY76" fmla="*/ 100965 h 207168"/>
                  <a:gd name="connsiteX77" fmla="*/ 730568 w 1043749"/>
                  <a:gd name="connsiteY77" fmla="*/ 55626 h 207168"/>
                  <a:gd name="connsiteX78" fmla="*/ 792290 w 1043749"/>
                  <a:gd name="connsiteY78" fmla="*/ 115919 h 207168"/>
                  <a:gd name="connsiteX79" fmla="*/ 792290 w 1043749"/>
                  <a:gd name="connsiteY79" fmla="*/ 172593 h 207168"/>
                  <a:gd name="connsiteX80" fmla="*/ 797909 w 1043749"/>
                  <a:gd name="connsiteY80" fmla="*/ 202883 h 207168"/>
                  <a:gd name="connsiteX81" fmla="*/ 757428 w 1043749"/>
                  <a:gd name="connsiteY81" fmla="*/ 202883 h 207168"/>
                  <a:gd name="connsiteX82" fmla="*/ 753523 w 1043749"/>
                  <a:gd name="connsiteY82" fmla="*/ 185261 h 207168"/>
                  <a:gd name="connsiteX83" fmla="*/ 708470 w 1043749"/>
                  <a:gd name="connsiteY83" fmla="*/ 206502 h 207168"/>
                  <a:gd name="connsiteX84" fmla="*/ 660368 w 1043749"/>
                  <a:gd name="connsiteY84" fmla="*/ 166021 h 207168"/>
                  <a:gd name="connsiteX85" fmla="*/ 728186 w 1043749"/>
                  <a:gd name="connsiteY85" fmla="*/ 141351 h 207168"/>
                  <a:gd name="connsiteX86" fmla="*/ 700754 w 1043749"/>
                  <a:gd name="connsiteY86" fmla="*/ 162020 h 207168"/>
                  <a:gd name="connsiteX87" fmla="*/ 720757 w 1043749"/>
                  <a:gd name="connsiteY87" fmla="*/ 179642 h 207168"/>
                  <a:gd name="connsiteX88" fmla="*/ 751904 w 1043749"/>
                  <a:gd name="connsiteY88" fmla="*/ 147828 h 207168"/>
                  <a:gd name="connsiteX89" fmla="*/ 751904 w 1043749"/>
                  <a:gd name="connsiteY89" fmla="*/ 134493 h 207168"/>
                  <a:gd name="connsiteX90" fmla="*/ 728186 w 1043749"/>
                  <a:gd name="connsiteY90" fmla="*/ 141351 h 207168"/>
                  <a:gd name="connsiteX91" fmla="*/ 813245 w 1043749"/>
                  <a:gd name="connsiteY91" fmla="*/ 60008 h 207168"/>
                  <a:gd name="connsiteX92" fmla="*/ 854964 w 1043749"/>
                  <a:gd name="connsiteY92" fmla="*/ 60008 h 207168"/>
                  <a:gd name="connsiteX93" fmla="*/ 854964 w 1043749"/>
                  <a:gd name="connsiteY93" fmla="*/ 81915 h 207168"/>
                  <a:gd name="connsiteX94" fmla="*/ 891921 w 1043749"/>
                  <a:gd name="connsiteY94" fmla="*/ 57626 h 207168"/>
                  <a:gd name="connsiteX95" fmla="*/ 900875 w 1043749"/>
                  <a:gd name="connsiteY95" fmla="*/ 58674 h 207168"/>
                  <a:gd name="connsiteX96" fmla="*/ 900875 w 1043749"/>
                  <a:gd name="connsiteY96" fmla="*/ 93631 h 207168"/>
                  <a:gd name="connsiteX97" fmla="*/ 889540 w 1043749"/>
                  <a:gd name="connsiteY97" fmla="*/ 92678 h 207168"/>
                  <a:gd name="connsiteX98" fmla="*/ 855821 w 1043749"/>
                  <a:gd name="connsiteY98" fmla="*/ 126397 h 207168"/>
                  <a:gd name="connsiteX99" fmla="*/ 855821 w 1043749"/>
                  <a:gd name="connsiteY99" fmla="*/ 202787 h 207168"/>
                  <a:gd name="connsiteX100" fmla="*/ 813340 w 1043749"/>
                  <a:gd name="connsiteY100" fmla="*/ 202787 h 207168"/>
                  <a:gd name="connsiteX101" fmla="*/ 813340 w 1043749"/>
                  <a:gd name="connsiteY101" fmla="*/ 60008 h 207168"/>
                  <a:gd name="connsiteX102" fmla="*/ 899446 w 1043749"/>
                  <a:gd name="connsiteY102" fmla="*/ 131826 h 207168"/>
                  <a:gd name="connsiteX103" fmla="*/ 973455 w 1043749"/>
                  <a:gd name="connsiteY103" fmla="*/ 55626 h 207168"/>
                  <a:gd name="connsiteX104" fmla="*/ 1043750 w 1043749"/>
                  <a:gd name="connsiteY104" fmla="*/ 134112 h 207168"/>
                  <a:gd name="connsiteX105" fmla="*/ 1043750 w 1043749"/>
                  <a:gd name="connsiteY105" fmla="*/ 141446 h 207168"/>
                  <a:gd name="connsiteX106" fmla="*/ 941737 w 1043749"/>
                  <a:gd name="connsiteY106" fmla="*/ 141446 h 207168"/>
                  <a:gd name="connsiteX107" fmla="*/ 975551 w 1043749"/>
                  <a:gd name="connsiteY107" fmla="*/ 178594 h 207168"/>
                  <a:gd name="connsiteX108" fmla="*/ 1001935 w 1043749"/>
                  <a:gd name="connsiteY108" fmla="*/ 159829 h 207168"/>
                  <a:gd name="connsiteX109" fmla="*/ 1041654 w 1043749"/>
                  <a:gd name="connsiteY109" fmla="*/ 159829 h 207168"/>
                  <a:gd name="connsiteX110" fmla="*/ 974979 w 1043749"/>
                  <a:gd name="connsiteY110" fmla="*/ 207169 h 207168"/>
                  <a:gd name="connsiteX111" fmla="*/ 899446 w 1043749"/>
                  <a:gd name="connsiteY111" fmla="*/ 131826 h 207168"/>
                  <a:gd name="connsiteX112" fmla="*/ 1001840 w 1043749"/>
                  <a:gd name="connsiteY112" fmla="*/ 116491 h 207168"/>
                  <a:gd name="connsiteX113" fmla="*/ 972693 w 1043749"/>
                  <a:gd name="connsiteY113" fmla="*/ 83153 h 207168"/>
                  <a:gd name="connsiteX114" fmla="*/ 942594 w 1043749"/>
                  <a:gd name="connsiteY114" fmla="*/ 116491 h 207168"/>
                  <a:gd name="connsiteX115" fmla="*/ 1001840 w 1043749"/>
                  <a:gd name="connsiteY115" fmla="*/ 116491 h 20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043749" h="207168">
                    <a:moveTo>
                      <a:pt x="0" y="159449"/>
                    </a:moveTo>
                    <a:lnTo>
                      <a:pt x="40767" y="159449"/>
                    </a:lnTo>
                    <a:cubicBezTo>
                      <a:pt x="43339" y="173165"/>
                      <a:pt x="51149" y="179165"/>
                      <a:pt x="67151" y="179165"/>
                    </a:cubicBezTo>
                    <a:cubicBezTo>
                      <a:pt x="80486" y="179165"/>
                      <a:pt x="89249" y="172403"/>
                      <a:pt x="89249" y="161925"/>
                    </a:cubicBezTo>
                    <a:cubicBezTo>
                      <a:pt x="89249" y="154305"/>
                      <a:pt x="83344" y="149352"/>
                      <a:pt x="71628" y="147352"/>
                    </a:cubicBezTo>
                    <a:lnTo>
                      <a:pt x="55721" y="144685"/>
                    </a:lnTo>
                    <a:cubicBezTo>
                      <a:pt x="19336" y="138589"/>
                      <a:pt x="3429" y="125063"/>
                      <a:pt x="3429" y="100298"/>
                    </a:cubicBezTo>
                    <a:cubicBezTo>
                      <a:pt x="3429" y="74009"/>
                      <a:pt x="29051" y="55531"/>
                      <a:pt x="65246" y="55531"/>
                    </a:cubicBezTo>
                    <a:cubicBezTo>
                      <a:pt x="101727" y="55531"/>
                      <a:pt x="123635" y="70295"/>
                      <a:pt x="128588" y="98584"/>
                    </a:cubicBezTo>
                    <a:lnTo>
                      <a:pt x="88202" y="98584"/>
                    </a:lnTo>
                    <a:cubicBezTo>
                      <a:pt x="86296" y="87535"/>
                      <a:pt x="78200" y="81534"/>
                      <a:pt x="64961" y="81534"/>
                    </a:cubicBezTo>
                    <a:cubicBezTo>
                      <a:pt x="52578" y="81534"/>
                      <a:pt x="43339" y="88773"/>
                      <a:pt x="43339" y="98489"/>
                    </a:cubicBezTo>
                    <a:cubicBezTo>
                      <a:pt x="43339" y="105728"/>
                      <a:pt x="49054" y="109728"/>
                      <a:pt x="62389" y="112109"/>
                    </a:cubicBezTo>
                    <a:lnTo>
                      <a:pt x="79629" y="115157"/>
                    </a:lnTo>
                    <a:cubicBezTo>
                      <a:pt x="114776" y="121444"/>
                      <a:pt x="130302" y="135446"/>
                      <a:pt x="130302" y="160973"/>
                    </a:cubicBezTo>
                    <a:cubicBezTo>
                      <a:pt x="130302" y="188595"/>
                      <a:pt x="105156" y="207074"/>
                      <a:pt x="67532" y="207074"/>
                    </a:cubicBezTo>
                    <a:cubicBezTo>
                      <a:pt x="27432" y="207169"/>
                      <a:pt x="2762" y="189833"/>
                      <a:pt x="0" y="159449"/>
                    </a:cubicBezTo>
                    <a:close/>
                    <a:moveTo>
                      <a:pt x="137255" y="131826"/>
                    </a:moveTo>
                    <a:cubicBezTo>
                      <a:pt x="137255" y="87725"/>
                      <a:pt x="169259" y="55626"/>
                      <a:pt x="213360" y="55626"/>
                    </a:cubicBezTo>
                    <a:cubicBezTo>
                      <a:pt x="257175" y="55626"/>
                      <a:pt x="288131" y="86582"/>
                      <a:pt x="288131" y="130683"/>
                    </a:cubicBezTo>
                    <a:cubicBezTo>
                      <a:pt x="288131" y="175355"/>
                      <a:pt x="256508" y="207169"/>
                      <a:pt x="212312" y="207169"/>
                    </a:cubicBezTo>
                    <a:cubicBezTo>
                      <a:pt x="168116" y="207169"/>
                      <a:pt x="137255" y="176213"/>
                      <a:pt x="137255" y="131826"/>
                    </a:cubicBezTo>
                    <a:close/>
                    <a:moveTo>
                      <a:pt x="244983" y="130874"/>
                    </a:moveTo>
                    <a:cubicBezTo>
                      <a:pt x="244983" y="104394"/>
                      <a:pt x="232410" y="87535"/>
                      <a:pt x="212598" y="87535"/>
                    </a:cubicBezTo>
                    <a:cubicBezTo>
                      <a:pt x="192977" y="87535"/>
                      <a:pt x="180499" y="104585"/>
                      <a:pt x="180499" y="131159"/>
                    </a:cubicBezTo>
                    <a:cubicBezTo>
                      <a:pt x="180499" y="158306"/>
                      <a:pt x="192786" y="175165"/>
                      <a:pt x="212598" y="175165"/>
                    </a:cubicBezTo>
                    <a:cubicBezTo>
                      <a:pt x="232601" y="175165"/>
                      <a:pt x="244983" y="158115"/>
                      <a:pt x="244983" y="130874"/>
                    </a:cubicBezTo>
                    <a:close/>
                    <a:moveTo>
                      <a:pt x="285941" y="60008"/>
                    </a:moveTo>
                    <a:lnTo>
                      <a:pt x="309372" y="60008"/>
                    </a:lnTo>
                    <a:lnTo>
                      <a:pt x="309372" y="46101"/>
                    </a:lnTo>
                    <a:cubicBezTo>
                      <a:pt x="309372" y="14097"/>
                      <a:pt x="324041" y="0"/>
                      <a:pt x="356997" y="0"/>
                    </a:cubicBezTo>
                    <a:cubicBezTo>
                      <a:pt x="362426" y="0"/>
                      <a:pt x="369094" y="571"/>
                      <a:pt x="372904" y="1238"/>
                    </a:cubicBezTo>
                    <a:lnTo>
                      <a:pt x="372904" y="31528"/>
                    </a:lnTo>
                    <a:cubicBezTo>
                      <a:pt x="370523" y="31433"/>
                      <a:pt x="370523" y="31433"/>
                      <a:pt x="367570" y="31433"/>
                    </a:cubicBezTo>
                    <a:cubicBezTo>
                      <a:pt x="355568" y="31433"/>
                      <a:pt x="351568" y="34862"/>
                      <a:pt x="351568" y="45529"/>
                    </a:cubicBezTo>
                    <a:lnTo>
                      <a:pt x="351568" y="60103"/>
                    </a:lnTo>
                    <a:lnTo>
                      <a:pt x="393192" y="60103"/>
                    </a:lnTo>
                    <a:lnTo>
                      <a:pt x="393192" y="15431"/>
                    </a:lnTo>
                    <a:lnTo>
                      <a:pt x="435197" y="15431"/>
                    </a:lnTo>
                    <a:lnTo>
                      <a:pt x="435197" y="60103"/>
                    </a:lnTo>
                    <a:lnTo>
                      <a:pt x="500825" y="60103"/>
                    </a:lnTo>
                    <a:lnTo>
                      <a:pt x="516065" y="128111"/>
                    </a:lnTo>
                    <a:cubicBezTo>
                      <a:pt x="518160" y="137827"/>
                      <a:pt x="520351" y="148209"/>
                      <a:pt x="522065" y="157925"/>
                    </a:cubicBezTo>
                    <a:cubicBezTo>
                      <a:pt x="524161" y="147828"/>
                      <a:pt x="526733" y="137636"/>
                      <a:pt x="529304" y="128207"/>
                    </a:cubicBezTo>
                    <a:lnTo>
                      <a:pt x="547021" y="61150"/>
                    </a:lnTo>
                    <a:lnTo>
                      <a:pt x="581406" y="61150"/>
                    </a:lnTo>
                    <a:lnTo>
                      <a:pt x="599409" y="128207"/>
                    </a:lnTo>
                    <a:cubicBezTo>
                      <a:pt x="601504" y="136493"/>
                      <a:pt x="604076" y="147161"/>
                      <a:pt x="606171" y="156210"/>
                    </a:cubicBezTo>
                    <a:cubicBezTo>
                      <a:pt x="608743" y="142494"/>
                      <a:pt x="610076" y="135827"/>
                      <a:pt x="611791" y="128207"/>
                    </a:cubicBezTo>
                    <a:lnTo>
                      <a:pt x="627031" y="60103"/>
                    </a:lnTo>
                    <a:lnTo>
                      <a:pt x="668465" y="60103"/>
                    </a:lnTo>
                    <a:lnTo>
                      <a:pt x="627984" y="202883"/>
                    </a:lnTo>
                    <a:lnTo>
                      <a:pt x="587597" y="202883"/>
                    </a:lnTo>
                    <a:lnTo>
                      <a:pt x="563499" y="111443"/>
                    </a:lnTo>
                    <a:lnTo>
                      <a:pt x="539877" y="202883"/>
                    </a:lnTo>
                    <a:lnTo>
                      <a:pt x="498253" y="202883"/>
                    </a:lnTo>
                    <a:lnTo>
                      <a:pt x="466820" y="90011"/>
                    </a:lnTo>
                    <a:lnTo>
                      <a:pt x="435388" y="90011"/>
                    </a:lnTo>
                    <a:lnTo>
                      <a:pt x="435388" y="155067"/>
                    </a:lnTo>
                    <a:cubicBezTo>
                      <a:pt x="435388" y="167354"/>
                      <a:pt x="439769" y="171450"/>
                      <a:pt x="452628" y="171450"/>
                    </a:cubicBezTo>
                    <a:cubicBezTo>
                      <a:pt x="456343" y="171450"/>
                      <a:pt x="458343" y="171355"/>
                      <a:pt x="462058" y="170688"/>
                    </a:cubicBezTo>
                    <a:lnTo>
                      <a:pt x="462058" y="201644"/>
                    </a:lnTo>
                    <a:cubicBezTo>
                      <a:pt x="455009" y="202978"/>
                      <a:pt x="447008" y="203930"/>
                      <a:pt x="440627" y="203930"/>
                    </a:cubicBezTo>
                    <a:cubicBezTo>
                      <a:pt x="406813" y="203930"/>
                      <a:pt x="393478" y="191357"/>
                      <a:pt x="393478" y="159544"/>
                    </a:cubicBezTo>
                    <a:lnTo>
                      <a:pt x="393478" y="90107"/>
                    </a:lnTo>
                    <a:lnTo>
                      <a:pt x="351854" y="90107"/>
                    </a:lnTo>
                    <a:lnTo>
                      <a:pt x="351854" y="202978"/>
                    </a:lnTo>
                    <a:lnTo>
                      <a:pt x="309753" y="202978"/>
                    </a:lnTo>
                    <a:lnTo>
                      <a:pt x="309753" y="89821"/>
                    </a:lnTo>
                    <a:lnTo>
                      <a:pt x="286321" y="89821"/>
                    </a:lnTo>
                    <a:lnTo>
                      <a:pt x="286321" y="60008"/>
                    </a:lnTo>
                    <a:close/>
                    <a:moveTo>
                      <a:pt x="660368" y="166021"/>
                    </a:moveTo>
                    <a:cubicBezTo>
                      <a:pt x="660368" y="140208"/>
                      <a:pt x="677132" y="127064"/>
                      <a:pt x="720185" y="119729"/>
                    </a:cubicBezTo>
                    <a:cubicBezTo>
                      <a:pt x="743426" y="115824"/>
                      <a:pt x="751809" y="110490"/>
                      <a:pt x="751809" y="99632"/>
                    </a:cubicBezTo>
                    <a:cubicBezTo>
                      <a:pt x="751809" y="88773"/>
                      <a:pt x="743712" y="82010"/>
                      <a:pt x="730187" y="82010"/>
                    </a:cubicBezTo>
                    <a:cubicBezTo>
                      <a:pt x="715899" y="82010"/>
                      <a:pt x="707803" y="88583"/>
                      <a:pt x="706850" y="100965"/>
                    </a:cubicBezTo>
                    <a:lnTo>
                      <a:pt x="668084" y="100965"/>
                    </a:lnTo>
                    <a:cubicBezTo>
                      <a:pt x="671132" y="71628"/>
                      <a:pt x="693134" y="55626"/>
                      <a:pt x="730568" y="55626"/>
                    </a:cubicBezTo>
                    <a:cubicBezTo>
                      <a:pt x="771906" y="55626"/>
                      <a:pt x="792290" y="75533"/>
                      <a:pt x="792290" y="115919"/>
                    </a:cubicBezTo>
                    <a:lnTo>
                      <a:pt x="792290" y="172593"/>
                    </a:lnTo>
                    <a:cubicBezTo>
                      <a:pt x="792290" y="190214"/>
                      <a:pt x="793242" y="195263"/>
                      <a:pt x="797909" y="202883"/>
                    </a:cubicBezTo>
                    <a:lnTo>
                      <a:pt x="757428" y="202883"/>
                    </a:lnTo>
                    <a:cubicBezTo>
                      <a:pt x="755428" y="198120"/>
                      <a:pt x="754094" y="192596"/>
                      <a:pt x="753523" y="185261"/>
                    </a:cubicBezTo>
                    <a:cubicBezTo>
                      <a:pt x="742474" y="199835"/>
                      <a:pt x="728186" y="206502"/>
                      <a:pt x="708470" y="206502"/>
                    </a:cubicBezTo>
                    <a:cubicBezTo>
                      <a:pt x="678561" y="206407"/>
                      <a:pt x="660368" y="191071"/>
                      <a:pt x="660368" y="166021"/>
                    </a:cubicBezTo>
                    <a:close/>
                    <a:moveTo>
                      <a:pt x="728186" y="141351"/>
                    </a:moveTo>
                    <a:cubicBezTo>
                      <a:pt x="708184" y="145352"/>
                      <a:pt x="700754" y="150971"/>
                      <a:pt x="700754" y="162020"/>
                    </a:cubicBezTo>
                    <a:cubicBezTo>
                      <a:pt x="700754" y="173260"/>
                      <a:pt x="707993" y="179642"/>
                      <a:pt x="720757" y="179642"/>
                    </a:cubicBezTo>
                    <a:cubicBezTo>
                      <a:pt x="740093" y="179642"/>
                      <a:pt x="751904" y="167354"/>
                      <a:pt x="751904" y="147828"/>
                    </a:cubicBezTo>
                    <a:lnTo>
                      <a:pt x="751904" y="134493"/>
                    </a:lnTo>
                    <a:cubicBezTo>
                      <a:pt x="745808" y="137350"/>
                      <a:pt x="740759" y="138779"/>
                      <a:pt x="728186" y="141351"/>
                    </a:cubicBezTo>
                    <a:close/>
                    <a:moveTo>
                      <a:pt x="813245" y="60008"/>
                    </a:moveTo>
                    <a:lnTo>
                      <a:pt x="854964" y="60008"/>
                    </a:lnTo>
                    <a:lnTo>
                      <a:pt x="854964" y="81915"/>
                    </a:lnTo>
                    <a:cubicBezTo>
                      <a:pt x="864013" y="65532"/>
                      <a:pt x="875919" y="57626"/>
                      <a:pt x="891921" y="57626"/>
                    </a:cubicBezTo>
                    <a:cubicBezTo>
                      <a:pt x="893826" y="57626"/>
                      <a:pt x="897636" y="58007"/>
                      <a:pt x="900875" y="58674"/>
                    </a:cubicBezTo>
                    <a:lnTo>
                      <a:pt x="900875" y="93631"/>
                    </a:lnTo>
                    <a:cubicBezTo>
                      <a:pt x="898208" y="92964"/>
                      <a:pt x="895445" y="92678"/>
                      <a:pt x="889540" y="92678"/>
                    </a:cubicBezTo>
                    <a:cubicBezTo>
                      <a:pt x="868966" y="92678"/>
                      <a:pt x="855821" y="105918"/>
                      <a:pt x="855821" y="126397"/>
                    </a:cubicBezTo>
                    <a:lnTo>
                      <a:pt x="855821" y="202787"/>
                    </a:lnTo>
                    <a:lnTo>
                      <a:pt x="813340" y="202787"/>
                    </a:lnTo>
                    <a:lnTo>
                      <a:pt x="813340" y="60008"/>
                    </a:lnTo>
                    <a:close/>
                    <a:moveTo>
                      <a:pt x="899446" y="131826"/>
                    </a:moveTo>
                    <a:cubicBezTo>
                      <a:pt x="899446" y="86392"/>
                      <a:pt x="929259" y="55626"/>
                      <a:pt x="973455" y="55626"/>
                    </a:cubicBezTo>
                    <a:cubicBezTo>
                      <a:pt x="1015460" y="55626"/>
                      <a:pt x="1043750" y="87058"/>
                      <a:pt x="1043750" y="134112"/>
                    </a:cubicBezTo>
                    <a:lnTo>
                      <a:pt x="1043750" y="141446"/>
                    </a:lnTo>
                    <a:lnTo>
                      <a:pt x="941737" y="141446"/>
                    </a:lnTo>
                    <a:cubicBezTo>
                      <a:pt x="944499" y="165164"/>
                      <a:pt x="956786" y="178594"/>
                      <a:pt x="975551" y="178594"/>
                    </a:cubicBezTo>
                    <a:cubicBezTo>
                      <a:pt x="989648" y="178594"/>
                      <a:pt x="998887" y="171926"/>
                      <a:pt x="1001935" y="159829"/>
                    </a:cubicBezTo>
                    <a:lnTo>
                      <a:pt x="1041654" y="159829"/>
                    </a:lnTo>
                    <a:cubicBezTo>
                      <a:pt x="1035939" y="188214"/>
                      <a:pt x="1009269" y="207169"/>
                      <a:pt x="974979" y="207169"/>
                    </a:cubicBezTo>
                    <a:cubicBezTo>
                      <a:pt x="930117" y="207169"/>
                      <a:pt x="899446" y="176594"/>
                      <a:pt x="899446" y="131826"/>
                    </a:cubicBezTo>
                    <a:close/>
                    <a:moveTo>
                      <a:pt x="1001840" y="116491"/>
                    </a:moveTo>
                    <a:cubicBezTo>
                      <a:pt x="999173" y="94774"/>
                      <a:pt x="989076" y="83153"/>
                      <a:pt x="972693" y="83153"/>
                    </a:cubicBezTo>
                    <a:cubicBezTo>
                      <a:pt x="956310" y="83153"/>
                      <a:pt x="946023" y="94583"/>
                      <a:pt x="942594" y="116491"/>
                    </a:cubicBezTo>
                    <a:lnTo>
                      <a:pt x="1001840" y="116491"/>
                    </a:lnTo>
                    <a:close/>
                  </a:path>
                </a:pathLst>
              </a:custGeom>
              <a:solidFill>
                <a:srgbClr val="000000"/>
              </a:solidFill>
              <a:ln w="9525" cap="flat">
                <a:noFill/>
                <a:prstDash val="solid"/>
                <a:miter/>
              </a:ln>
            </p:spPr>
            <p:txBody>
              <a:bodyPr rtlCol="0" anchor="ctr"/>
              <a:lstStyle/>
              <a:p>
                <a:endParaRPr lang="en-GB"/>
              </a:p>
            </p:txBody>
          </p:sp>
        </p:grpSp>
        <p:grpSp>
          <p:nvGrpSpPr>
            <p:cNvPr id="11" name="Graphic 5">
              <a:extLst>
                <a:ext uri="{FF2B5EF4-FFF2-40B4-BE49-F238E27FC236}">
                  <a16:creationId xmlns:a16="http://schemas.microsoft.com/office/drawing/2014/main" id="{26077702-888B-3A07-9BC4-B763736A9E0E}"/>
                </a:ext>
              </a:extLst>
            </p:cNvPr>
            <p:cNvGrpSpPr/>
            <p:nvPr/>
          </p:nvGrpSpPr>
          <p:grpSpPr>
            <a:xfrm>
              <a:off x="3425571" y="2581655"/>
              <a:ext cx="5979985" cy="3154489"/>
              <a:chOff x="3425571" y="2581655"/>
              <a:chExt cx="5979985" cy="3154489"/>
            </a:xfrm>
            <a:solidFill>
              <a:srgbClr val="FFFFFF"/>
            </a:solidFill>
          </p:grpSpPr>
          <p:sp>
            <p:nvSpPr>
              <p:cNvPr id="12" name="Freeform: Shape 11">
                <a:extLst>
                  <a:ext uri="{FF2B5EF4-FFF2-40B4-BE49-F238E27FC236}">
                    <a16:creationId xmlns:a16="http://schemas.microsoft.com/office/drawing/2014/main" id="{C2B8E045-D88F-B236-615A-2E9476F5753A}"/>
                  </a:ext>
                </a:extLst>
              </p:cNvPr>
              <p:cNvSpPr/>
              <p:nvPr/>
            </p:nvSpPr>
            <p:spPr>
              <a:xfrm>
                <a:off x="3425571" y="2889694"/>
                <a:ext cx="1009935" cy="1137856"/>
              </a:xfrm>
              <a:custGeom>
                <a:avLst/>
                <a:gdLst>
                  <a:gd name="connsiteX0" fmla="*/ 0 w 1009935"/>
                  <a:gd name="connsiteY0" fmla="*/ 756475 h 1137856"/>
                  <a:gd name="connsiteX1" fmla="*/ 322707 w 1009935"/>
                  <a:gd name="connsiteY1" fmla="*/ 756475 h 1137856"/>
                  <a:gd name="connsiteX2" fmla="*/ 519684 w 1009935"/>
                  <a:gd name="connsiteY2" fmla="*/ 915733 h 1137856"/>
                  <a:gd name="connsiteX3" fmla="*/ 687324 w 1009935"/>
                  <a:gd name="connsiteY3" fmla="*/ 808863 h 1137856"/>
                  <a:gd name="connsiteX4" fmla="*/ 414814 w 1009935"/>
                  <a:gd name="connsiteY4" fmla="*/ 676847 h 1137856"/>
                  <a:gd name="connsiteX5" fmla="*/ 29242 w 1009935"/>
                  <a:gd name="connsiteY5" fmla="*/ 343662 h 1137856"/>
                  <a:gd name="connsiteX6" fmla="*/ 492347 w 1009935"/>
                  <a:gd name="connsiteY6" fmla="*/ 0 h 1137856"/>
                  <a:gd name="connsiteX7" fmla="*/ 976408 w 1009935"/>
                  <a:gd name="connsiteY7" fmla="*/ 343662 h 1137856"/>
                  <a:gd name="connsiteX8" fmla="*/ 662083 w 1009935"/>
                  <a:gd name="connsiteY8" fmla="*/ 343662 h 1137856"/>
                  <a:gd name="connsiteX9" fmla="*/ 490251 w 1009935"/>
                  <a:gd name="connsiteY9" fmla="*/ 217932 h 1137856"/>
                  <a:gd name="connsiteX10" fmla="*/ 341471 w 1009935"/>
                  <a:gd name="connsiteY10" fmla="*/ 316421 h 1137856"/>
                  <a:gd name="connsiteX11" fmla="*/ 599218 w 1009935"/>
                  <a:gd name="connsiteY11" fmla="*/ 427482 h 1137856"/>
                  <a:gd name="connsiteX12" fmla="*/ 1009936 w 1009935"/>
                  <a:gd name="connsiteY12" fmla="*/ 781622 h 1137856"/>
                  <a:gd name="connsiteX13" fmla="*/ 521684 w 1009935"/>
                  <a:gd name="connsiteY13" fmla="*/ 1137856 h 1137856"/>
                  <a:gd name="connsiteX14" fmla="*/ 0 w 1009935"/>
                  <a:gd name="connsiteY14" fmla="*/ 756475 h 1137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9935" h="1137856">
                    <a:moveTo>
                      <a:pt x="0" y="756475"/>
                    </a:moveTo>
                    <a:lnTo>
                      <a:pt x="322707" y="756475"/>
                    </a:lnTo>
                    <a:cubicBezTo>
                      <a:pt x="335280" y="863346"/>
                      <a:pt x="406527" y="915733"/>
                      <a:pt x="519684" y="915733"/>
                    </a:cubicBezTo>
                    <a:cubicBezTo>
                      <a:pt x="622363" y="915733"/>
                      <a:pt x="687324" y="878014"/>
                      <a:pt x="687324" y="808863"/>
                    </a:cubicBezTo>
                    <a:cubicBezTo>
                      <a:pt x="687324" y="712470"/>
                      <a:pt x="557403" y="701992"/>
                      <a:pt x="414814" y="676847"/>
                    </a:cubicBezTo>
                    <a:cubicBezTo>
                      <a:pt x="228314" y="645414"/>
                      <a:pt x="29242" y="595122"/>
                      <a:pt x="29242" y="343662"/>
                    </a:cubicBezTo>
                    <a:cubicBezTo>
                      <a:pt x="29242" y="117348"/>
                      <a:pt x="238792" y="0"/>
                      <a:pt x="492347" y="0"/>
                    </a:cubicBezTo>
                    <a:cubicBezTo>
                      <a:pt x="796195" y="0"/>
                      <a:pt x="959644" y="132016"/>
                      <a:pt x="976408" y="343662"/>
                    </a:cubicBezTo>
                    <a:lnTo>
                      <a:pt x="662083" y="343662"/>
                    </a:lnTo>
                    <a:cubicBezTo>
                      <a:pt x="649510" y="247269"/>
                      <a:pt x="584549" y="217932"/>
                      <a:pt x="490251" y="217932"/>
                    </a:cubicBezTo>
                    <a:cubicBezTo>
                      <a:pt x="406432" y="217932"/>
                      <a:pt x="341471" y="249364"/>
                      <a:pt x="341471" y="316421"/>
                    </a:cubicBezTo>
                    <a:cubicBezTo>
                      <a:pt x="341471" y="391858"/>
                      <a:pt x="463010" y="402336"/>
                      <a:pt x="599218" y="427482"/>
                    </a:cubicBezTo>
                    <a:cubicBezTo>
                      <a:pt x="787813" y="458914"/>
                      <a:pt x="1009936" y="507111"/>
                      <a:pt x="1009936" y="781622"/>
                    </a:cubicBezTo>
                    <a:cubicBezTo>
                      <a:pt x="1009936" y="1016317"/>
                      <a:pt x="802481" y="1137856"/>
                      <a:pt x="521684" y="1137856"/>
                    </a:cubicBezTo>
                    <a:cubicBezTo>
                      <a:pt x="207454" y="1137856"/>
                      <a:pt x="10477" y="993267"/>
                      <a:pt x="0" y="756475"/>
                    </a:cubicBezTo>
                    <a:close/>
                  </a:path>
                </a:pathLst>
              </a:custGeom>
              <a:solidFill>
                <a:srgbClr val="FFFFFF"/>
              </a:solidFill>
              <a:ln w="9525"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C4187F13-E5B8-14EC-397C-2447F1809D4D}"/>
                  </a:ext>
                </a:extLst>
              </p:cNvPr>
              <p:cNvSpPr/>
              <p:nvPr/>
            </p:nvSpPr>
            <p:spPr>
              <a:xfrm>
                <a:off x="4408550" y="2581655"/>
                <a:ext cx="670559" cy="1424940"/>
              </a:xfrm>
              <a:custGeom>
                <a:avLst/>
                <a:gdLst>
                  <a:gd name="connsiteX0" fmla="*/ 142494 w 670559"/>
                  <a:gd name="connsiteY0" fmla="*/ 1129475 h 1424940"/>
                  <a:gd name="connsiteX1" fmla="*/ 142494 w 670559"/>
                  <a:gd name="connsiteY1" fmla="*/ 553212 h 1424940"/>
                  <a:gd name="connsiteX2" fmla="*/ 0 w 670559"/>
                  <a:gd name="connsiteY2" fmla="*/ 553212 h 1424940"/>
                  <a:gd name="connsiteX3" fmla="*/ 0 w 670559"/>
                  <a:gd name="connsiteY3" fmla="*/ 339471 h 1424940"/>
                  <a:gd name="connsiteX4" fmla="*/ 142494 w 670559"/>
                  <a:gd name="connsiteY4" fmla="*/ 339471 h 1424940"/>
                  <a:gd name="connsiteX5" fmla="*/ 142494 w 670559"/>
                  <a:gd name="connsiteY5" fmla="*/ 0 h 1424940"/>
                  <a:gd name="connsiteX6" fmla="*/ 475679 w 670559"/>
                  <a:gd name="connsiteY6" fmla="*/ 0 h 1424940"/>
                  <a:gd name="connsiteX7" fmla="*/ 475679 w 670559"/>
                  <a:gd name="connsiteY7" fmla="*/ 339471 h 1424940"/>
                  <a:gd name="connsiteX8" fmla="*/ 670560 w 670559"/>
                  <a:gd name="connsiteY8" fmla="*/ 339471 h 1424940"/>
                  <a:gd name="connsiteX9" fmla="*/ 670560 w 670559"/>
                  <a:gd name="connsiteY9" fmla="*/ 553212 h 1424940"/>
                  <a:gd name="connsiteX10" fmla="*/ 475679 w 670559"/>
                  <a:gd name="connsiteY10" fmla="*/ 553212 h 1424940"/>
                  <a:gd name="connsiteX11" fmla="*/ 475679 w 670559"/>
                  <a:gd name="connsiteY11" fmla="*/ 1056132 h 1424940"/>
                  <a:gd name="connsiteX12" fmla="*/ 595122 w 670559"/>
                  <a:gd name="connsiteY12" fmla="*/ 1160907 h 1424940"/>
                  <a:gd name="connsiteX13" fmla="*/ 670560 w 670559"/>
                  <a:gd name="connsiteY13" fmla="*/ 1158812 h 1424940"/>
                  <a:gd name="connsiteX14" fmla="*/ 670560 w 670559"/>
                  <a:gd name="connsiteY14" fmla="*/ 1408176 h 1424940"/>
                  <a:gd name="connsiteX15" fmla="*/ 484061 w 670559"/>
                  <a:gd name="connsiteY15" fmla="*/ 1424940 h 1424940"/>
                  <a:gd name="connsiteX16" fmla="*/ 142494 w 670559"/>
                  <a:gd name="connsiteY16" fmla="*/ 1129475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0559" h="1424940">
                    <a:moveTo>
                      <a:pt x="142494" y="1129475"/>
                    </a:moveTo>
                    <a:lnTo>
                      <a:pt x="142494" y="553212"/>
                    </a:lnTo>
                    <a:lnTo>
                      <a:pt x="0" y="553212"/>
                    </a:lnTo>
                    <a:lnTo>
                      <a:pt x="0" y="339471"/>
                    </a:lnTo>
                    <a:lnTo>
                      <a:pt x="142494" y="339471"/>
                    </a:lnTo>
                    <a:lnTo>
                      <a:pt x="142494" y="0"/>
                    </a:lnTo>
                    <a:lnTo>
                      <a:pt x="475679" y="0"/>
                    </a:lnTo>
                    <a:lnTo>
                      <a:pt x="475679" y="339471"/>
                    </a:lnTo>
                    <a:lnTo>
                      <a:pt x="670560" y="339471"/>
                    </a:lnTo>
                    <a:lnTo>
                      <a:pt x="670560" y="553212"/>
                    </a:lnTo>
                    <a:lnTo>
                      <a:pt x="475679" y="553212"/>
                    </a:lnTo>
                    <a:lnTo>
                      <a:pt x="475679" y="1056132"/>
                    </a:lnTo>
                    <a:cubicBezTo>
                      <a:pt x="475679" y="1139952"/>
                      <a:pt x="521780" y="1160907"/>
                      <a:pt x="595122" y="1160907"/>
                    </a:cubicBezTo>
                    <a:cubicBezTo>
                      <a:pt x="624459" y="1160907"/>
                      <a:pt x="657987" y="1158812"/>
                      <a:pt x="670560" y="1158812"/>
                    </a:cubicBezTo>
                    <a:lnTo>
                      <a:pt x="670560" y="1408176"/>
                    </a:lnTo>
                    <a:cubicBezTo>
                      <a:pt x="641223" y="1416558"/>
                      <a:pt x="576263" y="1424940"/>
                      <a:pt x="484061" y="1424940"/>
                    </a:cubicBezTo>
                    <a:cubicBezTo>
                      <a:pt x="284988" y="1424940"/>
                      <a:pt x="142494" y="1359980"/>
                      <a:pt x="142494" y="1129475"/>
                    </a:cubicBezTo>
                    <a:close/>
                  </a:path>
                </a:pathLst>
              </a:custGeom>
              <a:solidFill>
                <a:srgbClr val="FFFFFF"/>
              </a:solidFill>
              <a:ln w="9525"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B590D52F-9C6A-D8C2-818E-05F34154F066}"/>
                  </a:ext>
                </a:extLst>
              </p:cNvPr>
              <p:cNvSpPr/>
              <p:nvPr/>
            </p:nvSpPr>
            <p:spPr>
              <a:xfrm>
                <a:off x="5060156" y="2889694"/>
                <a:ext cx="1106569" cy="1135760"/>
              </a:xfrm>
              <a:custGeom>
                <a:avLst/>
                <a:gdLst>
                  <a:gd name="connsiteX0" fmla="*/ 0 w 1106569"/>
                  <a:gd name="connsiteY0" fmla="*/ 565785 h 1135760"/>
                  <a:gd name="connsiteX1" fmla="*/ 551212 w 1106569"/>
                  <a:gd name="connsiteY1" fmla="*/ 0 h 1135760"/>
                  <a:gd name="connsiteX2" fmla="*/ 917924 w 1106569"/>
                  <a:gd name="connsiteY2" fmla="*/ 134112 h 1135760"/>
                  <a:gd name="connsiteX3" fmla="*/ 1106519 w 1106569"/>
                  <a:gd name="connsiteY3" fmla="*/ 655891 h 1135760"/>
                  <a:gd name="connsiteX4" fmla="*/ 335375 w 1106569"/>
                  <a:gd name="connsiteY4" fmla="*/ 655891 h 1135760"/>
                  <a:gd name="connsiteX5" fmla="*/ 576358 w 1106569"/>
                  <a:gd name="connsiteY5" fmla="*/ 890588 h 1135760"/>
                  <a:gd name="connsiteX6" fmla="*/ 754475 w 1106569"/>
                  <a:gd name="connsiteY6" fmla="*/ 783717 h 1135760"/>
                  <a:gd name="connsiteX7" fmla="*/ 1087660 w 1106569"/>
                  <a:gd name="connsiteY7" fmla="*/ 783717 h 1135760"/>
                  <a:gd name="connsiteX8" fmla="*/ 907447 w 1106569"/>
                  <a:gd name="connsiteY8" fmla="*/ 1037272 h 1135760"/>
                  <a:gd name="connsiteX9" fmla="*/ 572167 w 1106569"/>
                  <a:gd name="connsiteY9" fmla="*/ 1135761 h 1135760"/>
                  <a:gd name="connsiteX10" fmla="*/ 0 w 1106569"/>
                  <a:gd name="connsiteY10" fmla="*/ 565785 h 1135760"/>
                  <a:gd name="connsiteX11" fmla="*/ 760762 w 1106569"/>
                  <a:gd name="connsiteY11" fmla="*/ 452533 h 1135760"/>
                  <a:gd name="connsiteX12" fmla="*/ 557499 w 1106569"/>
                  <a:gd name="connsiteY12" fmla="*/ 242983 h 1135760"/>
                  <a:gd name="connsiteX13" fmla="*/ 337471 w 1106569"/>
                  <a:gd name="connsiteY13" fmla="*/ 452533 h 1135760"/>
                  <a:gd name="connsiteX14" fmla="*/ 760762 w 1106569"/>
                  <a:gd name="connsiteY14" fmla="*/ 452533 h 11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6569" h="1135760">
                    <a:moveTo>
                      <a:pt x="0" y="565785"/>
                    </a:moveTo>
                    <a:cubicBezTo>
                      <a:pt x="0" y="245173"/>
                      <a:pt x="224219" y="0"/>
                      <a:pt x="551212" y="0"/>
                    </a:cubicBezTo>
                    <a:cubicBezTo>
                      <a:pt x="704183" y="0"/>
                      <a:pt x="825722" y="50292"/>
                      <a:pt x="917924" y="134112"/>
                    </a:cubicBezTo>
                    <a:cubicBezTo>
                      <a:pt x="1045750" y="251460"/>
                      <a:pt x="1108615" y="437959"/>
                      <a:pt x="1106519" y="655891"/>
                    </a:cubicBezTo>
                    <a:lnTo>
                      <a:pt x="335375" y="655891"/>
                    </a:lnTo>
                    <a:cubicBezTo>
                      <a:pt x="356330" y="800481"/>
                      <a:pt x="435959" y="890588"/>
                      <a:pt x="576358" y="890588"/>
                    </a:cubicBezTo>
                    <a:cubicBezTo>
                      <a:pt x="666464" y="890588"/>
                      <a:pt x="725138" y="850773"/>
                      <a:pt x="754475" y="783717"/>
                    </a:cubicBezTo>
                    <a:lnTo>
                      <a:pt x="1087660" y="783717"/>
                    </a:lnTo>
                    <a:cubicBezTo>
                      <a:pt x="1064609" y="880110"/>
                      <a:pt x="1001744" y="972312"/>
                      <a:pt x="907447" y="1037272"/>
                    </a:cubicBezTo>
                    <a:cubicBezTo>
                      <a:pt x="817340" y="1100138"/>
                      <a:pt x="708374" y="1135761"/>
                      <a:pt x="572167" y="1135761"/>
                    </a:cubicBezTo>
                    <a:cubicBezTo>
                      <a:pt x="218027" y="1135761"/>
                      <a:pt x="0" y="890588"/>
                      <a:pt x="0" y="565785"/>
                    </a:cubicBezTo>
                    <a:close/>
                    <a:moveTo>
                      <a:pt x="760762" y="452533"/>
                    </a:moveTo>
                    <a:cubicBezTo>
                      <a:pt x="748189" y="324707"/>
                      <a:pt x="668560" y="242983"/>
                      <a:pt x="557499" y="242983"/>
                    </a:cubicBezTo>
                    <a:cubicBezTo>
                      <a:pt x="427577" y="242983"/>
                      <a:pt x="360521" y="324707"/>
                      <a:pt x="337471" y="452533"/>
                    </a:cubicBezTo>
                    <a:lnTo>
                      <a:pt x="760762" y="452533"/>
                    </a:lnTo>
                    <a:close/>
                  </a:path>
                </a:pathLst>
              </a:custGeom>
              <a:solidFill>
                <a:srgbClr val="FFFFFF"/>
              </a:solidFill>
              <a:ln w="9525"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4A295DFF-78E4-553A-55F6-537B30074B13}"/>
                  </a:ext>
                </a:extLst>
              </p:cNvPr>
              <p:cNvSpPr/>
              <p:nvPr/>
            </p:nvSpPr>
            <p:spPr>
              <a:xfrm>
                <a:off x="6221444" y="2889599"/>
                <a:ext cx="1116901" cy="1458467"/>
              </a:xfrm>
              <a:custGeom>
                <a:avLst/>
                <a:gdLst>
                  <a:gd name="connsiteX0" fmla="*/ 0 w 1116901"/>
                  <a:gd name="connsiteY0" fmla="*/ 31433 h 1458467"/>
                  <a:gd name="connsiteX1" fmla="*/ 326898 w 1116901"/>
                  <a:gd name="connsiteY1" fmla="*/ 31433 h 1458467"/>
                  <a:gd name="connsiteX2" fmla="*/ 326898 w 1116901"/>
                  <a:gd name="connsiteY2" fmla="*/ 161354 h 1458467"/>
                  <a:gd name="connsiteX3" fmla="*/ 333185 w 1116901"/>
                  <a:gd name="connsiteY3" fmla="*/ 161354 h 1458467"/>
                  <a:gd name="connsiteX4" fmla="*/ 657987 w 1116901"/>
                  <a:gd name="connsiteY4" fmla="*/ 0 h 1458467"/>
                  <a:gd name="connsiteX5" fmla="*/ 1116902 w 1116901"/>
                  <a:gd name="connsiteY5" fmla="*/ 567880 h 1458467"/>
                  <a:gd name="connsiteX6" fmla="*/ 649605 w 1116901"/>
                  <a:gd name="connsiteY6" fmla="*/ 1137856 h 1458467"/>
                  <a:gd name="connsiteX7" fmla="*/ 345757 w 1116901"/>
                  <a:gd name="connsiteY7" fmla="*/ 993267 h 1458467"/>
                  <a:gd name="connsiteX8" fmla="*/ 341567 w 1116901"/>
                  <a:gd name="connsiteY8" fmla="*/ 993267 h 1458467"/>
                  <a:gd name="connsiteX9" fmla="*/ 341567 w 1116901"/>
                  <a:gd name="connsiteY9" fmla="*/ 1458468 h 1458467"/>
                  <a:gd name="connsiteX10" fmla="*/ 0 w 1116901"/>
                  <a:gd name="connsiteY10" fmla="*/ 1458468 h 1458467"/>
                  <a:gd name="connsiteX11" fmla="*/ 0 w 1116901"/>
                  <a:gd name="connsiteY11" fmla="*/ 31433 h 1458467"/>
                  <a:gd name="connsiteX12" fmla="*/ 771240 w 1116901"/>
                  <a:gd name="connsiteY12" fmla="*/ 580454 h 1458467"/>
                  <a:gd name="connsiteX13" fmla="*/ 555403 w 1116901"/>
                  <a:gd name="connsiteY13" fmla="*/ 274511 h 1458467"/>
                  <a:gd name="connsiteX14" fmla="*/ 331184 w 1116901"/>
                  <a:gd name="connsiteY14" fmla="*/ 580454 h 1458467"/>
                  <a:gd name="connsiteX15" fmla="*/ 561690 w 1116901"/>
                  <a:gd name="connsiteY15" fmla="*/ 873823 h 1458467"/>
                  <a:gd name="connsiteX16" fmla="*/ 771240 w 1116901"/>
                  <a:gd name="connsiteY16" fmla="*/ 580454 h 145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6901" h="1458467">
                    <a:moveTo>
                      <a:pt x="0" y="31433"/>
                    </a:moveTo>
                    <a:lnTo>
                      <a:pt x="326898" y="31433"/>
                    </a:lnTo>
                    <a:lnTo>
                      <a:pt x="326898" y="161354"/>
                    </a:lnTo>
                    <a:lnTo>
                      <a:pt x="333185" y="161354"/>
                    </a:lnTo>
                    <a:cubicBezTo>
                      <a:pt x="406527" y="64961"/>
                      <a:pt x="511302" y="0"/>
                      <a:pt x="657987" y="0"/>
                    </a:cubicBezTo>
                    <a:cubicBezTo>
                      <a:pt x="942975" y="0"/>
                      <a:pt x="1116902" y="245173"/>
                      <a:pt x="1116902" y="567880"/>
                    </a:cubicBezTo>
                    <a:cubicBezTo>
                      <a:pt x="1116902" y="915734"/>
                      <a:pt x="930402" y="1137856"/>
                      <a:pt x="649605" y="1137856"/>
                    </a:cubicBezTo>
                    <a:cubicBezTo>
                      <a:pt x="511302" y="1137856"/>
                      <a:pt x="412814" y="1083373"/>
                      <a:pt x="345757" y="993267"/>
                    </a:cubicBezTo>
                    <a:lnTo>
                      <a:pt x="341567" y="993267"/>
                    </a:lnTo>
                    <a:lnTo>
                      <a:pt x="341567" y="1458468"/>
                    </a:lnTo>
                    <a:lnTo>
                      <a:pt x="0" y="1458468"/>
                    </a:lnTo>
                    <a:lnTo>
                      <a:pt x="0" y="31433"/>
                    </a:lnTo>
                    <a:close/>
                    <a:moveTo>
                      <a:pt x="771240" y="580454"/>
                    </a:moveTo>
                    <a:cubicBezTo>
                      <a:pt x="771240" y="396050"/>
                      <a:pt x="702088" y="274511"/>
                      <a:pt x="555403" y="274511"/>
                    </a:cubicBezTo>
                    <a:cubicBezTo>
                      <a:pt x="406622" y="274511"/>
                      <a:pt x="331184" y="406527"/>
                      <a:pt x="331184" y="580454"/>
                    </a:cubicBezTo>
                    <a:cubicBezTo>
                      <a:pt x="331184" y="754380"/>
                      <a:pt x="415004" y="873823"/>
                      <a:pt x="561690" y="873823"/>
                    </a:cubicBezTo>
                    <a:cubicBezTo>
                      <a:pt x="691611" y="873919"/>
                      <a:pt x="771240" y="762857"/>
                      <a:pt x="771240" y="580454"/>
                    </a:cubicBezTo>
                    <a:close/>
                  </a:path>
                </a:pathLst>
              </a:custGeom>
              <a:solidFill>
                <a:srgbClr val="FFFFFF"/>
              </a:solidFill>
              <a:ln w="9525"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486CF6AB-EC9D-861C-DA8B-95C76596FF88}"/>
                  </a:ext>
                </a:extLst>
              </p:cNvPr>
              <p:cNvSpPr/>
              <p:nvPr/>
            </p:nvSpPr>
            <p:spPr>
              <a:xfrm>
                <a:off x="3440239" y="4600289"/>
                <a:ext cx="1056227" cy="1129569"/>
              </a:xfrm>
              <a:custGeom>
                <a:avLst/>
                <a:gdLst>
                  <a:gd name="connsiteX0" fmla="*/ 0 w 1056227"/>
                  <a:gd name="connsiteY0" fmla="*/ 802672 h 1129569"/>
                  <a:gd name="connsiteX1" fmla="*/ 410813 w 1056227"/>
                  <a:gd name="connsiteY1" fmla="*/ 465201 h 1129569"/>
                  <a:gd name="connsiteX2" fmla="*/ 683228 w 1056227"/>
                  <a:gd name="connsiteY2" fmla="*/ 345757 h 1129569"/>
                  <a:gd name="connsiteX3" fmla="*/ 536543 w 1056227"/>
                  <a:gd name="connsiteY3" fmla="*/ 230505 h 1129569"/>
                  <a:gd name="connsiteX4" fmla="*/ 362617 w 1056227"/>
                  <a:gd name="connsiteY4" fmla="*/ 368808 h 1129569"/>
                  <a:gd name="connsiteX5" fmla="*/ 48292 w 1056227"/>
                  <a:gd name="connsiteY5" fmla="*/ 368808 h 1129569"/>
                  <a:gd name="connsiteX6" fmla="*/ 534448 w 1056227"/>
                  <a:gd name="connsiteY6" fmla="*/ 0 h 1129569"/>
                  <a:gd name="connsiteX7" fmla="*/ 882301 w 1056227"/>
                  <a:gd name="connsiteY7" fmla="*/ 88011 h 1129569"/>
                  <a:gd name="connsiteX8" fmla="*/ 1018508 w 1056227"/>
                  <a:gd name="connsiteY8" fmla="*/ 393954 h 1129569"/>
                  <a:gd name="connsiteX9" fmla="*/ 1018508 w 1056227"/>
                  <a:gd name="connsiteY9" fmla="*/ 934688 h 1129569"/>
                  <a:gd name="connsiteX10" fmla="*/ 1056227 w 1056227"/>
                  <a:gd name="connsiteY10" fmla="*/ 1087660 h 1129569"/>
                  <a:gd name="connsiteX11" fmla="*/ 1056227 w 1056227"/>
                  <a:gd name="connsiteY11" fmla="*/ 1102328 h 1129569"/>
                  <a:gd name="connsiteX12" fmla="*/ 725043 w 1056227"/>
                  <a:gd name="connsiteY12" fmla="*/ 1102328 h 1129569"/>
                  <a:gd name="connsiteX13" fmla="*/ 689420 w 1056227"/>
                  <a:gd name="connsiteY13" fmla="*/ 982885 h 1129569"/>
                  <a:gd name="connsiteX14" fmla="*/ 685229 w 1056227"/>
                  <a:gd name="connsiteY14" fmla="*/ 982885 h 1129569"/>
                  <a:gd name="connsiteX15" fmla="*/ 366713 w 1056227"/>
                  <a:gd name="connsiteY15" fmla="*/ 1129570 h 1129569"/>
                  <a:gd name="connsiteX16" fmla="*/ 0 w 1056227"/>
                  <a:gd name="connsiteY16" fmla="*/ 802672 h 1129569"/>
                  <a:gd name="connsiteX17" fmla="*/ 691610 w 1056227"/>
                  <a:gd name="connsiteY17" fmla="*/ 718852 h 1129569"/>
                  <a:gd name="connsiteX18" fmla="*/ 691610 w 1056227"/>
                  <a:gd name="connsiteY18" fmla="*/ 591026 h 1129569"/>
                  <a:gd name="connsiteX19" fmla="*/ 515588 w 1056227"/>
                  <a:gd name="connsiteY19" fmla="*/ 647605 h 1129569"/>
                  <a:gd name="connsiteX20" fmla="*/ 329089 w 1056227"/>
                  <a:gd name="connsiteY20" fmla="*/ 792194 h 1129569"/>
                  <a:gd name="connsiteX21" fmla="*/ 475774 w 1056227"/>
                  <a:gd name="connsiteY21" fmla="*/ 911638 h 1129569"/>
                  <a:gd name="connsiteX22" fmla="*/ 691610 w 1056227"/>
                  <a:gd name="connsiteY22" fmla="*/ 718852 h 112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6227" h="1129569">
                    <a:moveTo>
                      <a:pt x="0" y="802672"/>
                    </a:moveTo>
                    <a:cubicBezTo>
                      <a:pt x="0" y="565880"/>
                      <a:pt x="188595" y="494633"/>
                      <a:pt x="410813" y="465201"/>
                    </a:cubicBezTo>
                    <a:cubicBezTo>
                      <a:pt x="611981" y="440055"/>
                      <a:pt x="683228" y="419100"/>
                      <a:pt x="683228" y="345757"/>
                    </a:cubicBezTo>
                    <a:cubicBezTo>
                      <a:pt x="683228" y="276606"/>
                      <a:pt x="639223" y="230505"/>
                      <a:pt x="536543" y="230505"/>
                    </a:cubicBezTo>
                    <a:cubicBezTo>
                      <a:pt x="427577" y="230505"/>
                      <a:pt x="373094" y="278702"/>
                      <a:pt x="362617" y="368808"/>
                    </a:cubicBezTo>
                    <a:lnTo>
                      <a:pt x="48292" y="368808"/>
                    </a:lnTo>
                    <a:cubicBezTo>
                      <a:pt x="56674" y="169736"/>
                      <a:pt x="209645" y="0"/>
                      <a:pt x="534448" y="0"/>
                    </a:cubicBezTo>
                    <a:cubicBezTo>
                      <a:pt x="695801" y="0"/>
                      <a:pt x="804767" y="29337"/>
                      <a:pt x="882301" y="88011"/>
                    </a:cubicBezTo>
                    <a:cubicBezTo>
                      <a:pt x="974503" y="155067"/>
                      <a:pt x="1018508" y="259842"/>
                      <a:pt x="1018508" y="393954"/>
                    </a:cubicBezTo>
                    <a:lnTo>
                      <a:pt x="1018508" y="934688"/>
                    </a:lnTo>
                    <a:cubicBezTo>
                      <a:pt x="1018508" y="1020604"/>
                      <a:pt x="1026890" y="1068800"/>
                      <a:pt x="1056227" y="1087660"/>
                    </a:cubicBezTo>
                    <a:lnTo>
                      <a:pt x="1056227" y="1102328"/>
                    </a:lnTo>
                    <a:lnTo>
                      <a:pt x="725043" y="1102328"/>
                    </a:lnTo>
                    <a:cubicBezTo>
                      <a:pt x="708279" y="1079278"/>
                      <a:pt x="697802" y="1037368"/>
                      <a:pt x="689420" y="982885"/>
                    </a:cubicBezTo>
                    <a:lnTo>
                      <a:pt x="685229" y="982885"/>
                    </a:lnTo>
                    <a:cubicBezTo>
                      <a:pt x="622363" y="1072991"/>
                      <a:pt x="528066" y="1129570"/>
                      <a:pt x="366713" y="1129570"/>
                    </a:cubicBezTo>
                    <a:cubicBezTo>
                      <a:pt x="152971" y="1129570"/>
                      <a:pt x="0" y="1014317"/>
                      <a:pt x="0" y="802672"/>
                    </a:cubicBezTo>
                    <a:close/>
                    <a:moveTo>
                      <a:pt x="691610" y="718852"/>
                    </a:moveTo>
                    <a:lnTo>
                      <a:pt x="691610" y="591026"/>
                    </a:lnTo>
                    <a:cubicBezTo>
                      <a:pt x="647605" y="614077"/>
                      <a:pt x="584740" y="630841"/>
                      <a:pt x="515588" y="647605"/>
                    </a:cubicBezTo>
                    <a:cubicBezTo>
                      <a:pt x="383572" y="676942"/>
                      <a:pt x="329089" y="710470"/>
                      <a:pt x="329089" y="792194"/>
                    </a:cubicBezTo>
                    <a:cubicBezTo>
                      <a:pt x="329089" y="878110"/>
                      <a:pt x="391954" y="911638"/>
                      <a:pt x="475774" y="911638"/>
                    </a:cubicBezTo>
                    <a:cubicBezTo>
                      <a:pt x="603504" y="911638"/>
                      <a:pt x="691610" y="834104"/>
                      <a:pt x="691610" y="718852"/>
                    </a:cubicBezTo>
                    <a:close/>
                  </a:path>
                </a:pathLst>
              </a:custGeom>
              <a:solidFill>
                <a:srgbClr val="FFFFFF"/>
              </a:solidFill>
              <a:ln w="9525"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688F5E81-03BD-5312-C3AC-AD6E093A5679}"/>
                  </a:ext>
                </a:extLst>
              </p:cNvPr>
              <p:cNvSpPr/>
              <p:nvPr/>
            </p:nvSpPr>
            <p:spPr>
              <a:xfrm>
                <a:off x="4566284" y="4204239"/>
                <a:ext cx="1039368" cy="1498282"/>
              </a:xfrm>
              <a:custGeom>
                <a:avLst/>
                <a:gdLst>
                  <a:gd name="connsiteX0" fmla="*/ 0 w 1039368"/>
                  <a:gd name="connsiteY0" fmla="*/ 0 h 1498282"/>
                  <a:gd name="connsiteX1" fmla="*/ 341567 w 1039368"/>
                  <a:gd name="connsiteY1" fmla="*/ 0 h 1498282"/>
                  <a:gd name="connsiteX2" fmla="*/ 341567 w 1039368"/>
                  <a:gd name="connsiteY2" fmla="*/ 557403 h 1498282"/>
                  <a:gd name="connsiteX3" fmla="*/ 347853 w 1039368"/>
                  <a:gd name="connsiteY3" fmla="*/ 557403 h 1498282"/>
                  <a:gd name="connsiteX4" fmla="*/ 666369 w 1039368"/>
                  <a:gd name="connsiteY4" fmla="*/ 393954 h 1498282"/>
                  <a:gd name="connsiteX5" fmla="*/ 1039368 w 1039368"/>
                  <a:gd name="connsiteY5" fmla="*/ 800481 h 1498282"/>
                  <a:gd name="connsiteX6" fmla="*/ 1039368 w 1039368"/>
                  <a:gd name="connsiteY6" fmla="*/ 1498282 h 1498282"/>
                  <a:gd name="connsiteX7" fmla="*/ 697802 w 1039368"/>
                  <a:gd name="connsiteY7" fmla="*/ 1498282 h 1498282"/>
                  <a:gd name="connsiteX8" fmla="*/ 697802 w 1039368"/>
                  <a:gd name="connsiteY8" fmla="*/ 869632 h 1498282"/>
                  <a:gd name="connsiteX9" fmla="*/ 530162 w 1039368"/>
                  <a:gd name="connsiteY9" fmla="*/ 678942 h 1498282"/>
                  <a:gd name="connsiteX10" fmla="*/ 341567 w 1039368"/>
                  <a:gd name="connsiteY10" fmla="*/ 905256 h 1498282"/>
                  <a:gd name="connsiteX11" fmla="*/ 341567 w 1039368"/>
                  <a:gd name="connsiteY11" fmla="*/ 1498282 h 1498282"/>
                  <a:gd name="connsiteX12" fmla="*/ 0 w 1039368"/>
                  <a:gd name="connsiteY12" fmla="*/ 1498282 h 1498282"/>
                  <a:gd name="connsiteX13" fmla="*/ 0 w 1039368"/>
                  <a:gd name="connsiteY13" fmla="*/ 0 h 1498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39368" h="1498282">
                    <a:moveTo>
                      <a:pt x="0" y="0"/>
                    </a:moveTo>
                    <a:lnTo>
                      <a:pt x="341567" y="0"/>
                    </a:lnTo>
                    <a:lnTo>
                      <a:pt x="341567" y="557403"/>
                    </a:lnTo>
                    <a:lnTo>
                      <a:pt x="347853" y="557403"/>
                    </a:lnTo>
                    <a:cubicBezTo>
                      <a:pt x="425387" y="454723"/>
                      <a:pt x="517588" y="393954"/>
                      <a:pt x="666369" y="393954"/>
                    </a:cubicBezTo>
                    <a:cubicBezTo>
                      <a:pt x="901065" y="393954"/>
                      <a:pt x="1039368" y="561594"/>
                      <a:pt x="1039368" y="800481"/>
                    </a:cubicBezTo>
                    <a:lnTo>
                      <a:pt x="1039368" y="1498282"/>
                    </a:lnTo>
                    <a:lnTo>
                      <a:pt x="697802" y="1498282"/>
                    </a:lnTo>
                    <a:lnTo>
                      <a:pt x="697802" y="869632"/>
                    </a:lnTo>
                    <a:cubicBezTo>
                      <a:pt x="697802" y="756475"/>
                      <a:pt x="641223" y="678942"/>
                      <a:pt x="530162" y="678942"/>
                    </a:cubicBezTo>
                    <a:cubicBezTo>
                      <a:pt x="417005" y="678942"/>
                      <a:pt x="341567" y="773239"/>
                      <a:pt x="341567" y="905256"/>
                    </a:cubicBezTo>
                    <a:lnTo>
                      <a:pt x="341567" y="1498282"/>
                    </a:lnTo>
                    <a:lnTo>
                      <a:pt x="0" y="1498282"/>
                    </a:lnTo>
                    <a:lnTo>
                      <a:pt x="0" y="0"/>
                    </a:lnTo>
                    <a:close/>
                  </a:path>
                </a:pathLst>
              </a:custGeom>
              <a:solidFill>
                <a:srgbClr val="FFFFFF"/>
              </a:solidFill>
              <a:ln w="95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D2E93D4B-8888-8561-01EA-5E83301ECCC7}"/>
                  </a:ext>
                </a:extLst>
              </p:cNvPr>
              <p:cNvSpPr/>
              <p:nvPr/>
            </p:nvSpPr>
            <p:spPr>
              <a:xfrm>
                <a:off x="5655468" y="4598289"/>
                <a:ext cx="1106569" cy="1135760"/>
              </a:xfrm>
              <a:custGeom>
                <a:avLst/>
                <a:gdLst>
                  <a:gd name="connsiteX0" fmla="*/ 0 w 1106569"/>
                  <a:gd name="connsiteY0" fmla="*/ 565785 h 1135760"/>
                  <a:gd name="connsiteX1" fmla="*/ 551212 w 1106569"/>
                  <a:gd name="connsiteY1" fmla="*/ 0 h 1135760"/>
                  <a:gd name="connsiteX2" fmla="*/ 917924 w 1106569"/>
                  <a:gd name="connsiteY2" fmla="*/ 134112 h 1135760"/>
                  <a:gd name="connsiteX3" fmla="*/ 1106519 w 1106569"/>
                  <a:gd name="connsiteY3" fmla="*/ 655891 h 1135760"/>
                  <a:gd name="connsiteX4" fmla="*/ 335375 w 1106569"/>
                  <a:gd name="connsiteY4" fmla="*/ 655891 h 1135760"/>
                  <a:gd name="connsiteX5" fmla="*/ 576358 w 1106569"/>
                  <a:gd name="connsiteY5" fmla="*/ 890588 h 1135760"/>
                  <a:gd name="connsiteX6" fmla="*/ 754475 w 1106569"/>
                  <a:gd name="connsiteY6" fmla="*/ 783717 h 1135760"/>
                  <a:gd name="connsiteX7" fmla="*/ 1087660 w 1106569"/>
                  <a:gd name="connsiteY7" fmla="*/ 783717 h 1135760"/>
                  <a:gd name="connsiteX8" fmla="*/ 907447 w 1106569"/>
                  <a:gd name="connsiteY8" fmla="*/ 1037272 h 1135760"/>
                  <a:gd name="connsiteX9" fmla="*/ 572167 w 1106569"/>
                  <a:gd name="connsiteY9" fmla="*/ 1135761 h 1135760"/>
                  <a:gd name="connsiteX10" fmla="*/ 0 w 1106569"/>
                  <a:gd name="connsiteY10" fmla="*/ 565785 h 1135760"/>
                  <a:gd name="connsiteX11" fmla="*/ 760666 w 1106569"/>
                  <a:gd name="connsiteY11" fmla="*/ 452628 h 1135760"/>
                  <a:gd name="connsiteX12" fmla="*/ 557403 w 1106569"/>
                  <a:gd name="connsiteY12" fmla="*/ 243078 h 1135760"/>
                  <a:gd name="connsiteX13" fmla="*/ 337375 w 1106569"/>
                  <a:gd name="connsiteY13" fmla="*/ 452628 h 1135760"/>
                  <a:gd name="connsiteX14" fmla="*/ 760666 w 1106569"/>
                  <a:gd name="connsiteY14" fmla="*/ 452628 h 11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6569" h="1135760">
                    <a:moveTo>
                      <a:pt x="0" y="565785"/>
                    </a:moveTo>
                    <a:cubicBezTo>
                      <a:pt x="0" y="245173"/>
                      <a:pt x="224218" y="0"/>
                      <a:pt x="551212" y="0"/>
                    </a:cubicBezTo>
                    <a:cubicBezTo>
                      <a:pt x="704183" y="0"/>
                      <a:pt x="825722" y="50292"/>
                      <a:pt x="917924" y="134112"/>
                    </a:cubicBezTo>
                    <a:cubicBezTo>
                      <a:pt x="1045750" y="251460"/>
                      <a:pt x="1108615" y="437959"/>
                      <a:pt x="1106519" y="655891"/>
                    </a:cubicBezTo>
                    <a:lnTo>
                      <a:pt x="335375" y="655891"/>
                    </a:lnTo>
                    <a:cubicBezTo>
                      <a:pt x="356330" y="800481"/>
                      <a:pt x="435959" y="890588"/>
                      <a:pt x="576358" y="890588"/>
                    </a:cubicBezTo>
                    <a:cubicBezTo>
                      <a:pt x="666464" y="890588"/>
                      <a:pt x="725138" y="850773"/>
                      <a:pt x="754475" y="783717"/>
                    </a:cubicBezTo>
                    <a:lnTo>
                      <a:pt x="1087660" y="783717"/>
                    </a:lnTo>
                    <a:cubicBezTo>
                      <a:pt x="1064609" y="880110"/>
                      <a:pt x="1001744" y="972312"/>
                      <a:pt x="907447" y="1037272"/>
                    </a:cubicBezTo>
                    <a:cubicBezTo>
                      <a:pt x="817340" y="1100138"/>
                      <a:pt x="708374" y="1135761"/>
                      <a:pt x="572167" y="1135761"/>
                    </a:cubicBezTo>
                    <a:cubicBezTo>
                      <a:pt x="217932" y="1135761"/>
                      <a:pt x="0" y="890588"/>
                      <a:pt x="0" y="565785"/>
                    </a:cubicBezTo>
                    <a:close/>
                    <a:moveTo>
                      <a:pt x="760666" y="452628"/>
                    </a:moveTo>
                    <a:cubicBezTo>
                      <a:pt x="748093" y="324802"/>
                      <a:pt x="668464" y="243078"/>
                      <a:pt x="557403" y="243078"/>
                    </a:cubicBezTo>
                    <a:cubicBezTo>
                      <a:pt x="427482" y="243078"/>
                      <a:pt x="360426" y="324802"/>
                      <a:pt x="337375" y="452628"/>
                    </a:cubicBezTo>
                    <a:lnTo>
                      <a:pt x="760666" y="452628"/>
                    </a:lnTo>
                    <a:close/>
                  </a:path>
                </a:pathLst>
              </a:custGeom>
              <a:solidFill>
                <a:srgbClr val="FFFFFF"/>
              </a:solidFill>
              <a:ln w="9525"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4F5FB6D-6802-0284-2C9E-D5EF5E899B7E}"/>
                  </a:ext>
                </a:extLst>
              </p:cNvPr>
              <p:cNvSpPr/>
              <p:nvPr/>
            </p:nvSpPr>
            <p:spPr>
              <a:xfrm>
                <a:off x="6755510" y="4600289"/>
                <a:ext cx="1056227" cy="1129569"/>
              </a:xfrm>
              <a:custGeom>
                <a:avLst/>
                <a:gdLst>
                  <a:gd name="connsiteX0" fmla="*/ 0 w 1056227"/>
                  <a:gd name="connsiteY0" fmla="*/ 802672 h 1129569"/>
                  <a:gd name="connsiteX1" fmla="*/ 410813 w 1056227"/>
                  <a:gd name="connsiteY1" fmla="*/ 465201 h 1129569"/>
                  <a:gd name="connsiteX2" fmla="*/ 683228 w 1056227"/>
                  <a:gd name="connsiteY2" fmla="*/ 345757 h 1129569"/>
                  <a:gd name="connsiteX3" fmla="*/ 536543 w 1056227"/>
                  <a:gd name="connsiteY3" fmla="*/ 230505 h 1129569"/>
                  <a:gd name="connsiteX4" fmla="*/ 362617 w 1056227"/>
                  <a:gd name="connsiteY4" fmla="*/ 368808 h 1129569"/>
                  <a:gd name="connsiteX5" fmla="*/ 48292 w 1056227"/>
                  <a:gd name="connsiteY5" fmla="*/ 368808 h 1129569"/>
                  <a:gd name="connsiteX6" fmla="*/ 534448 w 1056227"/>
                  <a:gd name="connsiteY6" fmla="*/ 0 h 1129569"/>
                  <a:gd name="connsiteX7" fmla="*/ 882301 w 1056227"/>
                  <a:gd name="connsiteY7" fmla="*/ 88011 h 1129569"/>
                  <a:gd name="connsiteX8" fmla="*/ 1018508 w 1056227"/>
                  <a:gd name="connsiteY8" fmla="*/ 393954 h 1129569"/>
                  <a:gd name="connsiteX9" fmla="*/ 1018508 w 1056227"/>
                  <a:gd name="connsiteY9" fmla="*/ 934688 h 1129569"/>
                  <a:gd name="connsiteX10" fmla="*/ 1056227 w 1056227"/>
                  <a:gd name="connsiteY10" fmla="*/ 1087660 h 1129569"/>
                  <a:gd name="connsiteX11" fmla="*/ 1056227 w 1056227"/>
                  <a:gd name="connsiteY11" fmla="*/ 1102328 h 1129569"/>
                  <a:gd name="connsiteX12" fmla="*/ 725138 w 1056227"/>
                  <a:gd name="connsiteY12" fmla="*/ 1102328 h 1129569"/>
                  <a:gd name="connsiteX13" fmla="*/ 689515 w 1056227"/>
                  <a:gd name="connsiteY13" fmla="*/ 982885 h 1129569"/>
                  <a:gd name="connsiteX14" fmla="*/ 685324 w 1056227"/>
                  <a:gd name="connsiteY14" fmla="*/ 982885 h 1129569"/>
                  <a:gd name="connsiteX15" fmla="*/ 366808 w 1056227"/>
                  <a:gd name="connsiteY15" fmla="*/ 1129570 h 1129569"/>
                  <a:gd name="connsiteX16" fmla="*/ 0 w 1056227"/>
                  <a:gd name="connsiteY16" fmla="*/ 802672 h 1129569"/>
                  <a:gd name="connsiteX17" fmla="*/ 691610 w 1056227"/>
                  <a:gd name="connsiteY17" fmla="*/ 718852 h 1129569"/>
                  <a:gd name="connsiteX18" fmla="*/ 691610 w 1056227"/>
                  <a:gd name="connsiteY18" fmla="*/ 591026 h 1129569"/>
                  <a:gd name="connsiteX19" fmla="*/ 515588 w 1056227"/>
                  <a:gd name="connsiteY19" fmla="*/ 647605 h 1129569"/>
                  <a:gd name="connsiteX20" fmla="*/ 329089 w 1056227"/>
                  <a:gd name="connsiteY20" fmla="*/ 792194 h 1129569"/>
                  <a:gd name="connsiteX21" fmla="*/ 475774 w 1056227"/>
                  <a:gd name="connsiteY21" fmla="*/ 911638 h 1129569"/>
                  <a:gd name="connsiteX22" fmla="*/ 691610 w 1056227"/>
                  <a:gd name="connsiteY22" fmla="*/ 718852 h 112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6227" h="1129569">
                    <a:moveTo>
                      <a:pt x="0" y="802672"/>
                    </a:moveTo>
                    <a:cubicBezTo>
                      <a:pt x="0" y="565880"/>
                      <a:pt x="188595" y="494633"/>
                      <a:pt x="410813" y="465201"/>
                    </a:cubicBezTo>
                    <a:cubicBezTo>
                      <a:pt x="611981" y="440055"/>
                      <a:pt x="683228" y="419100"/>
                      <a:pt x="683228" y="345757"/>
                    </a:cubicBezTo>
                    <a:cubicBezTo>
                      <a:pt x="683228" y="276606"/>
                      <a:pt x="639223" y="230505"/>
                      <a:pt x="536543" y="230505"/>
                    </a:cubicBezTo>
                    <a:cubicBezTo>
                      <a:pt x="427577" y="230505"/>
                      <a:pt x="373094" y="278702"/>
                      <a:pt x="362617" y="368808"/>
                    </a:cubicBezTo>
                    <a:lnTo>
                      <a:pt x="48292" y="368808"/>
                    </a:lnTo>
                    <a:cubicBezTo>
                      <a:pt x="56674" y="169736"/>
                      <a:pt x="209645" y="0"/>
                      <a:pt x="534448" y="0"/>
                    </a:cubicBezTo>
                    <a:cubicBezTo>
                      <a:pt x="695801" y="0"/>
                      <a:pt x="804767" y="29337"/>
                      <a:pt x="882301" y="88011"/>
                    </a:cubicBezTo>
                    <a:cubicBezTo>
                      <a:pt x="974503" y="155067"/>
                      <a:pt x="1018508" y="259842"/>
                      <a:pt x="1018508" y="393954"/>
                    </a:cubicBezTo>
                    <a:lnTo>
                      <a:pt x="1018508" y="934688"/>
                    </a:lnTo>
                    <a:cubicBezTo>
                      <a:pt x="1018508" y="1020604"/>
                      <a:pt x="1026890" y="1068800"/>
                      <a:pt x="1056227" y="1087660"/>
                    </a:cubicBezTo>
                    <a:lnTo>
                      <a:pt x="1056227" y="1102328"/>
                    </a:lnTo>
                    <a:lnTo>
                      <a:pt x="725138" y="1102328"/>
                    </a:lnTo>
                    <a:cubicBezTo>
                      <a:pt x="708374" y="1079278"/>
                      <a:pt x="697897" y="1037368"/>
                      <a:pt x="689515" y="982885"/>
                    </a:cubicBezTo>
                    <a:lnTo>
                      <a:pt x="685324" y="982885"/>
                    </a:lnTo>
                    <a:cubicBezTo>
                      <a:pt x="622459" y="1072991"/>
                      <a:pt x="528161" y="1129570"/>
                      <a:pt x="366808" y="1129570"/>
                    </a:cubicBezTo>
                    <a:cubicBezTo>
                      <a:pt x="152971" y="1129570"/>
                      <a:pt x="0" y="1014317"/>
                      <a:pt x="0" y="802672"/>
                    </a:cubicBezTo>
                    <a:close/>
                    <a:moveTo>
                      <a:pt x="691610" y="718852"/>
                    </a:moveTo>
                    <a:lnTo>
                      <a:pt x="691610" y="591026"/>
                    </a:lnTo>
                    <a:cubicBezTo>
                      <a:pt x="647605" y="614077"/>
                      <a:pt x="584740" y="630841"/>
                      <a:pt x="515588" y="647605"/>
                    </a:cubicBezTo>
                    <a:cubicBezTo>
                      <a:pt x="383572" y="676942"/>
                      <a:pt x="329089" y="710470"/>
                      <a:pt x="329089" y="792194"/>
                    </a:cubicBezTo>
                    <a:cubicBezTo>
                      <a:pt x="329089" y="878110"/>
                      <a:pt x="391954" y="911638"/>
                      <a:pt x="475774" y="911638"/>
                    </a:cubicBezTo>
                    <a:cubicBezTo>
                      <a:pt x="603504" y="911638"/>
                      <a:pt x="691610" y="834104"/>
                      <a:pt x="691610" y="718852"/>
                    </a:cubicBezTo>
                    <a:close/>
                  </a:path>
                </a:pathLst>
              </a:custGeom>
              <a:solidFill>
                <a:srgbClr val="FFFFFF"/>
              </a:solidFill>
              <a:ln w="95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AE922C9B-7F3B-3BA4-2C1F-3770E0767316}"/>
                  </a:ext>
                </a:extLst>
              </p:cNvPr>
              <p:cNvSpPr/>
              <p:nvPr/>
            </p:nvSpPr>
            <p:spPr>
              <a:xfrm>
                <a:off x="7826882" y="4204334"/>
                <a:ext cx="1116901" cy="1531810"/>
              </a:xfrm>
              <a:custGeom>
                <a:avLst/>
                <a:gdLst>
                  <a:gd name="connsiteX0" fmla="*/ 0 w 1116901"/>
                  <a:gd name="connsiteY0" fmla="*/ 961835 h 1531810"/>
                  <a:gd name="connsiteX1" fmla="*/ 469392 w 1116901"/>
                  <a:gd name="connsiteY1" fmla="*/ 393954 h 1531810"/>
                  <a:gd name="connsiteX2" fmla="*/ 769049 w 1116901"/>
                  <a:gd name="connsiteY2" fmla="*/ 546926 h 1531810"/>
                  <a:gd name="connsiteX3" fmla="*/ 775335 w 1116901"/>
                  <a:gd name="connsiteY3" fmla="*/ 546926 h 1531810"/>
                  <a:gd name="connsiteX4" fmla="*/ 775335 w 1116901"/>
                  <a:gd name="connsiteY4" fmla="*/ 0 h 1531810"/>
                  <a:gd name="connsiteX5" fmla="*/ 1116902 w 1116901"/>
                  <a:gd name="connsiteY5" fmla="*/ 0 h 1531810"/>
                  <a:gd name="connsiteX6" fmla="*/ 1116902 w 1116901"/>
                  <a:gd name="connsiteY6" fmla="*/ 1498283 h 1531810"/>
                  <a:gd name="connsiteX7" fmla="*/ 790004 w 1116901"/>
                  <a:gd name="connsiteY7" fmla="*/ 1498283 h 1531810"/>
                  <a:gd name="connsiteX8" fmla="*/ 790004 w 1116901"/>
                  <a:gd name="connsiteY8" fmla="*/ 1353693 h 1531810"/>
                  <a:gd name="connsiteX9" fmla="*/ 785813 w 1116901"/>
                  <a:gd name="connsiteY9" fmla="*/ 1353693 h 1531810"/>
                  <a:gd name="connsiteX10" fmla="*/ 469392 w 1116901"/>
                  <a:gd name="connsiteY10" fmla="*/ 1531810 h 1531810"/>
                  <a:gd name="connsiteX11" fmla="*/ 0 w 1116901"/>
                  <a:gd name="connsiteY11" fmla="*/ 961835 h 1531810"/>
                  <a:gd name="connsiteX12" fmla="*/ 783717 w 1116901"/>
                  <a:gd name="connsiteY12" fmla="*/ 961835 h 1531810"/>
                  <a:gd name="connsiteX13" fmla="*/ 561594 w 1116901"/>
                  <a:gd name="connsiteY13" fmla="*/ 651701 h 1531810"/>
                  <a:gd name="connsiteX14" fmla="*/ 345758 w 1116901"/>
                  <a:gd name="connsiteY14" fmla="*/ 957644 h 1531810"/>
                  <a:gd name="connsiteX15" fmla="*/ 557403 w 1116901"/>
                  <a:gd name="connsiteY15" fmla="*/ 1261491 h 1531810"/>
                  <a:gd name="connsiteX16" fmla="*/ 783717 w 1116901"/>
                  <a:gd name="connsiteY16" fmla="*/ 961835 h 153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6901" h="1531810">
                    <a:moveTo>
                      <a:pt x="0" y="961835"/>
                    </a:moveTo>
                    <a:cubicBezTo>
                      <a:pt x="0" y="626555"/>
                      <a:pt x="192786" y="393954"/>
                      <a:pt x="469392" y="393954"/>
                    </a:cubicBezTo>
                    <a:cubicBezTo>
                      <a:pt x="620269" y="393954"/>
                      <a:pt x="706184" y="456819"/>
                      <a:pt x="769049" y="546926"/>
                    </a:cubicBezTo>
                    <a:lnTo>
                      <a:pt x="775335" y="546926"/>
                    </a:lnTo>
                    <a:lnTo>
                      <a:pt x="775335" y="0"/>
                    </a:lnTo>
                    <a:lnTo>
                      <a:pt x="1116902" y="0"/>
                    </a:lnTo>
                    <a:lnTo>
                      <a:pt x="1116902" y="1498283"/>
                    </a:lnTo>
                    <a:lnTo>
                      <a:pt x="790004" y="1498283"/>
                    </a:lnTo>
                    <a:lnTo>
                      <a:pt x="790004" y="1353693"/>
                    </a:lnTo>
                    <a:lnTo>
                      <a:pt x="785813" y="1353693"/>
                    </a:lnTo>
                    <a:cubicBezTo>
                      <a:pt x="720853" y="1464755"/>
                      <a:pt x="609791" y="1531810"/>
                      <a:pt x="469392" y="1531810"/>
                    </a:cubicBezTo>
                    <a:cubicBezTo>
                      <a:pt x="194882" y="1531810"/>
                      <a:pt x="0" y="1320165"/>
                      <a:pt x="0" y="961835"/>
                    </a:cubicBezTo>
                    <a:close/>
                    <a:moveTo>
                      <a:pt x="783717" y="961835"/>
                    </a:moveTo>
                    <a:cubicBezTo>
                      <a:pt x="783717" y="781622"/>
                      <a:pt x="710375" y="651701"/>
                      <a:pt x="561594" y="651701"/>
                    </a:cubicBezTo>
                    <a:cubicBezTo>
                      <a:pt x="425387" y="651701"/>
                      <a:pt x="345758" y="777430"/>
                      <a:pt x="345758" y="957644"/>
                    </a:cubicBezTo>
                    <a:cubicBezTo>
                      <a:pt x="345758" y="1144143"/>
                      <a:pt x="425387" y="1261491"/>
                      <a:pt x="557403" y="1261491"/>
                    </a:cubicBezTo>
                    <a:cubicBezTo>
                      <a:pt x="699897" y="1261491"/>
                      <a:pt x="783717" y="1137856"/>
                      <a:pt x="783717" y="961835"/>
                    </a:cubicBezTo>
                    <a:close/>
                  </a:path>
                </a:pathLst>
              </a:custGeom>
              <a:solidFill>
                <a:srgbClr val="FFFFFF"/>
              </a:solidFill>
              <a:ln w="9525"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7B718ADD-E5C3-2F86-D7F7-70604DCF4429}"/>
                  </a:ext>
                </a:extLst>
              </p:cNvPr>
              <p:cNvSpPr/>
              <p:nvPr/>
            </p:nvSpPr>
            <p:spPr>
              <a:xfrm>
                <a:off x="9047226" y="5350573"/>
                <a:ext cx="358330" cy="352044"/>
              </a:xfrm>
              <a:custGeom>
                <a:avLst/>
                <a:gdLst>
                  <a:gd name="connsiteX0" fmla="*/ 0 w 358330"/>
                  <a:gd name="connsiteY0" fmla="*/ 0 h 352044"/>
                  <a:gd name="connsiteX1" fmla="*/ 358330 w 358330"/>
                  <a:gd name="connsiteY1" fmla="*/ 0 h 352044"/>
                  <a:gd name="connsiteX2" fmla="*/ 358330 w 358330"/>
                  <a:gd name="connsiteY2" fmla="*/ 352044 h 352044"/>
                  <a:gd name="connsiteX3" fmla="*/ 0 w 358330"/>
                  <a:gd name="connsiteY3" fmla="*/ 352044 h 352044"/>
                  <a:gd name="connsiteX4" fmla="*/ 0 w 358330"/>
                  <a:gd name="connsiteY4" fmla="*/ 0 h 352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330" h="352044">
                    <a:moveTo>
                      <a:pt x="0" y="0"/>
                    </a:moveTo>
                    <a:lnTo>
                      <a:pt x="358330" y="0"/>
                    </a:lnTo>
                    <a:lnTo>
                      <a:pt x="358330" y="352044"/>
                    </a:lnTo>
                    <a:lnTo>
                      <a:pt x="0" y="352044"/>
                    </a:lnTo>
                    <a:lnTo>
                      <a:pt x="0" y="0"/>
                    </a:lnTo>
                    <a:close/>
                  </a:path>
                </a:pathLst>
              </a:custGeom>
              <a:solidFill>
                <a:srgbClr val="FFFFFF"/>
              </a:solidFill>
              <a:ln w="9525" cap="flat">
                <a:noFill/>
                <a:prstDash val="solid"/>
                <a:miter/>
              </a:ln>
            </p:spPr>
            <p:txBody>
              <a:bodyPr rtlCol="0" anchor="ctr"/>
              <a:lstStyle/>
              <a:p>
                <a:endParaRPr lang="en-GB"/>
              </a:p>
            </p:txBody>
          </p:sp>
        </p:grpSp>
      </p:grpSp>
      <p:sp>
        <p:nvSpPr>
          <p:cNvPr id="3" name="Rectangle 2">
            <a:extLst>
              <a:ext uri="{FF2B5EF4-FFF2-40B4-BE49-F238E27FC236}">
                <a16:creationId xmlns:a16="http://schemas.microsoft.com/office/drawing/2014/main" id="{4112C770-9C9F-4A84-CF1D-63F32643A93F}"/>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F39ECCF7-9EC9-ADCC-8CD6-CEA00D44AB6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898468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image_full">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D74F4C3-42CC-4821-6AFC-4F4F3FA470C5}"/>
              </a:ext>
            </a:extLst>
          </p:cNvPr>
          <p:cNvSpPr>
            <a:spLocks noGrp="1"/>
          </p:cNvSpPr>
          <p:nvPr>
            <p:ph type="pic" sz="quarter" idx="34" hasCustomPrompt="1"/>
          </p:nvPr>
        </p:nvSpPr>
        <p:spPr>
          <a:xfrm>
            <a:off x="0" y="1"/>
            <a:ext cx="12204000" cy="6857999"/>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2" name="Text Placeholder 4">
            <a:extLst>
              <a:ext uri="{FF2B5EF4-FFF2-40B4-BE49-F238E27FC236}">
                <a16:creationId xmlns:a16="http://schemas.microsoft.com/office/drawing/2014/main" id="{C7EACDE9-A256-4443-2203-3563CF6A053F}"/>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052909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image_full">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D74F4C3-42CC-4821-6AFC-4F4F3FA470C5}"/>
              </a:ext>
            </a:extLst>
          </p:cNvPr>
          <p:cNvSpPr>
            <a:spLocks noGrp="1"/>
          </p:cNvSpPr>
          <p:nvPr>
            <p:ph type="pic" sz="quarter" idx="34" hasCustomPrompt="1"/>
          </p:nvPr>
        </p:nvSpPr>
        <p:spPr>
          <a:xfrm>
            <a:off x="0" y="1"/>
            <a:ext cx="12204000" cy="6857999"/>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2" name="Text Placeholder 4">
            <a:extLst>
              <a:ext uri="{FF2B5EF4-FFF2-40B4-BE49-F238E27FC236}">
                <a16:creationId xmlns:a16="http://schemas.microsoft.com/office/drawing/2014/main" id="{C7EACDE9-A256-4443-2203-3563CF6A053F}"/>
              </a:ext>
            </a:extLst>
          </p:cNvPr>
          <p:cNvSpPr>
            <a:spLocks noGrp="1"/>
          </p:cNvSpPr>
          <p:nvPr>
            <p:ph type="body" sz="quarter" idx="35"/>
          </p:nvPr>
        </p:nvSpPr>
        <p:spPr>
          <a:xfrm>
            <a:off x="0" y="0"/>
            <a:ext cx="12193200" cy="108000"/>
          </a:xfrm>
          <a:prstGeom prst="rect">
            <a:avLst/>
          </a:prstGeom>
          <a:solidFill>
            <a:schemeClr val="tx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2637115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divider">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632271" y="913067"/>
            <a:ext cx="4792662" cy="2108517"/>
          </a:xfrm>
          <a:prstGeom prst="rect">
            <a:avLst/>
          </a:prstGeom>
        </p:spPr>
        <p:txBody>
          <a:bodyPr lIns="0" tIns="0" rIns="0" bIns="0"/>
          <a:lstStyle>
            <a:lvl1pPr>
              <a:defRPr sz="4800"/>
            </a:lvl1pPr>
          </a:lstStyle>
          <a:p>
            <a:r>
              <a:rPr lang="en-US" dirty="0"/>
              <a:t>Divider Title Goes Here</a:t>
            </a:r>
            <a:endParaRPr lang="en-AU" dirty="0"/>
          </a:p>
        </p:txBody>
      </p:sp>
      <p:sp>
        <p:nvSpPr>
          <p:cNvPr id="8" name="Picture Placeholder 9">
            <a:extLst>
              <a:ext uri="{FF2B5EF4-FFF2-40B4-BE49-F238E27FC236}">
                <a16:creationId xmlns:a16="http://schemas.microsoft.com/office/drawing/2014/main" id="{C292EF45-852B-71C3-DB84-8F2737B18BBB}"/>
              </a:ext>
            </a:extLst>
          </p:cNvPr>
          <p:cNvSpPr>
            <a:spLocks noGrp="1"/>
          </p:cNvSpPr>
          <p:nvPr>
            <p:ph type="pic" sz="quarter" idx="43"/>
          </p:nvPr>
        </p:nvSpPr>
        <p:spPr>
          <a:xfrm>
            <a:off x="5436946" y="608013"/>
            <a:ext cx="5715262" cy="5715262"/>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5" name="Footer Placeholder 4">
            <a:extLst>
              <a:ext uri="{FF2B5EF4-FFF2-40B4-BE49-F238E27FC236}">
                <a16:creationId xmlns:a16="http://schemas.microsoft.com/office/drawing/2014/main" id="{678263BF-69A2-98D0-C809-8AF3568BBA4F}"/>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Rectangle 2">
            <a:extLst>
              <a:ext uri="{FF2B5EF4-FFF2-40B4-BE49-F238E27FC236}">
                <a16:creationId xmlns:a16="http://schemas.microsoft.com/office/drawing/2014/main" id="{79CD0BF0-2B3C-CC58-8B21-28F44D787412}"/>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3FA786E8-41C1-D8E5-EF53-537BD4B245B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203272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divi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7E1A8EA-2C3A-A51E-C804-3ABD34365DBF}"/>
              </a:ext>
            </a:extLst>
          </p:cNvPr>
          <p:cNvSpPr>
            <a:spLocks noGrp="1"/>
          </p:cNvSpPr>
          <p:nvPr>
            <p:ph type="pic" sz="quarter" idx="34" hasCustomPrompt="1"/>
          </p:nvPr>
        </p:nvSpPr>
        <p:spPr>
          <a:xfrm>
            <a:off x="0" y="1"/>
            <a:ext cx="12204000" cy="6858000"/>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632271" y="913067"/>
            <a:ext cx="4792662" cy="2108517"/>
          </a:xfrm>
          <a:prstGeom prst="rect">
            <a:avLst/>
          </a:prstGeom>
        </p:spPr>
        <p:txBody>
          <a:bodyPr lIns="0" tIns="0" rIns="0" bIns="0"/>
          <a:lstStyle>
            <a:lvl1pPr>
              <a:defRPr sz="4800">
                <a:solidFill>
                  <a:schemeClr val="bg1"/>
                </a:solidFill>
              </a:defRPr>
            </a:lvl1pPr>
          </a:lstStyle>
          <a:p>
            <a:r>
              <a:rPr lang="en-US" dirty="0"/>
              <a:t>Divider Title Goes Here</a:t>
            </a:r>
            <a:endParaRPr lang="en-AU" dirty="0"/>
          </a:p>
        </p:txBody>
      </p:sp>
      <p:sp>
        <p:nvSpPr>
          <p:cNvPr id="7" name="Footer Placeholder 4">
            <a:extLst>
              <a:ext uri="{FF2B5EF4-FFF2-40B4-BE49-F238E27FC236}">
                <a16:creationId xmlns:a16="http://schemas.microsoft.com/office/drawing/2014/main" id="{13AA11D2-13DB-85DA-5E79-14B6F0D02E2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5" name="logo_white">
            <a:extLst>
              <a:ext uri="{FF2B5EF4-FFF2-40B4-BE49-F238E27FC236}">
                <a16:creationId xmlns:a16="http://schemas.microsoft.com/office/drawing/2014/main" id="{22ABD44E-8539-524F-2739-D59EB320C506}"/>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3" name="Text Placeholder 4">
            <a:extLst>
              <a:ext uri="{FF2B5EF4-FFF2-40B4-BE49-F238E27FC236}">
                <a16:creationId xmlns:a16="http://schemas.microsoft.com/office/drawing/2014/main" id="{DCA5A1B9-AE7E-572C-25A9-788391473372}"/>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707218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divi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01CF415-FDE5-01A0-CAA1-AE9B5AAB2985}"/>
              </a:ext>
            </a:extLst>
          </p:cNvPr>
          <p:cNvSpPr>
            <a:spLocks noGrp="1"/>
          </p:cNvSpPr>
          <p:nvPr>
            <p:ph type="pic" sz="quarter" idx="34" hasCustomPrompt="1"/>
          </p:nvPr>
        </p:nvSpPr>
        <p:spPr>
          <a:xfrm>
            <a:off x="0" y="1"/>
            <a:ext cx="12204000" cy="6858000"/>
          </a:xfrm>
          <a:custGeom>
            <a:avLst/>
            <a:gdLst>
              <a:gd name="connsiteX0" fmla="*/ 0 w 12204000"/>
              <a:gd name="connsiteY0" fmla="*/ 0 h 6721201"/>
              <a:gd name="connsiteX1" fmla="*/ 12192000 w 12204000"/>
              <a:gd name="connsiteY1" fmla="*/ 0 h 6721201"/>
              <a:gd name="connsiteX2" fmla="*/ 12192000 w 12204000"/>
              <a:gd name="connsiteY2" fmla="*/ 51162 h 6721201"/>
              <a:gd name="connsiteX3" fmla="*/ 12194123 w 12204000"/>
              <a:gd name="connsiteY3" fmla="*/ 51162 h 6721201"/>
              <a:gd name="connsiteX4" fmla="*/ 12194123 w 12204000"/>
              <a:gd name="connsiteY4" fmla="*/ 4153272 h 6721201"/>
              <a:gd name="connsiteX5" fmla="*/ 12204000 w 12204000"/>
              <a:gd name="connsiteY5" fmla="*/ 4153272 h 6721201"/>
              <a:gd name="connsiteX6" fmla="*/ 12204000 w 12204000"/>
              <a:gd name="connsiteY6" fmla="*/ 6714732 h 6721201"/>
              <a:gd name="connsiteX7" fmla="*/ 12194123 w 12204000"/>
              <a:gd name="connsiteY7" fmla="*/ 6714732 h 6721201"/>
              <a:gd name="connsiteX8" fmla="*/ 12194123 w 12204000"/>
              <a:gd name="connsiteY8" fmla="*/ 6721201 h 6721201"/>
              <a:gd name="connsiteX9" fmla="*/ 0 w 12204000"/>
              <a:gd name="connsiteY9" fmla="*/ 6721201 h 6721201"/>
              <a:gd name="connsiteX10" fmla="*/ 0 w 12204000"/>
              <a:gd name="connsiteY10" fmla="*/ 471213 h 6721201"/>
              <a:gd name="connsiteX11" fmla="*/ 0 w 12204000"/>
              <a:gd name="connsiteY11" fmla="*/ 51162 h 672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04000" h="6721201">
                <a:moveTo>
                  <a:pt x="0" y="0"/>
                </a:moveTo>
                <a:lnTo>
                  <a:pt x="12192000" y="0"/>
                </a:lnTo>
                <a:lnTo>
                  <a:pt x="12192000" y="51162"/>
                </a:lnTo>
                <a:lnTo>
                  <a:pt x="12194123" y="51162"/>
                </a:lnTo>
                <a:lnTo>
                  <a:pt x="12194123" y="4153272"/>
                </a:lnTo>
                <a:lnTo>
                  <a:pt x="12204000" y="4153272"/>
                </a:lnTo>
                <a:lnTo>
                  <a:pt x="12204000" y="6714732"/>
                </a:lnTo>
                <a:lnTo>
                  <a:pt x="12194123" y="6714732"/>
                </a:lnTo>
                <a:lnTo>
                  <a:pt x="12194123" y="6721201"/>
                </a:lnTo>
                <a:lnTo>
                  <a:pt x="0" y="6721201"/>
                </a:lnTo>
                <a:lnTo>
                  <a:pt x="0" y="471213"/>
                </a:lnTo>
                <a:lnTo>
                  <a:pt x="0" y="51162"/>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8" name="Picture Placeholder 9">
            <a:extLst>
              <a:ext uri="{FF2B5EF4-FFF2-40B4-BE49-F238E27FC236}">
                <a16:creationId xmlns:a16="http://schemas.microsoft.com/office/drawing/2014/main" id="{C292EF45-852B-71C3-DB84-8F2737B18BBB}"/>
              </a:ext>
            </a:extLst>
          </p:cNvPr>
          <p:cNvSpPr>
            <a:spLocks noGrp="1"/>
          </p:cNvSpPr>
          <p:nvPr>
            <p:ph type="pic" sz="quarter" idx="43" hasCustomPrompt="1"/>
          </p:nvPr>
        </p:nvSpPr>
        <p:spPr>
          <a:xfrm>
            <a:off x="388447" y="571369"/>
            <a:ext cx="5715262" cy="5715262"/>
          </a:xfrm>
          <a:prstGeom prst="ellipse">
            <a:avLst/>
          </a:prstGeom>
          <a:solidFill>
            <a:schemeClr val="tx1"/>
          </a:solidFill>
        </p:spPr>
        <p:txBody>
          <a:bodyPr wrap="square" anchor="ctr" anchorCtr="1">
            <a:noAutofit/>
          </a:bodyPr>
          <a:lstStyle>
            <a:lvl1pPr>
              <a:defRPr/>
            </a:lvl1pPr>
          </a:lstStyle>
          <a:p>
            <a:r>
              <a:rPr lang="en-US" dirty="0"/>
              <a:t> </a:t>
            </a:r>
            <a:endParaRPr lang="en-AU" dirty="0"/>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Title 1">
            <a:extLst>
              <a:ext uri="{FF2B5EF4-FFF2-40B4-BE49-F238E27FC236}">
                <a16:creationId xmlns:a16="http://schemas.microsoft.com/office/drawing/2014/main" id="{F8326D0C-4F57-05DE-577E-12D6E4FC59EC}"/>
              </a:ext>
            </a:extLst>
          </p:cNvPr>
          <p:cNvSpPr>
            <a:spLocks noGrp="1"/>
          </p:cNvSpPr>
          <p:nvPr>
            <p:ph type="title" hasCustomPrompt="1"/>
          </p:nvPr>
        </p:nvSpPr>
        <p:spPr>
          <a:xfrm>
            <a:off x="849747" y="2374742"/>
            <a:ext cx="4792662" cy="2108517"/>
          </a:xfrm>
          <a:prstGeom prst="rect">
            <a:avLst/>
          </a:prstGeom>
        </p:spPr>
        <p:txBody>
          <a:bodyPr lIns="0" tIns="0" rIns="0" bIns="0" anchor="ctr" anchorCtr="0"/>
          <a:lstStyle>
            <a:lvl1pPr>
              <a:defRPr sz="4800">
                <a:solidFill>
                  <a:schemeClr val="bg1"/>
                </a:solidFill>
              </a:defRPr>
            </a:lvl1pPr>
          </a:lstStyle>
          <a:p>
            <a:r>
              <a:rPr lang="en-US" dirty="0"/>
              <a:t>Divider Title Goes Here</a:t>
            </a:r>
            <a:endParaRPr lang="en-AU" dirty="0"/>
          </a:p>
        </p:txBody>
      </p:sp>
      <p:sp>
        <p:nvSpPr>
          <p:cNvPr id="5" name="Footer Placeholder 4">
            <a:extLst>
              <a:ext uri="{FF2B5EF4-FFF2-40B4-BE49-F238E27FC236}">
                <a16:creationId xmlns:a16="http://schemas.microsoft.com/office/drawing/2014/main" id="{87C2B0AA-6AE3-9B93-FB19-1A990E52569A}"/>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9" name="logo_black">
            <a:extLst>
              <a:ext uri="{FF2B5EF4-FFF2-40B4-BE49-F238E27FC236}">
                <a16:creationId xmlns:a16="http://schemas.microsoft.com/office/drawing/2014/main" id="{E11F6675-14F6-F3AD-8736-FA2B33AC00C8}"/>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3" name="Text Placeholder 4">
            <a:extLst>
              <a:ext uri="{FF2B5EF4-FFF2-40B4-BE49-F238E27FC236}">
                <a16:creationId xmlns:a16="http://schemas.microsoft.com/office/drawing/2014/main" id="{DD8A3368-0129-20FB-FAE6-39367180DCCD}"/>
              </a:ext>
            </a:extLst>
          </p:cNvPr>
          <p:cNvSpPr>
            <a:spLocks noGrp="1"/>
          </p:cNvSpPr>
          <p:nvPr>
            <p:ph type="body" sz="quarter" idx="35"/>
          </p:nvPr>
        </p:nvSpPr>
        <p:spPr>
          <a:xfrm>
            <a:off x="0" y="0"/>
            <a:ext cx="12193200" cy="108000"/>
          </a:xfrm>
          <a:prstGeom prst="rect">
            <a:avLst/>
          </a:prstGeom>
          <a:solidFill>
            <a:schemeClr val="tx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25924943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agenda">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66BEDF-06D7-3E42-1D1D-848E59AC0CFD}"/>
              </a:ext>
            </a:extLst>
          </p:cNvPr>
          <p:cNvSpPr>
            <a:spLocks noGrp="1"/>
          </p:cNvSpPr>
          <p:nvPr>
            <p:ph type="title" hasCustomPrompt="1"/>
          </p:nvPr>
        </p:nvSpPr>
        <p:spPr>
          <a:xfrm>
            <a:off x="675638" y="1719000"/>
            <a:ext cx="3420000" cy="3420000"/>
          </a:xfrm>
          <a:prstGeom prst="ellipse">
            <a:avLst/>
          </a:prstGeom>
          <a:solidFill>
            <a:schemeClr val="tx1"/>
          </a:solidFill>
          <a:ln>
            <a:noFill/>
          </a:ln>
        </p:spPr>
        <p:txBody>
          <a:bodyPr wrap="none" lIns="0" tIns="0" rIns="0" bIns="0" anchor="ctr" anchorCtr="1"/>
          <a:lstStyle>
            <a:lvl1pPr>
              <a:defRPr sz="4800">
                <a:solidFill>
                  <a:schemeClr val="bg1"/>
                </a:solidFill>
              </a:defRPr>
            </a:lvl1pPr>
          </a:lstStyle>
          <a:p>
            <a:r>
              <a:rPr lang="en-US" dirty="0"/>
              <a:t>Your text </a:t>
            </a:r>
            <a:br>
              <a:rPr lang="en-US" dirty="0"/>
            </a:br>
            <a:r>
              <a:rPr lang="en-US" dirty="0"/>
              <a:t>here</a:t>
            </a:r>
            <a:endParaRPr lang="en-AU" dirty="0"/>
          </a:p>
        </p:txBody>
      </p:sp>
      <p:sp>
        <p:nvSpPr>
          <p:cNvPr id="4" name="Table Placeholder 3">
            <a:extLst>
              <a:ext uri="{FF2B5EF4-FFF2-40B4-BE49-F238E27FC236}">
                <a16:creationId xmlns:a16="http://schemas.microsoft.com/office/drawing/2014/main" id="{57557734-9EAF-6CA7-9B33-16D6323F44B4}"/>
              </a:ext>
            </a:extLst>
          </p:cNvPr>
          <p:cNvSpPr>
            <a:spLocks noGrp="1"/>
          </p:cNvSpPr>
          <p:nvPr>
            <p:ph type="tbl" sz="quarter" idx="14"/>
          </p:nvPr>
        </p:nvSpPr>
        <p:spPr>
          <a:xfrm>
            <a:off x="5049951" y="1558131"/>
            <a:ext cx="6092825" cy="3741738"/>
          </a:xfrm>
          <a:prstGeom prst="rect">
            <a:avLst/>
          </a:prstGeom>
        </p:spPr>
        <p:txBody>
          <a:bodyPr lIns="0" tIns="0" rIns="0" bIns="0"/>
          <a:lstStyle>
            <a:lvl1pPr marL="0" indent="0">
              <a:buNone/>
              <a:defRPr/>
            </a:lvl1pPr>
          </a:lstStyle>
          <a:p>
            <a:r>
              <a:rPr lang="en-US"/>
              <a:t>Click icon to add table</a:t>
            </a:r>
            <a:endParaRPr lang="en-GB" dirty="0"/>
          </a:p>
        </p:txBody>
      </p:sp>
      <p:sp>
        <p:nvSpPr>
          <p:cNvPr id="2" name="Rectangle 1">
            <a:extLst>
              <a:ext uri="{FF2B5EF4-FFF2-40B4-BE49-F238E27FC236}">
                <a16:creationId xmlns:a16="http://schemas.microsoft.com/office/drawing/2014/main" id="{EBF37B25-DFA7-A531-7A74-5B43DF104325}"/>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517C9F61-3893-EA2A-F9E2-E33D87AFDF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193916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a:p>
        </p:txBody>
      </p:sp>
      <p:sp>
        <p:nvSpPr>
          <p:cNvPr id="3" name="Footer Placeholder 4">
            <a:extLst>
              <a:ext uri="{FF2B5EF4-FFF2-40B4-BE49-F238E27FC236}">
                <a16:creationId xmlns:a16="http://schemas.microsoft.com/office/drawing/2014/main" id="{290DBB55-66DE-2469-744D-4FD91747388A}"/>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Text Placeholder 3">
            <a:extLst>
              <a:ext uri="{FF2B5EF4-FFF2-40B4-BE49-F238E27FC236}">
                <a16:creationId xmlns:a16="http://schemas.microsoft.com/office/drawing/2014/main" id="{5B9EADF1-8D8A-4579-4978-49E61D439018}"/>
              </a:ext>
            </a:extLst>
          </p:cNvPr>
          <p:cNvSpPr>
            <a:spLocks noGrp="1"/>
          </p:cNvSpPr>
          <p:nvPr>
            <p:ph type="body" sz="quarter" idx="15"/>
          </p:nvPr>
        </p:nvSpPr>
        <p:spPr>
          <a:xfrm>
            <a:off x="480575" y="1484784"/>
            <a:ext cx="1123200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4">
            <a:extLst>
              <a:ext uri="{FF2B5EF4-FFF2-40B4-BE49-F238E27FC236}">
                <a16:creationId xmlns:a16="http://schemas.microsoft.com/office/drawing/2014/main" id="{6467D5D2-E65B-758C-2B34-93C4417CE329}"/>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F19FEF49-0AD4-A803-7B53-7352466EB17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4036439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content_background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0D303CC-B431-CE9A-59A7-B762B46BCF95}"/>
              </a:ext>
            </a:extLst>
          </p:cNvPr>
          <p:cNvSpPr>
            <a:spLocks noGrp="1"/>
          </p:cNvSpPr>
          <p:nvPr>
            <p:ph type="pic" sz="quarter" idx="15"/>
          </p:nvPr>
        </p:nvSpPr>
        <p:spPr>
          <a:xfrm>
            <a:off x="0" y="0"/>
            <a:ext cx="12192000" cy="6858000"/>
          </a:xfrm>
          <a:prstGeom prst="rect">
            <a:avLst/>
          </a:prstGeom>
          <a:solidFill>
            <a:schemeClr val="tx1"/>
          </a:solidFill>
        </p:spPr>
        <p:txBody>
          <a:bodyPr/>
          <a:lstStyle>
            <a:lvl1pPr marL="0" indent="0">
              <a:buNone/>
              <a:defRPr/>
            </a:lvl1pPr>
          </a:lstStyle>
          <a:p>
            <a:r>
              <a:rPr lang="en-US"/>
              <a:t>Click icon to add picture</a:t>
            </a:r>
            <a:endParaRPr lang="en-GB"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a:p>
        </p:txBody>
      </p:sp>
      <p:sp>
        <p:nvSpPr>
          <p:cNvPr id="3" name="Footer Placeholder 4">
            <a:extLst>
              <a:ext uri="{FF2B5EF4-FFF2-40B4-BE49-F238E27FC236}">
                <a16:creationId xmlns:a16="http://schemas.microsoft.com/office/drawing/2014/main" id="{290DBB55-66DE-2469-744D-4FD91747388A}"/>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Text Placeholder 3">
            <a:extLst>
              <a:ext uri="{FF2B5EF4-FFF2-40B4-BE49-F238E27FC236}">
                <a16:creationId xmlns:a16="http://schemas.microsoft.com/office/drawing/2014/main" id="{00FD7897-FC6C-7BDC-28BB-5065F0091576}"/>
              </a:ext>
            </a:extLst>
          </p:cNvPr>
          <p:cNvSpPr>
            <a:spLocks noGrp="1"/>
          </p:cNvSpPr>
          <p:nvPr>
            <p:ph type="body" sz="quarter" idx="16"/>
          </p:nvPr>
        </p:nvSpPr>
        <p:spPr>
          <a:xfrm>
            <a:off x="480575" y="1484784"/>
            <a:ext cx="1123200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logo_white">
            <a:extLst>
              <a:ext uri="{FF2B5EF4-FFF2-40B4-BE49-F238E27FC236}">
                <a16:creationId xmlns:a16="http://schemas.microsoft.com/office/drawing/2014/main" id="{FF3DB9E0-D2B0-3421-54D0-39FD96CB42BD}"/>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Text Placeholder 4">
            <a:extLst>
              <a:ext uri="{FF2B5EF4-FFF2-40B4-BE49-F238E27FC236}">
                <a16:creationId xmlns:a16="http://schemas.microsoft.com/office/drawing/2014/main" id="{429DD484-EF4F-8CF8-83DA-18BCFC7556B0}"/>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42950472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content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3" name="Footer Placeholder 4">
            <a:extLst>
              <a:ext uri="{FF2B5EF4-FFF2-40B4-BE49-F238E27FC236}">
                <a16:creationId xmlns:a16="http://schemas.microsoft.com/office/drawing/2014/main" id="{290DBB55-66DE-2469-744D-4FD91747388A}"/>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4" name="Text Placeholder 3">
            <a:extLst>
              <a:ext uri="{FF2B5EF4-FFF2-40B4-BE49-F238E27FC236}">
                <a16:creationId xmlns:a16="http://schemas.microsoft.com/office/drawing/2014/main" id="{BB28BD2F-BF1C-149D-9B6B-39B559DB2CEB}"/>
              </a:ext>
            </a:extLst>
          </p:cNvPr>
          <p:cNvSpPr>
            <a:spLocks noGrp="1"/>
          </p:cNvSpPr>
          <p:nvPr>
            <p:ph type="body" sz="quarter" idx="15"/>
          </p:nvPr>
        </p:nvSpPr>
        <p:spPr>
          <a:xfrm>
            <a:off x="480575" y="1484784"/>
            <a:ext cx="1123200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Graphic 4">
            <a:extLst>
              <a:ext uri="{FF2B5EF4-FFF2-40B4-BE49-F238E27FC236}">
                <a16:creationId xmlns:a16="http://schemas.microsoft.com/office/drawing/2014/main" id="{81E6FB44-F873-5164-AE5C-459CB3BCD60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7" name="Rectangle 6">
            <a:extLst>
              <a:ext uri="{FF2B5EF4-FFF2-40B4-BE49-F238E27FC236}">
                <a16:creationId xmlns:a16="http://schemas.microsoft.com/office/drawing/2014/main" id="{DEF988E4-C6F1-7973-6C7B-2C09D94FCB62}"/>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809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content_subtitl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Text Placeholder 3">
            <a:extLst>
              <a:ext uri="{FF2B5EF4-FFF2-40B4-BE49-F238E27FC236}">
                <a16:creationId xmlns:a16="http://schemas.microsoft.com/office/drawing/2014/main" id="{2E71C29E-761B-F8C5-223C-7DEC377E03D5}"/>
              </a:ext>
            </a:extLst>
          </p:cNvPr>
          <p:cNvSpPr>
            <a:spLocks noGrp="1"/>
          </p:cNvSpPr>
          <p:nvPr>
            <p:ph type="body" sz="quarter" idx="15"/>
          </p:nvPr>
        </p:nvSpPr>
        <p:spPr>
          <a:xfrm>
            <a:off x="479425" y="2097087"/>
            <a:ext cx="11232000" cy="37944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Rectangle 3">
            <a:extLst>
              <a:ext uri="{FF2B5EF4-FFF2-40B4-BE49-F238E27FC236}">
                <a16:creationId xmlns:a16="http://schemas.microsoft.com/office/drawing/2014/main" id="{79FDAE4F-1849-A9F4-D799-9A877B089BBB}"/>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A868372-5447-7781-C313-BF3A85B8BF4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78397021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_subtitle_background imag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A048C2A7-7374-9748-43FF-E8F9195C34B9}"/>
              </a:ext>
            </a:extLst>
          </p:cNvPr>
          <p:cNvSpPr>
            <a:spLocks noGrp="1"/>
          </p:cNvSpPr>
          <p:nvPr>
            <p:ph type="pic" sz="quarter" idx="15"/>
          </p:nvPr>
        </p:nvSpPr>
        <p:spPr>
          <a:xfrm>
            <a:off x="0" y="0"/>
            <a:ext cx="12192000" cy="6858000"/>
          </a:xfrm>
          <a:prstGeom prst="rect">
            <a:avLst/>
          </a:prstGeom>
          <a:solidFill>
            <a:schemeClr val="tx1"/>
          </a:solidFill>
        </p:spPr>
        <p:txBody>
          <a:bodyPr/>
          <a:lstStyle>
            <a:lvl1pPr marL="0" indent="0">
              <a:buNone/>
              <a:defRPr/>
            </a:lvl1pPr>
          </a:lstStyle>
          <a:p>
            <a:r>
              <a:rPr lang="en-US"/>
              <a:t>Click icon to add picture</a:t>
            </a:r>
            <a:endParaRPr lang="en-GB"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ext Placeholder 3">
            <a:extLst>
              <a:ext uri="{FF2B5EF4-FFF2-40B4-BE49-F238E27FC236}">
                <a16:creationId xmlns:a16="http://schemas.microsoft.com/office/drawing/2014/main" id="{DB09B3A3-3D0B-6F1E-AF66-717AD93B9DB8}"/>
              </a:ext>
            </a:extLst>
          </p:cNvPr>
          <p:cNvSpPr>
            <a:spLocks noGrp="1"/>
          </p:cNvSpPr>
          <p:nvPr>
            <p:ph type="body" sz="quarter" idx="17"/>
          </p:nvPr>
        </p:nvSpPr>
        <p:spPr>
          <a:xfrm>
            <a:off x="479425" y="2097087"/>
            <a:ext cx="11232000" cy="37944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logo_white">
            <a:extLst>
              <a:ext uri="{FF2B5EF4-FFF2-40B4-BE49-F238E27FC236}">
                <a16:creationId xmlns:a16="http://schemas.microsoft.com/office/drawing/2014/main" id="{E3D2A758-D28D-E99A-9131-32E36635C50A}"/>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6" name="Text Placeholder 4">
            <a:extLst>
              <a:ext uri="{FF2B5EF4-FFF2-40B4-BE49-F238E27FC236}">
                <a16:creationId xmlns:a16="http://schemas.microsoft.com/office/drawing/2014/main" id="{598C59A4-CB5C-D1CD-5316-75507FF4C02F}"/>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1820146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ontent_subtitl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ysClr val="windowText" lastClr="000000"/>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ysClr val="windowText" lastClr="000000"/>
                </a:solidFill>
              </a:defRPr>
            </a:lvl1pPr>
          </a:lstStyle>
          <a:p>
            <a:r>
              <a:rPr lang="en-US"/>
              <a:t>|    Presentation footer</a:t>
            </a:r>
            <a:endParaRPr lang="en-AU" dirty="0"/>
          </a:p>
        </p:txBody>
      </p:sp>
      <p:sp>
        <p:nvSpPr>
          <p:cNvPr id="4" name="Text Placeholder 3">
            <a:extLst>
              <a:ext uri="{FF2B5EF4-FFF2-40B4-BE49-F238E27FC236}">
                <a16:creationId xmlns:a16="http://schemas.microsoft.com/office/drawing/2014/main" id="{4E7C0667-D7AA-ED07-F2A0-B2D4D54CB86D}"/>
              </a:ext>
            </a:extLst>
          </p:cNvPr>
          <p:cNvSpPr>
            <a:spLocks noGrp="1"/>
          </p:cNvSpPr>
          <p:nvPr>
            <p:ph type="body" sz="quarter" idx="15"/>
          </p:nvPr>
        </p:nvSpPr>
        <p:spPr>
          <a:xfrm>
            <a:off x="479425" y="2097087"/>
            <a:ext cx="11232000" cy="3794400"/>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Graphic 4">
            <a:extLst>
              <a:ext uri="{FF2B5EF4-FFF2-40B4-BE49-F238E27FC236}">
                <a16:creationId xmlns:a16="http://schemas.microsoft.com/office/drawing/2014/main" id="{1A623A1B-EADA-57B4-6157-8C5DE3F39D2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3" name="Rectangle 2">
            <a:extLst>
              <a:ext uri="{FF2B5EF4-FFF2-40B4-BE49-F238E27FC236}">
                <a16:creationId xmlns:a16="http://schemas.microsoft.com/office/drawing/2014/main" id="{AC7AFEFE-011D-E4CA-C894-13BDCECC1BCE}"/>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850700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content_3_colum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885465"/>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885465"/>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 name="Rectangle 2">
            <a:extLst>
              <a:ext uri="{FF2B5EF4-FFF2-40B4-BE49-F238E27FC236}">
                <a16:creationId xmlns:a16="http://schemas.microsoft.com/office/drawing/2014/main" id="{F1CC7861-AE2A-E219-C37F-81C1B31A3A26}"/>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AC98874E-EF4B-702D-F844-30FC36A23A7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65243349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content_3_colums_background imag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A048C2A7-7374-9748-43FF-E8F9195C34B9}"/>
              </a:ext>
            </a:extLst>
          </p:cNvPr>
          <p:cNvSpPr>
            <a:spLocks noGrp="1"/>
          </p:cNvSpPr>
          <p:nvPr>
            <p:ph type="pic" sz="quarter" idx="15"/>
          </p:nvPr>
        </p:nvSpPr>
        <p:spPr>
          <a:xfrm>
            <a:off x="0" y="0"/>
            <a:ext cx="12192000" cy="6858000"/>
          </a:xfrm>
          <a:prstGeom prst="rect">
            <a:avLst/>
          </a:prstGeom>
          <a:solidFill>
            <a:schemeClr val="tx1"/>
          </a:solidFill>
        </p:spPr>
        <p:txBody>
          <a:bodyPr/>
          <a:lstStyle>
            <a:lvl1pPr marL="0" indent="0">
              <a:buNone/>
              <a:defRPr/>
            </a:lvl1pPr>
          </a:lstStyle>
          <a:p>
            <a:r>
              <a:rPr lang="en-US"/>
              <a:t>Click icon to add picture</a:t>
            </a:r>
            <a:endParaRPr lang="en-GB"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885465"/>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885465"/>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4" name="logo_white">
            <a:extLst>
              <a:ext uri="{FF2B5EF4-FFF2-40B4-BE49-F238E27FC236}">
                <a16:creationId xmlns:a16="http://schemas.microsoft.com/office/drawing/2014/main" id="{1D7EE307-1486-AA9B-66F6-92753752BC00}"/>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5" name="Text Placeholder 4">
            <a:extLst>
              <a:ext uri="{FF2B5EF4-FFF2-40B4-BE49-F238E27FC236}">
                <a16:creationId xmlns:a16="http://schemas.microsoft.com/office/drawing/2014/main" id="{61E523EB-AC2C-D83F-DA0E-194AE3C3180E}"/>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61164630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_content_3_colums_colore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3600000" cy="762266"/>
          </a:xfrm>
          <a:prstGeom prst="rect">
            <a:avLst/>
          </a:prstGeom>
        </p:spPr>
        <p:txBody>
          <a:bodyPr lIns="0" tIns="0" rIns="0" bIns="0"/>
          <a:lstStyle>
            <a:lvl1pPr marL="0" indent="0">
              <a:buNone/>
              <a:defRPr sz="1800">
                <a:solidFill>
                  <a:schemeClr val="accent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885465"/>
            <a:ext cx="3600000" cy="762266"/>
          </a:xfrm>
          <a:prstGeom prst="rect">
            <a:avLst/>
          </a:prstGeom>
        </p:spPr>
        <p:txBody>
          <a:bodyPr lIns="0" tIns="0" rIns="0" bIns="0"/>
          <a:lstStyle>
            <a:lvl1pPr marL="0" indent="0">
              <a:buNone/>
              <a:defRPr>
                <a:solidFill>
                  <a:schemeClr val="accent3"/>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885465"/>
            <a:ext cx="3600000" cy="762266"/>
          </a:xfrm>
          <a:prstGeom prst="rect">
            <a:avLst/>
          </a:prstGeom>
        </p:spPr>
        <p:txBody>
          <a:bodyPr lIns="0" tIns="0" rIns="0" bIns="0"/>
          <a:lstStyle>
            <a:lvl1pPr marL="0" indent="0">
              <a:buNone/>
              <a:defRPr>
                <a:solidFill>
                  <a:schemeClr val="accent4"/>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2681286"/>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3677043"/>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 name="Rectangle 2">
            <a:extLst>
              <a:ext uri="{FF2B5EF4-FFF2-40B4-BE49-F238E27FC236}">
                <a16:creationId xmlns:a16="http://schemas.microsoft.com/office/drawing/2014/main" id="{F9AF2C09-B1E6-6579-F401-BB8E7946C8B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758AEDBF-0229-1E1F-C2E6-217271EA7CC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260459389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2_content_3_colums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ysClr val="windowText" lastClr="000000"/>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ysClr val="windowText" lastClr="000000"/>
                </a:solidFill>
              </a:defRPr>
            </a:lvl1pPr>
          </a:lstStyle>
          <a:p>
            <a:r>
              <a:rPr lang="en-US"/>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3600000" cy="762266"/>
          </a:xfrm>
          <a:prstGeom prst="rect">
            <a:avLst/>
          </a:prstGeom>
        </p:spPr>
        <p:txBody>
          <a:bodyPr lIns="0" tIns="0" rIns="0" bIns="0"/>
          <a:lstStyle>
            <a:lvl1pPr marL="0" indent="0">
              <a:buNone/>
              <a:defRPr sz="1800">
                <a:solidFill>
                  <a:schemeClr val="tx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885465"/>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885465"/>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2681286"/>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2681286"/>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3600000" cy="762266"/>
          </a:xfrm>
          <a:prstGeom prst="rect">
            <a:avLst/>
          </a:prstGeom>
        </p:spPr>
        <p:txBody>
          <a:bodyPr lIns="0" tIns="0" rIns="0" bIns="0"/>
          <a:lstStyle>
            <a:lvl1pPr marL="0" indent="0">
              <a:buNone/>
              <a:defRPr sz="1400">
                <a:solidFill>
                  <a:sysClr val="windowText" lastClr="000000"/>
                </a:solidFill>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3677043"/>
            <a:ext cx="3600000" cy="762266"/>
          </a:xfrm>
          <a:prstGeom prst="rect">
            <a:avLst/>
          </a:prstGeom>
        </p:spPr>
        <p:txBody>
          <a:bodyPr lIns="0" tIns="0" rIns="0" bIns="0"/>
          <a:lstStyle>
            <a:lvl1pPr marL="0" indent="0">
              <a:buNone/>
              <a:defRPr sz="1400">
                <a:solidFill>
                  <a:sysClr val="windowText" lastClr="000000"/>
                </a:solidFill>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3677043"/>
            <a:ext cx="3600000" cy="762266"/>
          </a:xfrm>
          <a:prstGeom prst="rect">
            <a:avLst/>
          </a:prstGeom>
        </p:spPr>
        <p:txBody>
          <a:bodyPr lIns="0" tIns="0" rIns="0" bIns="0"/>
          <a:lstStyle>
            <a:lvl1pPr marL="0" indent="0">
              <a:buNone/>
              <a:defRPr sz="1400">
                <a:solidFill>
                  <a:sysClr val="windowText" lastClr="000000"/>
                </a:solidFill>
                <a:latin typeface="+mn-lt"/>
              </a:defRPr>
            </a:lvl1pPr>
            <a:lvl2pPr marL="252000" indent="0">
              <a:buNone/>
              <a:defRPr/>
            </a:lvl2pPr>
          </a:lstStyle>
          <a:p>
            <a:pPr lvl="0"/>
            <a:r>
              <a:rPr lang="en-US" dirty="0"/>
              <a:t>Click to edit master text styles</a:t>
            </a:r>
          </a:p>
        </p:txBody>
      </p:sp>
      <p:pic>
        <p:nvPicPr>
          <p:cNvPr id="3" name="Graphic 2">
            <a:extLst>
              <a:ext uri="{FF2B5EF4-FFF2-40B4-BE49-F238E27FC236}">
                <a16:creationId xmlns:a16="http://schemas.microsoft.com/office/drawing/2014/main" id="{3C5EAF77-B79D-7F6F-7A77-94B5DB02B73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4" name="Rectangle 3">
            <a:extLst>
              <a:ext uri="{FF2B5EF4-FFF2-40B4-BE49-F238E27FC236}">
                <a16:creationId xmlns:a16="http://schemas.microsoft.com/office/drawing/2014/main" id="{113D58D7-AF9F-FECC-2320-A2640EB79DF0}"/>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672136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_content_4_colum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2592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3359808"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6240192"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3359808"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6240192"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3359808"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6240192"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3359808"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6240192"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 name="Text Placeholder 14">
            <a:extLst>
              <a:ext uri="{FF2B5EF4-FFF2-40B4-BE49-F238E27FC236}">
                <a16:creationId xmlns:a16="http://schemas.microsoft.com/office/drawing/2014/main" id="{72F5F7A9-5F77-7871-0BAB-8B4B4BF8087D}"/>
              </a:ext>
            </a:extLst>
          </p:cNvPr>
          <p:cNvSpPr>
            <a:spLocks noGrp="1"/>
          </p:cNvSpPr>
          <p:nvPr>
            <p:ph type="body" sz="quarter" idx="34" hasCustomPrompt="1"/>
          </p:nvPr>
        </p:nvSpPr>
        <p:spPr>
          <a:xfrm>
            <a:off x="9120575"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5" name="Content Placeholder 28">
            <a:extLst>
              <a:ext uri="{FF2B5EF4-FFF2-40B4-BE49-F238E27FC236}">
                <a16:creationId xmlns:a16="http://schemas.microsoft.com/office/drawing/2014/main" id="{A8B52CDD-34DA-5AD4-FE38-14D07AC41A48}"/>
              </a:ext>
            </a:extLst>
          </p:cNvPr>
          <p:cNvSpPr>
            <a:spLocks noGrp="1"/>
          </p:cNvSpPr>
          <p:nvPr>
            <p:ph sz="quarter" idx="35"/>
          </p:nvPr>
        </p:nvSpPr>
        <p:spPr>
          <a:xfrm>
            <a:off x="9120575"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6" name="Text Placeholder 14">
            <a:extLst>
              <a:ext uri="{FF2B5EF4-FFF2-40B4-BE49-F238E27FC236}">
                <a16:creationId xmlns:a16="http://schemas.microsoft.com/office/drawing/2014/main" id="{DF8E1975-8D0C-924D-57F2-A8E12A7FC5F3}"/>
              </a:ext>
            </a:extLst>
          </p:cNvPr>
          <p:cNvSpPr>
            <a:spLocks noGrp="1"/>
          </p:cNvSpPr>
          <p:nvPr>
            <p:ph type="body" sz="quarter" idx="36" hasCustomPrompt="1"/>
          </p:nvPr>
        </p:nvSpPr>
        <p:spPr>
          <a:xfrm>
            <a:off x="9120575"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A63F7A24-A446-54C0-FEF3-5ADEAF991A74}"/>
              </a:ext>
            </a:extLst>
          </p:cNvPr>
          <p:cNvSpPr>
            <a:spLocks noGrp="1"/>
          </p:cNvSpPr>
          <p:nvPr>
            <p:ph type="pic" sz="quarter" idx="37"/>
          </p:nvPr>
        </p:nvSpPr>
        <p:spPr>
          <a:xfrm>
            <a:off x="9120575"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4" name="Rectangle 3">
            <a:extLst>
              <a:ext uri="{FF2B5EF4-FFF2-40B4-BE49-F238E27FC236}">
                <a16:creationId xmlns:a16="http://schemas.microsoft.com/office/drawing/2014/main" id="{B9E3F9A8-5600-C032-2CCD-C8E41B67FAE6}"/>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a:extLst>
              <a:ext uri="{FF2B5EF4-FFF2-40B4-BE49-F238E27FC236}">
                <a16:creationId xmlns:a16="http://schemas.microsoft.com/office/drawing/2014/main" id="{0C800D81-031C-200B-2179-5BFC0C1C004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398347408"/>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_content_4_colums_background image">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3D6C930C-59CD-9843-C6D8-36A4D42CEEA5}"/>
              </a:ext>
            </a:extLst>
          </p:cNvPr>
          <p:cNvSpPr>
            <a:spLocks noGrp="1"/>
          </p:cNvSpPr>
          <p:nvPr>
            <p:ph type="pic" sz="quarter" idx="15"/>
          </p:nvPr>
        </p:nvSpPr>
        <p:spPr>
          <a:xfrm>
            <a:off x="0" y="0"/>
            <a:ext cx="12192000" cy="6858000"/>
          </a:xfrm>
          <a:prstGeom prst="rect">
            <a:avLst/>
          </a:prstGeom>
          <a:solidFill>
            <a:schemeClr val="tx1"/>
          </a:solidFill>
        </p:spPr>
        <p:txBody>
          <a:bodyPr/>
          <a:lstStyle>
            <a:lvl1pPr marL="0" indent="0">
              <a:buNone/>
              <a:defRPr/>
            </a:lvl1pPr>
          </a:lstStyle>
          <a:p>
            <a:r>
              <a:rPr lang="en-US"/>
              <a:t>Click icon to add picture</a:t>
            </a:r>
            <a:endParaRPr lang="en-GB"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2592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3359808"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6240192"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3359808"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6240192"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3359808"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6240192"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3359808"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6240192"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 name="Text Placeholder 14">
            <a:extLst>
              <a:ext uri="{FF2B5EF4-FFF2-40B4-BE49-F238E27FC236}">
                <a16:creationId xmlns:a16="http://schemas.microsoft.com/office/drawing/2014/main" id="{72F5F7A9-5F77-7871-0BAB-8B4B4BF8087D}"/>
              </a:ext>
            </a:extLst>
          </p:cNvPr>
          <p:cNvSpPr>
            <a:spLocks noGrp="1"/>
          </p:cNvSpPr>
          <p:nvPr>
            <p:ph type="body" sz="quarter" idx="34" hasCustomPrompt="1"/>
          </p:nvPr>
        </p:nvSpPr>
        <p:spPr>
          <a:xfrm>
            <a:off x="9120575" y="2885465"/>
            <a:ext cx="2592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5" name="Content Placeholder 28">
            <a:extLst>
              <a:ext uri="{FF2B5EF4-FFF2-40B4-BE49-F238E27FC236}">
                <a16:creationId xmlns:a16="http://schemas.microsoft.com/office/drawing/2014/main" id="{A8B52CDD-34DA-5AD4-FE38-14D07AC41A48}"/>
              </a:ext>
            </a:extLst>
          </p:cNvPr>
          <p:cNvSpPr>
            <a:spLocks noGrp="1"/>
          </p:cNvSpPr>
          <p:nvPr>
            <p:ph sz="quarter" idx="35"/>
          </p:nvPr>
        </p:nvSpPr>
        <p:spPr>
          <a:xfrm>
            <a:off x="9120575"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6" name="Text Placeholder 14">
            <a:extLst>
              <a:ext uri="{FF2B5EF4-FFF2-40B4-BE49-F238E27FC236}">
                <a16:creationId xmlns:a16="http://schemas.microsoft.com/office/drawing/2014/main" id="{DF8E1975-8D0C-924D-57F2-A8E12A7FC5F3}"/>
              </a:ext>
            </a:extLst>
          </p:cNvPr>
          <p:cNvSpPr>
            <a:spLocks noGrp="1"/>
          </p:cNvSpPr>
          <p:nvPr>
            <p:ph type="body" sz="quarter" idx="36" hasCustomPrompt="1"/>
          </p:nvPr>
        </p:nvSpPr>
        <p:spPr>
          <a:xfrm>
            <a:off x="9120575"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A63F7A24-A446-54C0-FEF3-5ADEAF991A74}"/>
              </a:ext>
            </a:extLst>
          </p:cNvPr>
          <p:cNvSpPr>
            <a:spLocks noGrp="1"/>
          </p:cNvSpPr>
          <p:nvPr>
            <p:ph type="pic" sz="quarter" idx="37"/>
          </p:nvPr>
        </p:nvSpPr>
        <p:spPr>
          <a:xfrm>
            <a:off x="9120575"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4" name="logo_white">
            <a:extLst>
              <a:ext uri="{FF2B5EF4-FFF2-40B4-BE49-F238E27FC236}">
                <a16:creationId xmlns:a16="http://schemas.microsoft.com/office/drawing/2014/main" id="{9BE797D2-C9E9-8C27-C628-0255E0842711}"/>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12" name="Text Placeholder 4">
            <a:extLst>
              <a:ext uri="{FF2B5EF4-FFF2-40B4-BE49-F238E27FC236}">
                <a16:creationId xmlns:a16="http://schemas.microsoft.com/office/drawing/2014/main" id="{E2E2E8FD-B9CB-3E4C-DFCB-24052DAB80C5}"/>
              </a:ext>
            </a:extLst>
          </p:cNvPr>
          <p:cNvSpPr>
            <a:spLocks noGrp="1"/>
          </p:cNvSpPr>
          <p:nvPr>
            <p:ph type="body" sz="quarter" idx="4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161330202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_content_4_colums_colore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2592000" cy="762266"/>
          </a:xfrm>
          <a:prstGeom prst="rect">
            <a:avLst/>
          </a:prstGeom>
        </p:spPr>
        <p:txBody>
          <a:bodyPr lIns="0" tIns="0" rIns="0" bIns="0"/>
          <a:lstStyle>
            <a:lvl1pPr marL="0" indent="0">
              <a:buNone/>
              <a:defRPr sz="1800">
                <a:solidFill>
                  <a:schemeClr val="accent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3359808" y="2885465"/>
            <a:ext cx="2592000" cy="762266"/>
          </a:xfrm>
          <a:prstGeom prst="rect">
            <a:avLst/>
          </a:prstGeom>
        </p:spPr>
        <p:txBody>
          <a:bodyPr lIns="0" tIns="0" rIns="0" bIns="0"/>
          <a:lstStyle>
            <a:lvl1pPr marL="0" indent="0">
              <a:buNone/>
              <a:defRPr>
                <a:solidFill>
                  <a:schemeClr val="accent3"/>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6240192" y="2885465"/>
            <a:ext cx="2592000" cy="762266"/>
          </a:xfrm>
          <a:prstGeom prst="rect">
            <a:avLst/>
          </a:prstGeom>
        </p:spPr>
        <p:txBody>
          <a:bodyPr lIns="0" tIns="0" rIns="0" bIns="0"/>
          <a:lstStyle>
            <a:lvl1pPr marL="0" indent="0">
              <a:buNone/>
              <a:defRPr>
                <a:solidFill>
                  <a:schemeClr val="accent4"/>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3359808"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6240192"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3359808"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6240192"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3359808"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6240192"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3" name="Text Placeholder 14">
            <a:extLst>
              <a:ext uri="{FF2B5EF4-FFF2-40B4-BE49-F238E27FC236}">
                <a16:creationId xmlns:a16="http://schemas.microsoft.com/office/drawing/2014/main" id="{72F5F7A9-5F77-7871-0BAB-8B4B4BF8087D}"/>
              </a:ext>
            </a:extLst>
          </p:cNvPr>
          <p:cNvSpPr>
            <a:spLocks noGrp="1"/>
          </p:cNvSpPr>
          <p:nvPr>
            <p:ph type="body" sz="quarter" idx="34" hasCustomPrompt="1"/>
          </p:nvPr>
        </p:nvSpPr>
        <p:spPr>
          <a:xfrm>
            <a:off x="9120575" y="2885465"/>
            <a:ext cx="2592000" cy="762266"/>
          </a:xfrm>
          <a:prstGeom prst="rect">
            <a:avLst/>
          </a:prstGeom>
        </p:spPr>
        <p:txBody>
          <a:bodyPr lIns="0" tIns="0" rIns="0" bIns="0"/>
          <a:lstStyle>
            <a:lvl1pPr marL="0" indent="0">
              <a:buNone/>
              <a:defRPr>
                <a:solidFill>
                  <a:schemeClr val="accent6"/>
                </a:solidFill>
                <a:latin typeface="+mj-lt"/>
              </a:defRPr>
            </a:lvl1pPr>
            <a:lvl2pPr marL="252000" indent="0">
              <a:buNone/>
              <a:defRPr/>
            </a:lvl2pPr>
          </a:lstStyle>
          <a:p>
            <a:pPr lvl="0"/>
            <a:r>
              <a:rPr lang="en-US" dirty="0"/>
              <a:t>Click to edit master text styles over two lines</a:t>
            </a:r>
          </a:p>
        </p:txBody>
      </p:sp>
      <p:sp>
        <p:nvSpPr>
          <p:cNvPr id="5" name="Content Placeholder 28">
            <a:extLst>
              <a:ext uri="{FF2B5EF4-FFF2-40B4-BE49-F238E27FC236}">
                <a16:creationId xmlns:a16="http://schemas.microsoft.com/office/drawing/2014/main" id="{A8B52CDD-34DA-5AD4-FE38-14D07AC41A48}"/>
              </a:ext>
            </a:extLst>
          </p:cNvPr>
          <p:cNvSpPr>
            <a:spLocks noGrp="1"/>
          </p:cNvSpPr>
          <p:nvPr>
            <p:ph sz="quarter" idx="35"/>
          </p:nvPr>
        </p:nvSpPr>
        <p:spPr>
          <a:xfrm>
            <a:off x="9120575" y="2681286"/>
            <a:ext cx="2592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6" name="Text Placeholder 14">
            <a:extLst>
              <a:ext uri="{FF2B5EF4-FFF2-40B4-BE49-F238E27FC236}">
                <a16:creationId xmlns:a16="http://schemas.microsoft.com/office/drawing/2014/main" id="{DF8E1975-8D0C-924D-57F2-A8E12A7FC5F3}"/>
              </a:ext>
            </a:extLst>
          </p:cNvPr>
          <p:cNvSpPr>
            <a:spLocks noGrp="1"/>
          </p:cNvSpPr>
          <p:nvPr>
            <p:ph type="body" sz="quarter" idx="36" hasCustomPrompt="1"/>
          </p:nvPr>
        </p:nvSpPr>
        <p:spPr>
          <a:xfrm>
            <a:off x="9120575" y="3677043"/>
            <a:ext cx="2592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A63F7A24-A446-54C0-FEF3-5ADEAF991A74}"/>
              </a:ext>
            </a:extLst>
          </p:cNvPr>
          <p:cNvSpPr>
            <a:spLocks noGrp="1"/>
          </p:cNvSpPr>
          <p:nvPr>
            <p:ph type="pic" sz="quarter" idx="37"/>
          </p:nvPr>
        </p:nvSpPr>
        <p:spPr>
          <a:xfrm>
            <a:off x="9120575"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4" name="Rectangle 3">
            <a:extLst>
              <a:ext uri="{FF2B5EF4-FFF2-40B4-BE49-F238E27FC236}">
                <a16:creationId xmlns:a16="http://schemas.microsoft.com/office/drawing/2014/main" id="{3B75A0B5-6177-53DF-3187-2A2FB8EF50CE}"/>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a:extLst>
              <a:ext uri="{FF2B5EF4-FFF2-40B4-BE49-F238E27FC236}">
                <a16:creationId xmlns:a16="http://schemas.microsoft.com/office/drawing/2014/main" id="{4CDE98F6-8057-DE0F-8471-6C3804614E0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875414491"/>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content_4_colums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885465"/>
            <a:ext cx="2592000" cy="762266"/>
          </a:xfrm>
          <a:prstGeom prst="rect">
            <a:avLst/>
          </a:prstGeom>
        </p:spPr>
        <p:txBody>
          <a:bodyPr lIns="0" tIns="0" rIns="0" bIns="0"/>
          <a:lstStyle>
            <a:lvl1pPr marL="0" indent="0">
              <a:buNone/>
              <a:defRPr sz="1800">
                <a:solidFill>
                  <a:schemeClr val="tx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3359808" y="2885465"/>
            <a:ext cx="2592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6240192" y="2885465"/>
            <a:ext cx="2592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3359808"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6240192" y="2117108"/>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681286"/>
            <a:ext cx="2592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3359808" y="2681286"/>
            <a:ext cx="2592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6240192" y="2681286"/>
            <a:ext cx="2592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3677043"/>
            <a:ext cx="2592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 over two lines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3359808" y="3677043"/>
            <a:ext cx="2592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 over two lines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6240192" y="3677043"/>
            <a:ext cx="2592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 over two lines</a:t>
            </a:r>
          </a:p>
        </p:txBody>
      </p:sp>
      <p:sp>
        <p:nvSpPr>
          <p:cNvPr id="3" name="Text Placeholder 14">
            <a:extLst>
              <a:ext uri="{FF2B5EF4-FFF2-40B4-BE49-F238E27FC236}">
                <a16:creationId xmlns:a16="http://schemas.microsoft.com/office/drawing/2014/main" id="{72F5F7A9-5F77-7871-0BAB-8B4B4BF8087D}"/>
              </a:ext>
            </a:extLst>
          </p:cNvPr>
          <p:cNvSpPr>
            <a:spLocks noGrp="1"/>
          </p:cNvSpPr>
          <p:nvPr>
            <p:ph type="body" sz="quarter" idx="34" hasCustomPrompt="1"/>
          </p:nvPr>
        </p:nvSpPr>
        <p:spPr>
          <a:xfrm>
            <a:off x="9120575" y="2885465"/>
            <a:ext cx="2592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5" name="Content Placeholder 28">
            <a:extLst>
              <a:ext uri="{FF2B5EF4-FFF2-40B4-BE49-F238E27FC236}">
                <a16:creationId xmlns:a16="http://schemas.microsoft.com/office/drawing/2014/main" id="{A8B52CDD-34DA-5AD4-FE38-14D07AC41A48}"/>
              </a:ext>
            </a:extLst>
          </p:cNvPr>
          <p:cNvSpPr>
            <a:spLocks noGrp="1"/>
          </p:cNvSpPr>
          <p:nvPr>
            <p:ph sz="quarter" idx="35"/>
          </p:nvPr>
        </p:nvSpPr>
        <p:spPr>
          <a:xfrm>
            <a:off x="9120575" y="2681286"/>
            <a:ext cx="2592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6" name="Text Placeholder 14">
            <a:extLst>
              <a:ext uri="{FF2B5EF4-FFF2-40B4-BE49-F238E27FC236}">
                <a16:creationId xmlns:a16="http://schemas.microsoft.com/office/drawing/2014/main" id="{DF8E1975-8D0C-924D-57F2-A8E12A7FC5F3}"/>
              </a:ext>
            </a:extLst>
          </p:cNvPr>
          <p:cNvSpPr>
            <a:spLocks noGrp="1"/>
          </p:cNvSpPr>
          <p:nvPr>
            <p:ph type="body" sz="quarter" idx="36" hasCustomPrompt="1"/>
          </p:nvPr>
        </p:nvSpPr>
        <p:spPr>
          <a:xfrm>
            <a:off x="9120575" y="3677043"/>
            <a:ext cx="2592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A63F7A24-A446-54C0-FEF3-5ADEAF991A74}"/>
              </a:ext>
            </a:extLst>
          </p:cNvPr>
          <p:cNvSpPr>
            <a:spLocks noGrp="1"/>
          </p:cNvSpPr>
          <p:nvPr>
            <p:ph type="pic" sz="quarter" idx="37"/>
          </p:nvPr>
        </p:nvSpPr>
        <p:spPr>
          <a:xfrm>
            <a:off x="9120575" y="2117108"/>
            <a:ext cx="360000" cy="360000"/>
          </a:xfrm>
          <a:prstGeom prst="rect">
            <a:avLst/>
          </a:prstGeom>
        </p:spPr>
        <p:txBody>
          <a:bodyPr/>
          <a:lstStyle>
            <a:lvl1pPr marL="0" indent="0">
              <a:buNone/>
              <a:defRPr>
                <a:noFill/>
              </a:defRPr>
            </a:lvl1pPr>
          </a:lstStyle>
          <a:p>
            <a:r>
              <a:rPr lang="en-US"/>
              <a:t>Click icon to add picture</a:t>
            </a:r>
            <a:endParaRPr lang="en-GB" dirty="0"/>
          </a:p>
        </p:txBody>
      </p:sp>
      <p:pic>
        <p:nvPicPr>
          <p:cNvPr id="11" name="Graphic 10">
            <a:extLst>
              <a:ext uri="{FF2B5EF4-FFF2-40B4-BE49-F238E27FC236}">
                <a16:creationId xmlns:a16="http://schemas.microsoft.com/office/drawing/2014/main" id="{EBDE02BE-B2ED-B3B6-A7DF-E62A010DA3E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4" name="Rectangle 3">
            <a:extLst>
              <a:ext uri="{FF2B5EF4-FFF2-40B4-BE49-F238E27FC236}">
                <a16:creationId xmlns:a16="http://schemas.microsoft.com/office/drawing/2014/main" id="{F1119D88-B920-22B2-0AA7-8188A26A9F0D}"/>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09513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4_content_6_colum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018237"/>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01823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01823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 name="Text Placeholder 14">
            <a:extLst>
              <a:ext uri="{FF2B5EF4-FFF2-40B4-BE49-F238E27FC236}">
                <a16:creationId xmlns:a16="http://schemas.microsoft.com/office/drawing/2014/main" id="{D684247A-543C-7484-33BE-7AC32B458A7B}"/>
              </a:ext>
            </a:extLst>
          </p:cNvPr>
          <p:cNvSpPr>
            <a:spLocks noGrp="1"/>
          </p:cNvSpPr>
          <p:nvPr>
            <p:ph type="body" sz="quarter" idx="34" hasCustomPrompt="1"/>
          </p:nvPr>
        </p:nvSpPr>
        <p:spPr>
          <a:xfrm>
            <a:off x="479424" y="4359227"/>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5" name="Text Placeholder 14">
            <a:extLst>
              <a:ext uri="{FF2B5EF4-FFF2-40B4-BE49-F238E27FC236}">
                <a16:creationId xmlns:a16="http://schemas.microsoft.com/office/drawing/2014/main" id="{8D153C37-A886-01D9-B197-B30E0FB81E09}"/>
              </a:ext>
            </a:extLst>
          </p:cNvPr>
          <p:cNvSpPr>
            <a:spLocks noGrp="1"/>
          </p:cNvSpPr>
          <p:nvPr>
            <p:ph type="body" sz="quarter" idx="35" hasCustomPrompt="1"/>
          </p:nvPr>
        </p:nvSpPr>
        <p:spPr>
          <a:xfrm>
            <a:off x="4295999" y="435922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6" name="Text Placeholder 14">
            <a:extLst>
              <a:ext uri="{FF2B5EF4-FFF2-40B4-BE49-F238E27FC236}">
                <a16:creationId xmlns:a16="http://schemas.microsoft.com/office/drawing/2014/main" id="{B6ED339A-4C3F-CB2F-0FC3-86E335BD2A27}"/>
              </a:ext>
            </a:extLst>
          </p:cNvPr>
          <p:cNvSpPr>
            <a:spLocks noGrp="1"/>
          </p:cNvSpPr>
          <p:nvPr>
            <p:ph type="body" sz="quarter" idx="36" hasCustomPrompt="1"/>
          </p:nvPr>
        </p:nvSpPr>
        <p:spPr>
          <a:xfrm>
            <a:off x="8112575" y="435922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2FAB7B98-CD18-5A37-EF3C-EF1073FE1CE6}"/>
              </a:ext>
            </a:extLst>
          </p:cNvPr>
          <p:cNvSpPr>
            <a:spLocks noGrp="1"/>
          </p:cNvSpPr>
          <p:nvPr>
            <p:ph type="pic" sz="quarter" idx="37"/>
          </p:nvPr>
        </p:nvSpPr>
        <p:spPr>
          <a:xfrm>
            <a:off x="48038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1" name="Picture Placeholder 18">
            <a:extLst>
              <a:ext uri="{FF2B5EF4-FFF2-40B4-BE49-F238E27FC236}">
                <a16:creationId xmlns:a16="http://schemas.microsoft.com/office/drawing/2014/main" id="{0997FAD5-C456-F598-34F0-83D2E679DDB6}"/>
              </a:ext>
            </a:extLst>
          </p:cNvPr>
          <p:cNvSpPr>
            <a:spLocks noGrp="1"/>
          </p:cNvSpPr>
          <p:nvPr>
            <p:ph type="pic" sz="quarter" idx="38"/>
          </p:nvPr>
        </p:nvSpPr>
        <p:spPr>
          <a:xfrm>
            <a:off x="429599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2" name="Picture Placeholder 18">
            <a:extLst>
              <a:ext uri="{FF2B5EF4-FFF2-40B4-BE49-F238E27FC236}">
                <a16:creationId xmlns:a16="http://schemas.microsoft.com/office/drawing/2014/main" id="{03949915-1651-39CF-8CEE-A76CA82C73E0}"/>
              </a:ext>
            </a:extLst>
          </p:cNvPr>
          <p:cNvSpPr>
            <a:spLocks noGrp="1"/>
          </p:cNvSpPr>
          <p:nvPr>
            <p:ph type="pic" sz="quarter" idx="39"/>
          </p:nvPr>
        </p:nvSpPr>
        <p:spPr>
          <a:xfrm>
            <a:off x="811160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3" name="Content Placeholder 28">
            <a:extLst>
              <a:ext uri="{FF2B5EF4-FFF2-40B4-BE49-F238E27FC236}">
                <a16:creationId xmlns:a16="http://schemas.microsoft.com/office/drawing/2014/main" id="{E4B853BA-A9A2-A4DC-EA66-2A9B2667FE69}"/>
              </a:ext>
            </a:extLst>
          </p:cNvPr>
          <p:cNvSpPr>
            <a:spLocks noGrp="1"/>
          </p:cNvSpPr>
          <p:nvPr>
            <p:ph sz="quarter" idx="40"/>
          </p:nvPr>
        </p:nvSpPr>
        <p:spPr>
          <a:xfrm>
            <a:off x="479424"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4" name="Content Placeholder 28">
            <a:extLst>
              <a:ext uri="{FF2B5EF4-FFF2-40B4-BE49-F238E27FC236}">
                <a16:creationId xmlns:a16="http://schemas.microsoft.com/office/drawing/2014/main" id="{9F1FC562-AE7F-D81F-1B25-21E5389C187C}"/>
              </a:ext>
            </a:extLst>
          </p:cNvPr>
          <p:cNvSpPr>
            <a:spLocks noGrp="1"/>
          </p:cNvSpPr>
          <p:nvPr>
            <p:ph sz="quarter" idx="41"/>
          </p:nvPr>
        </p:nvSpPr>
        <p:spPr>
          <a:xfrm>
            <a:off x="4295999"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EE353D80-D77C-95B7-374F-66E95FEDED91}"/>
              </a:ext>
            </a:extLst>
          </p:cNvPr>
          <p:cNvSpPr>
            <a:spLocks noGrp="1"/>
          </p:cNvSpPr>
          <p:nvPr>
            <p:ph sz="quarter" idx="42"/>
          </p:nvPr>
        </p:nvSpPr>
        <p:spPr>
          <a:xfrm>
            <a:off x="8112575"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4">
            <a:extLst>
              <a:ext uri="{FF2B5EF4-FFF2-40B4-BE49-F238E27FC236}">
                <a16:creationId xmlns:a16="http://schemas.microsoft.com/office/drawing/2014/main" id="{0E68ADCB-7B65-3D9C-B27A-9151487F63F1}"/>
              </a:ext>
            </a:extLst>
          </p:cNvPr>
          <p:cNvSpPr>
            <a:spLocks noGrp="1"/>
          </p:cNvSpPr>
          <p:nvPr>
            <p:ph type="body" sz="quarter" idx="43" hasCustomPrompt="1"/>
          </p:nvPr>
        </p:nvSpPr>
        <p:spPr>
          <a:xfrm>
            <a:off x="479424"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2" name="Text Placeholder 14">
            <a:extLst>
              <a:ext uri="{FF2B5EF4-FFF2-40B4-BE49-F238E27FC236}">
                <a16:creationId xmlns:a16="http://schemas.microsoft.com/office/drawing/2014/main" id="{C4040692-32B9-6386-6CFF-F4B17BABF768}"/>
              </a:ext>
            </a:extLst>
          </p:cNvPr>
          <p:cNvSpPr>
            <a:spLocks noGrp="1"/>
          </p:cNvSpPr>
          <p:nvPr>
            <p:ph type="body" sz="quarter" idx="44" hasCustomPrompt="1"/>
          </p:nvPr>
        </p:nvSpPr>
        <p:spPr>
          <a:xfrm>
            <a:off x="4295999"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4" name="Text Placeholder 14">
            <a:extLst>
              <a:ext uri="{FF2B5EF4-FFF2-40B4-BE49-F238E27FC236}">
                <a16:creationId xmlns:a16="http://schemas.microsoft.com/office/drawing/2014/main" id="{F5152067-B44A-0A94-46AB-7FE3EDC18583}"/>
              </a:ext>
            </a:extLst>
          </p:cNvPr>
          <p:cNvSpPr>
            <a:spLocks noGrp="1"/>
          </p:cNvSpPr>
          <p:nvPr>
            <p:ph type="body" sz="quarter" idx="45" hasCustomPrompt="1"/>
          </p:nvPr>
        </p:nvSpPr>
        <p:spPr>
          <a:xfrm>
            <a:off x="8112575"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4" name="Rectangle 3">
            <a:extLst>
              <a:ext uri="{FF2B5EF4-FFF2-40B4-BE49-F238E27FC236}">
                <a16:creationId xmlns:a16="http://schemas.microsoft.com/office/drawing/2014/main" id="{7D341B24-3F88-0A67-B7FB-C169CDE83427}"/>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34089BB2-C1CD-7E03-F2CF-EF4FF32DC7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015021093"/>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4_content_6_colums_background image">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92C76B2C-BE7A-5904-AD3A-4FDCC69AB0C6}"/>
              </a:ext>
            </a:extLst>
          </p:cNvPr>
          <p:cNvSpPr>
            <a:spLocks noGrp="1"/>
          </p:cNvSpPr>
          <p:nvPr>
            <p:ph type="pic" sz="quarter" idx="15"/>
          </p:nvPr>
        </p:nvSpPr>
        <p:spPr>
          <a:xfrm>
            <a:off x="0" y="0"/>
            <a:ext cx="12192000" cy="6858000"/>
          </a:xfrm>
          <a:prstGeom prst="rect">
            <a:avLst/>
          </a:prstGeom>
          <a:solidFill>
            <a:schemeClr val="tx1"/>
          </a:solidFill>
        </p:spPr>
        <p:txBody>
          <a:bodyPr/>
          <a:lstStyle>
            <a:lvl1pPr marL="0" indent="0">
              <a:buNone/>
              <a:defRPr/>
            </a:lvl1pPr>
          </a:lstStyle>
          <a:p>
            <a:r>
              <a:rPr lang="en-US"/>
              <a:t>Click icon to add picture</a:t>
            </a:r>
            <a:endParaRPr lang="en-GB"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018237"/>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01823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01823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 name="Text Placeholder 14">
            <a:extLst>
              <a:ext uri="{FF2B5EF4-FFF2-40B4-BE49-F238E27FC236}">
                <a16:creationId xmlns:a16="http://schemas.microsoft.com/office/drawing/2014/main" id="{D684247A-543C-7484-33BE-7AC32B458A7B}"/>
              </a:ext>
            </a:extLst>
          </p:cNvPr>
          <p:cNvSpPr>
            <a:spLocks noGrp="1"/>
          </p:cNvSpPr>
          <p:nvPr>
            <p:ph type="body" sz="quarter" idx="34" hasCustomPrompt="1"/>
          </p:nvPr>
        </p:nvSpPr>
        <p:spPr>
          <a:xfrm>
            <a:off x="479424" y="4359227"/>
            <a:ext cx="3600000" cy="762266"/>
          </a:xfrm>
          <a:prstGeom prst="rect">
            <a:avLst/>
          </a:prstGeom>
        </p:spPr>
        <p:txBody>
          <a:bodyPr lIns="0" tIns="0" rIns="0" bIns="0"/>
          <a:lstStyle>
            <a:lvl1pPr marL="0" indent="0">
              <a:buNone/>
              <a:defRPr sz="1800">
                <a:latin typeface="+mj-lt"/>
              </a:defRPr>
            </a:lvl1pPr>
            <a:lvl2pPr marL="252000" indent="0">
              <a:buNone/>
              <a:defRPr/>
            </a:lvl2pPr>
          </a:lstStyle>
          <a:p>
            <a:pPr lvl="0"/>
            <a:r>
              <a:rPr lang="en-US" dirty="0"/>
              <a:t>Click to edit master text styles over two lines</a:t>
            </a:r>
          </a:p>
        </p:txBody>
      </p:sp>
      <p:sp>
        <p:nvSpPr>
          <p:cNvPr id="5" name="Text Placeholder 14">
            <a:extLst>
              <a:ext uri="{FF2B5EF4-FFF2-40B4-BE49-F238E27FC236}">
                <a16:creationId xmlns:a16="http://schemas.microsoft.com/office/drawing/2014/main" id="{8D153C37-A886-01D9-B197-B30E0FB81E09}"/>
              </a:ext>
            </a:extLst>
          </p:cNvPr>
          <p:cNvSpPr>
            <a:spLocks noGrp="1"/>
          </p:cNvSpPr>
          <p:nvPr>
            <p:ph type="body" sz="quarter" idx="35" hasCustomPrompt="1"/>
          </p:nvPr>
        </p:nvSpPr>
        <p:spPr>
          <a:xfrm>
            <a:off x="4295999" y="435922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6" name="Text Placeholder 14">
            <a:extLst>
              <a:ext uri="{FF2B5EF4-FFF2-40B4-BE49-F238E27FC236}">
                <a16:creationId xmlns:a16="http://schemas.microsoft.com/office/drawing/2014/main" id="{B6ED339A-4C3F-CB2F-0FC3-86E335BD2A27}"/>
              </a:ext>
            </a:extLst>
          </p:cNvPr>
          <p:cNvSpPr>
            <a:spLocks noGrp="1"/>
          </p:cNvSpPr>
          <p:nvPr>
            <p:ph type="body" sz="quarter" idx="36" hasCustomPrompt="1"/>
          </p:nvPr>
        </p:nvSpPr>
        <p:spPr>
          <a:xfrm>
            <a:off x="8112575" y="4359227"/>
            <a:ext cx="3600000" cy="762266"/>
          </a:xfrm>
          <a:prstGeom prst="rect">
            <a:avLst/>
          </a:prstGeom>
        </p:spPr>
        <p:txBody>
          <a:bodyPr lIns="0" tIns="0" rIns="0" bIns="0"/>
          <a:lstStyle>
            <a:lvl1pPr marL="0" indent="0">
              <a:buNone/>
              <a:defRPr>
                <a:latin typeface="+mj-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2FAB7B98-CD18-5A37-EF3C-EF1073FE1CE6}"/>
              </a:ext>
            </a:extLst>
          </p:cNvPr>
          <p:cNvSpPr>
            <a:spLocks noGrp="1"/>
          </p:cNvSpPr>
          <p:nvPr>
            <p:ph type="pic" sz="quarter" idx="37"/>
          </p:nvPr>
        </p:nvSpPr>
        <p:spPr>
          <a:xfrm>
            <a:off x="48038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1" name="Picture Placeholder 18">
            <a:extLst>
              <a:ext uri="{FF2B5EF4-FFF2-40B4-BE49-F238E27FC236}">
                <a16:creationId xmlns:a16="http://schemas.microsoft.com/office/drawing/2014/main" id="{0997FAD5-C456-F598-34F0-83D2E679DDB6}"/>
              </a:ext>
            </a:extLst>
          </p:cNvPr>
          <p:cNvSpPr>
            <a:spLocks noGrp="1"/>
          </p:cNvSpPr>
          <p:nvPr>
            <p:ph type="pic" sz="quarter" idx="38"/>
          </p:nvPr>
        </p:nvSpPr>
        <p:spPr>
          <a:xfrm>
            <a:off x="429599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2" name="Picture Placeholder 18">
            <a:extLst>
              <a:ext uri="{FF2B5EF4-FFF2-40B4-BE49-F238E27FC236}">
                <a16:creationId xmlns:a16="http://schemas.microsoft.com/office/drawing/2014/main" id="{03949915-1651-39CF-8CEE-A76CA82C73E0}"/>
              </a:ext>
            </a:extLst>
          </p:cNvPr>
          <p:cNvSpPr>
            <a:spLocks noGrp="1"/>
          </p:cNvSpPr>
          <p:nvPr>
            <p:ph type="pic" sz="quarter" idx="39"/>
          </p:nvPr>
        </p:nvSpPr>
        <p:spPr>
          <a:xfrm>
            <a:off x="811160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3" name="Content Placeholder 28">
            <a:extLst>
              <a:ext uri="{FF2B5EF4-FFF2-40B4-BE49-F238E27FC236}">
                <a16:creationId xmlns:a16="http://schemas.microsoft.com/office/drawing/2014/main" id="{E4B853BA-A9A2-A4DC-EA66-2A9B2667FE69}"/>
              </a:ext>
            </a:extLst>
          </p:cNvPr>
          <p:cNvSpPr>
            <a:spLocks noGrp="1"/>
          </p:cNvSpPr>
          <p:nvPr>
            <p:ph sz="quarter" idx="40"/>
          </p:nvPr>
        </p:nvSpPr>
        <p:spPr>
          <a:xfrm>
            <a:off x="479424"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4" name="Content Placeholder 28">
            <a:extLst>
              <a:ext uri="{FF2B5EF4-FFF2-40B4-BE49-F238E27FC236}">
                <a16:creationId xmlns:a16="http://schemas.microsoft.com/office/drawing/2014/main" id="{9F1FC562-AE7F-D81F-1B25-21E5389C187C}"/>
              </a:ext>
            </a:extLst>
          </p:cNvPr>
          <p:cNvSpPr>
            <a:spLocks noGrp="1"/>
          </p:cNvSpPr>
          <p:nvPr>
            <p:ph sz="quarter" idx="41"/>
          </p:nvPr>
        </p:nvSpPr>
        <p:spPr>
          <a:xfrm>
            <a:off x="4295999"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EE353D80-D77C-95B7-374F-66E95FEDED91}"/>
              </a:ext>
            </a:extLst>
          </p:cNvPr>
          <p:cNvSpPr>
            <a:spLocks noGrp="1"/>
          </p:cNvSpPr>
          <p:nvPr>
            <p:ph sz="quarter" idx="42"/>
          </p:nvPr>
        </p:nvSpPr>
        <p:spPr>
          <a:xfrm>
            <a:off x="8112575"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4">
            <a:extLst>
              <a:ext uri="{FF2B5EF4-FFF2-40B4-BE49-F238E27FC236}">
                <a16:creationId xmlns:a16="http://schemas.microsoft.com/office/drawing/2014/main" id="{0E68ADCB-7B65-3D9C-B27A-9151487F63F1}"/>
              </a:ext>
            </a:extLst>
          </p:cNvPr>
          <p:cNvSpPr>
            <a:spLocks noGrp="1"/>
          </p:cNvSpPr>
          <p:nvPr>
            <p:ph type="body" sz="quarter" idx="43" hasCustomPrompt="1"/>
          </p:nvPr>
        </p:nvSpPr>
        <p:spPr>
          <a:xfrm>
            <a:off x="479424"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2" name="Text Placeholder 14">
            <a:extLst>
              <a:ext uri="{FF2B5EF4-FFF2-40B4-BE49-F238E27FC236}">
                <a16:creationId xmlns:a16="http://schemas.microsoft.com/office/drawing/2014/main" id="{C4040692-32B9-6386-6CFF-F4B17BABF768}"/>
              </a:ext>
            </a:extLst>
          </p:cNvPr>
          <p:cNvSpPr>
            <a:spLocks noGrp="1"/>
          </p:cNvSpPr>
          <p:nvPr>
            <p:ph type="body" sz="quarter" idx="44" hasCustomPrompt="1"/>
          </p:nvPr>
        </p:nvSpPr>
        <p:spPr>
          <a:xfrm>
            <a:off x="4295999"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4" name="Text Placeholder 14">
            <a:extLst>
              <a:ext uri="{FF2B5EF4-FFF2-40B4-BE49-F238E27FC236}">
                <a16:creationId xmlns:a16="http://schemas.microsoft.com/office/drawing/2014/main" id="{F5152067-B44A-0A94-46AB-7FE3EDC18583}"/>
              </a:ext>
            </a:extLst>
          </p:cNvPr>
          <p:cNvSpPr>
            <a:spLocks noGrp="1"/>
          </p:cNvSpPr>
          <p:nvPr>
            <p:ph type="body" sz="quarter" idx="45" hasCustomPrompt="1"/>
          </p:nvPr>
        </p:nvSpPr>
        <p:spPr>
          <a:xfrm>
            <a:off x="8112575"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4" name="logo_white">
            <a:extLst>
              <a:ext uri="{FF2B5EF4-FFF2-40B4-BE49-F238E27FC236}">
                <a16:creationId xmlns:a16="http://schemas.microsoft.com/office/drawing/2014/main" id="{1953FD42-DEDB-4884-FD33-C72FA481B6C0}"/>
              </a:ext>
            </a:extLst>
          </p:cNvPr>
          <p:cNvSpPr>
            <a:spLocks noGrp="1"/>
          </p:cNvSpPr>
          <p:nvPr>
            <p:ph type="body" sz="quarter" idx="46"/>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25" name="Text Placeholder 4">
            <a:extLst>
              <a:ext uri="{FF2B5EF4-FFF2-40B4-BE49-F238E27FC236}">
                <a16:creationId xmlns:a16="http://schemas.microsoft.com/office/drawing/2014/main" id="{A428C3DE-B601-2C44-25BA-FF42FD25E8B7}"/>
              </a:ext>
            </a:extLst>
          </p:cNvPr>
          <p:cNvSpPr>
            <a:spLocks noGrp="1"/>
          </p:cNvSpPr>
          <p:nvPr>
            <p:ph type="body" sz="quarter" idx="47"/>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spTree>
    <p:extLst>
      <p:ext uri="{BB962C8B-B14F-4D97-AF65-F5344CB8AC3E}">
        <p14:creationId xmlns:p14="http://schemas.microsoft.com/office/powerpoint/2010/main" val="377832374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4_content_6_colums_colore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018237"/>
            <a:ext cx="3600000" cy="762266"/>
          </a:xfrm>
          <a:prstGeom prst="rect">
            <a:avLst/>
          </a:prstGeom>
        </p:spPr>
        <p:txBody>
          <a:bodyPr lIns="0" tIns="0" rIns="0" bIns="0"/>
          <a:lstStyle>
            <a:lvl1pPr marL="0" indent="0">
              <a:buNone/>
              <a:defRPr sz="1800">
                <a:solidFill>
                  <a:schemeClr val="accent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018237"/>
            <a:ext cx="3600000" cy="762266"/>
          </a:xfrm>
          <a:prstGeom prst="rect">
            <a:avLst/>
          </a:prstGeom>
        </p:spPr>
        <p:txBody>
          <a:bodyPr lIns="0" tIns="0" rIns="0" bIns="0"/>
          <a:lstStyle>
            <a:lvl1pPr marL="0" indent="0">
              <a:buNone/>
              <a:defRPr>
                <a:solidFill>
                  <a:schemeClr val="accent3"/>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018237"/>
            <a:ext cx="3600000" cy="762266"/>
          </a:xfrm>
          <a:prstGeom prst="rect">
            <a:avLst/>
          </a:prstGeom>
        </p:spPr>
        <p:txBody>
          <a:bodyPr lIns="0" tIns="0" rIns="0" bIns="0"/>
          <a:lstStyle>
            <a:lvl1pPr marL="0" indent="0">
              <a:buNone/>
              <a:defRPr>
                <a:solidFill>
                  <a:schemeClr val="accent4"/>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181405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280981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3" name="Text Placeholder 14">
            <a:extLst>
              <a:ext uri="{FF2B5EF4-FFF2-40B4-BE49-F238E27FC236}">
                <a16:creationId xmlns:a16="http://schemas.microsoft.com/office/drawing/2014/main" id="{D684247A-543C-7484-33BE-7AC32B458A7B}"/>
              </a:ext>
            </a:extLst>
          </p:cNvPr>
          <p:cNvSpPr>
            <a:spLocks noGrp="1"/>
          </p:cNvSpPr>
          <p:nvPr>
            <p:ph type="body" sz="quarter" idx="34" hasCustomPrompt="1"/>
          </p:nvPr>
        </p:nvSpPr>
        <p:spPr>
          <a:xfrm>
            <a:off x="479424" y="4359227"/>
            <a:ext cx="3600000" cy="762266"/>
          </a:xfrm>
          <a:prstGeom prst="rect">
            <a:avLst/>
          </a:prstGeom>
        </p:spPr>
        <p:txBody>
          <a:bodyPr lIns="0" tIns="0" rIns="0" bIns="0"/>
          <a:lstStyle>
            <a:lvl1pPr marL="0" indent="0">
              <a:buNone/>
              <a:defRPr sz="1800">
                <a:solidFill>
                  <a:schemeClr val="accent6"/>
                </a:solidFill>
                <a:latin typeface="+mj-lt"/>
              </a:defRPr>
            </a:lvl1pPr>
            <a:lvl2pPr marL="252000" indent="0">
              <a:buNone/>
              <a:defRPr/>
            </a:lvl2pPr>
          </a:lstStyle>
          <a:p>
            <a:pPr lvl="0"/>
            <a:r>
              <a:rPr lang="en-US" dirty="0"/>
              <a:t>Click to edit master text styles over two lines</a:t>
            </a:r>
          </a:p>
        </p:txBody>
      </p:sp>
      <p:sp>
        <p:nvSpPr>
          <p:cNvPr id="5" name="Text Placeholder 14">
            <a:extLst>
              <a:ext uri="{FF2B5EF4-FFF2-40B4-BE49-F238E27FC236}">
                <a16:creationId xmlns:a16="http://schemas.microsoft.com/office/drawing/2014/main" id="{8D153C37-A886-01D9-B197-B30E0FB81E09}"/>
              </a:ext>
            </a:extLst>
          </p:cNvPr>
          <p:cNvSpPr>
            <a:spLocks noGrp="1"/>
          </p:cNvSpPr>
          <p:nvPr>
            <p:ph type="body" sz="quarter" idx="35" hasCustomPrompt="1"/>
          </p:nvPr>
        </p:nvSpPr>
        <p:spPr>
          <a:xfrm>
            <a:off x="4295999" y="4359227"/>
            <a:ext cx="3600000" cy="762266"/>
          </a:xfrm>
          <a:prstGeom prst="rect">
            <a:avLst/>
          </a:prstGeom>
        </p:spPr>
        <p:txBody>
          <a:bodyPr lIns="0" tIns="0" rIns="0" bIns="0"/>
          <a:lstStyle>
            <a:lvl1pPr marL="0" indent="0">
              <a:buNone/>
              <a:defRPr>
                <a:solidFill>
                  <a:schemeClr val="accent5"/>
                </a:solidFill>
                <a:latin typeface="+mj-lt"/>
              </a:defRPr>
            </a:lvl1pPr>
            <a:lvl2pPr marL="252000" indent="0">
              <a:buNone/>
              <a:defRPr/>
            </a:lvl2pPr>
          </a:lstStyle>
          <a:p>
            <a:pPr lvl="0"/>
            <a:r>
              <a:rPr lang="en-US" dirty="0"/>
              <a:t>Click to edit master text styles over two lines</a:t>
            </a:r>
          </a:p>
        </p:txBody>
      </p:sp>
      <p:sp>
        <p:nvSpPr>
          <p:cNvPr id="6" name="Text Placeholder 14">
            <a:extLst>
              <a:ext uri="{FF2B5EF4-FFF2-40B4-BE49-F238E27FC236}">
                <a16:creationId xmlns:a16="http://schemas.microsoft.com/office/drawing/2014/main" id="{B6ED339A-4C3F-CB2F-0FC3-86E335BD2A27}"/>
              </a:ext>
            </a:extLst>
          </p:cNvPr>
          <p:cNvSpPr>
            <a:spLocks noGrp="1"/>
          </p:cNvSpPr>
          <p:nvPr>
            <p:ph type="body" sz="quarter" idx="36" hasCustomPrompt="1"/>
          </p:nvPr>
        </p:nvSpPr>
        <p:spPr>
          <a:xfrm>
            <a:off x="8112575" y="4359227"/>
            <a:ext cx="3600000" cy="762266"/>
          </a:xfrm>
          <a:prstGeom prst="rect">
            <a:avLst/>
          </a:prstGeom>
        </p:spPr>
        <p:txBody>
          <a:bodyPr lIns="0" tIns="0" rIns="0" bIns="0"/>
          <a:lstStyle>
            <a:lvl1pPr marL="0" indent="0">
              <a:buNone/>
              <a:defRPr>
                <a:solidFill>
                  <a:schemeClr val="tx2">
                    <a:lumMod val="20000"/>
                    <a:lumOff val="80000"/>
                  </a:schemeClr>
                </a:solidFill>
                <a:latin typeface="+mj-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2FAB7B98-CD18-5A37-EF3C-EF1073FE1CE6}"/>
              </a:ext>
            </a:extLst>
          </p:cNvPr>
          <p:cNvSpPr>
            <a:spLocks noGrp="1"/>
          </p:cNvSpPr>
          <p:nvPr>
            <p:ph type="pic" sz="quarter" idx="37"/>
          </p:nvPr>
        </p:nvSpPr>
        <p:spPr>
          <a:xfrm>
            <a:off x="48038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1" name="Picture Placeholder 18">
            <a:extLst>
              <a:ext uri="{FF2B5EF4-FFF2-40B4-BE49-F238E27FC236}">
                <a16:creationId xmlns:a16="http://schemas.microsoft.com/office/drawing/2014/main" id="{0997FAD5-C456-F598-34F0-83D2E679DDB6}"/>
              </a:ext>
            </a:extLst>
          </p:cNvPr>
          <p:cNvSpPr>
            <a:spLocks noGrp="1"/>
          </p:cNvSpPr>
          <p:nvPr>
            <p:ph type="pic" sz="quarter" idx="38"/>
          </p:nvPr>
        </p:nvSpPr>
        <p:spPr>
          <a:xfrm>
            <a:off x="429599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2" name="Picture Placeholder 18">
            <a:extLst>
              <a:ext uri="{FF2B5EF4-FFF2-40B4-BE49-F238E27FC236}">
                <a16:creationId xmlns:a16="http://schemas.microsoft.com/office/drawing/2014/main" id="{03949915-1651-39CF-8CEE-A76CA82C73E0}"/>
              </a:ext>
            </a:extLst>
          </p:cNvPr>
          <p:cNvSpPr>
            <a:spLocks noGrp="1"/>
          </p:cNvSpPr>
          <p:nvPr>
            <p:ph type="pic" sz="quarter" idx="39"/>
          </p:nvPr>
        </p:nvSpPr>
        <p:spPr>
          <a:xfrm>
            <a:off x="811160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3" name="Content Placeholder 28">
            <a:extLst>
              <a:ext uri="{FF2B5EF4-FFF2-40B4-BE49-F238E27FC236}">
                <a16:creationId xmlns:a16="http://schemas.microsoft.com/office/drawing/2014/main" id="{E4B853BA-A9A2-A4DC-EA66-2A9B2667FE69}"/>
              </a:ext>
            </a:extLst>
          </p:cNvPr>
          <p:cNvSpPr>
            <a:spLocks noGrp="1"/>
          </p:cNvSpPr>
          <p:nvPr>
            <p:ph sz="quarter" idx="40"/>
          </p:nvPr>
        </p:nvSpPr>
        <p:spPr>
          <a:xfrm>
            <a:off x="479424"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4" name="Content Placeholder 28">
            <a:extLst>
              <a:ext uri="{FF2B5EF4-FFF2-40B4-BE49-F238E27FC236}">
                <a16:creationId xmlns:a16="http://schemas.microsoft.com/office/drawing/2014/main" id="{9F1FC562-AE7F-D81F-1B25-21E5389C187C}"/>
              </a:ext>
            </a:extLst>
          </p:cNvPr>
          <p:cNvSpPr>
            <a:spLocks noGrp="1"/>
          </p:cNvSpPr>
          <p:nvPr>
            <p:ph sz="quarter" idx="41"/>
          </p:nvPr>
        </p:nvSpPr>
        <p:spPr>
          <a:xfrm>
            <a:off x="4295999"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EE353D80-D77C-95B7-374F-66E95FEDED91}"/>
              </a:ext>
            </a:extLst>
          </p:cNvPr>
          <p:cNvSpPr>
            <a:spLocks noGrp="1"/>
          </p:cNvSpPr>
          <p:nvPr>
            <p:ph sz="quarter" idx="42"/>
          </p:nvPr>
        </p:nvSpPr>
        <p:spPr>
          <a:xfrm>
            <a:off x="8112575" y="4155048"/>
            <a:ext cx="3600000" cy="0"/>
          </a:xfrm>
          <a:prstGeom prst="rect">
            <a:avLst/>
          </a:prstGeom>
          <a:ln w="19050">
            <a:solidFill>
              <a:schemeClr val="bg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4">
            <a:extLst>
              <a:ext uri="{FF2B5EF4-FFF2-40B4-BE49-F238E27FC236}">
                <a16:creationId xmlns:a16="http://schemas.microsoft.com/office/drawing/2014/main" id="{0E68ADCB-7B65-3D9C-B27A-9151487F63F1}"/>
              </a:ext>
            </a:extLst>
          </p:cNvPr>
          <p:cNvSpPr>
            <a:spLocks noGrp="1"/>
          </p:cNvSpPr>
          <p:nvPr>
            <p:ph type="body" sz="quarter" idx="43" hasCustomPrompt="1"/>
          </p:nvPr>
        </p:nvSpPr>
        <p:spPr>
          <a:xfrm>
            <a:off x="479424"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2" name="Text Placeholder 14">
            <a:extLst>
              <a:ext uri="{FF2B5EF4-FFF2-40B4-BE49-F238E27FC236}">
                <a16:creationId xmlns:a16="http://schemas.microsoft.com/office/drawing/2014/main" id="{C4040692-32B9-6386-6CFF-F4B17BABF768}"/>
              </a:ext>
            </a:extLst>
          </p:cNvPr>
          <p:cNvSpPr>
            <a:spLocks noGrp="1"/>
          </p:cNvSpPr>
          <p:nvPr>
            <p:ph type="body" sz="quarter" idx="44" hasCustomPrompt="1"/>
          </p:nvPr>
        </p:nvSpPr>
        <p:spPr>
          <a:xfrm>
            <a:off x="4295999"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24" name="Text Placeholder 14">
            <a:extLst>
              <a:ext uri="{FF2B5EF4-FFF2-40B4-BE49-F238E27FC236}">
                <a16:creationId xmlns:a16="http://schemas.microsoft.com/office/drawing/2014/main" id="{F5152067-B44A-0A94-46AB-7FE3EDC18583}"/>
              </a:ext>
            </a:extLst>
          </p:cNvPr>
          <p:cNvSpPr>
            <a:spLocks noGrp="1"/>
          </p:cNvSpPr>
          <p:nvPr>
            <p:ph type="body" sz="quarter" idx="45" hasCustomPrompt="1"/>
          </p:nvPr>
        </p:nvSpPr>
        <p:spPr>
          <a:xfrm>
            <a:off x="8112575" y="5150805"/>
            <a:ext cx="3600000" cy="762266"/>
          </a:xfrm>
          <a:prstGeom prst="rect">
            <a:avLst/>
          </a:prstGeom>
        </p:spPr>
        <p:txBody>
          <a:bodyPr lIns="0" tIns="0" rIns="0" bIns="0"/>
          <a:lstStyle>
            <a:lvl1pPr marL="0" indent="0">
              <a:buNone/>
              <a:defRPr sz="1400">
                <a:latin typeface="+mn-lt"/>
              </a:defRPr>
            </a:lvl1pPr>
            <a:lvl2pPr marL="252000" indent="0">
              <a:buNone/>
              <a:defRPr/>
            </a:lvl2pPr>
          </a:lstStyle>
          <a:p>
            <a:pPr lvl="0"/>
            <a:r>
              <a:rPr lang="en-US" dirty="0"/>
              <a:t>Click to edit master text styles</a:t>
            </a:r>
          </a:p>
        </p:txBody>
      </p:sp>
      <p:sp>
        <p:nvSpPr>
          <p:cNvPr id="4" name="Rectangle 3">
            <a:extLst>
              <a:ext uri="{FF2B5EF4-FFF2-40B4-BE49-F238E27FC236}">
                <a16:creationId xmlns:a16="http://schemas.microsoft.com/office/drawing/2014/main" id="{C7C83A61-A02C-4277-1607-7ED9833E94A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3062A30F-AD72-9904-D423-F269BA168A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628503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content_6_colums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7" name="Title 6">
            <a:extLst>
              <a:ext uri="{FF2B5EF4-FFF2-40B4-BE49-F238E27FC236}">
                <a16:creationId xmlns:a16="http://schemas.microsoft.com/office/drawing/2014/main" id="{392D8EC4-AB42-07E9-61BB-702464BAE1E9}"/>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GB" dirty="0"/>
          </a:p>
        </p:txBody>
      </p:sp>
      <p:sp>
        <p:nvSpPr>
          <p:cNvPr id="10" name="Footer Placeholder 4">
            <a:extLst>
              <a:ext uri="{FF2B5EF4-FFF2-40B4-BE49-F238E27FC236}">
                <a16:creationId xmlns:a16="http://schemas.microsoft.com/office/drawing/2014/main" id="{37876B25-D08B-4AD7-D5E0-3BDD016436C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018237"/>
            <a:ext cx="3600000" cy="762266"/>
          </a:xfrm>
          <a:prstGeom prst="rect">
            <a:avLst/>
          </a:prstGeom>
        </p:spPr>
        <p:txBody>
          <a:bodyPr lIns="0" tIns="0" rIns="0" bIns="0"/>
          <a:lstStyle>
            <a:lvl1pPr marL="0" indent="0">
              <a:buNone/>
              <a:defRPr sz="1800">
                <a:solidFill>
                  <a:schemeClr val="tx2"/>
                </a:solidFill>
                <a:latin typeface="+mj-lt"/>
              </a:defRPr>
            </a:lvl1pPr>
            <a:lvl2pPr marL="252000" indent="0">
              <a:buNone/>
              <a:defRPr/>
            </a:lvl2pPr>
          </a:lstStyle>
          <a:p>
            <a:pPr lvl="0"/>
            <a:r>
              <a:rPr lang="en-US" dirty="0"/>
              <a:t>Click to edit master text styles over two lines</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018237"/>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018237"/>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124988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181405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181405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181405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5" name="Text Placeholder 14">
            <a:extLst>
              <a:ext uri="{FF2B5EF4-FFF2-40B4-BE49-F238E27FC236}">
                <a16:creationId xmlns:a16="http://schemas.microsoft.com/office/drawing/2014/main" id="{F4D8DB73-18E5-F151-4FD7-B281F748ADB8}"/>
              </a:ext>
            </a:extLst>
          </p:cNvPr>
          <p:cNvSpPr>
            <a:spLocks noGrp="1"/>
          </p:cNvSpPr>
          <p:nvPr>
            <p:ph type="body" sz="quarter" idx="31" hasCustomPrompt="1"/>
          </p:nvPr>
        </p:nvSpPr>
        <p:spPr>
          <a:xfrm>
            <a:off x="479424" y="280981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sp>
        <p:nvSpPr>
          <p:cNvPr id="36" name="Text Placeholder 14">
            <a:extLst>
              <a:ext uri="{FF2B5EF4-FFF2-40B4-BE49-F238E27FC236}">
                <a16:creationId xmlns:a16="http://schemas.microsoft.com/office/drawing/2014/main" id="{5EEF5AEF-BDC1-C3FE-A50E-D4962FB4C08D}"/>
              </a:ext>
            </a:extLst>
          </p:cNvPr>
          <p:cNvSpPr>
            <a:spLocks noGrp="1"/>
          </p:cNvSpPr>
          <p:nvPr>
            <p:ph type="body" sz="quarter" idx="32" hasCustomPrompt="1"/>
          </p:nvPr>
        </p:nvSpPr>
        <p:spPr>
          <a:xfrm>
            <a:off x="4295999" y="280981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sp>
        <p:nvSpPr>
          <p:cNvPr id="37" name="Text Placeholder 14">
            <a:extLst>
              <a:ext uri="{FF2B5EF4-FFF2-40B4-BE49-F238E27FC236}">
                <a16:creationId xmlns:a16="http://schemas.microsoft.com/office/drawing/2014/main" id="{FCD0F96C-F340-2A53-86AE-6E21924383AD}"/>
              </a:ext>
            </a:extLst>
          </p:cNvPr>
          <p:cNvSpPr>
            <a:spLocks noGrp="1"/>
          </p:cNvSpPr>
          <p:nvPr>
            <p:ph type="body" sz="quarter" idx="33" hasCustomPrompt="1"/>
          </p:nvPr>
        </p:nvSpPr>
        <p:spPr>
          <a:xfrm>
            <a:off x="8112575" y="280981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sp>
        <p:nvSpPr>
          <p:cNvPr id="3" name="Text Placeholder 14">
            <a:extLst>
              <a:ext uri="{FF2B5EF4-FFF2-40B4-BE49-F238E27FC236}">
                <a16:creationId xmlns:a16="http://schemas.microsoft.com/office/drawing/2014/main" id="{D684247A-543C-7484-33BE-7AC32B458A7B}"/>
              </a:ext>
            </a:extLst>
          </p:cNvPr>
          <p:cNvSpPr>
            <a:spLocks noGrp="1"/>
          </p:cNvSpPr>
          <p:nvPr>
            <p:ph type="body" sz="quarter" idx="34" hasCustomPrompt="1"/>
          </p:nvPr>
        </p:nvSpPr>
        <p:spPr>
          <a:xfrm>
            <a:off x="479424" y="4359227"/>
            <a:ext cx="3600000" cy="762266"/>
          </a:xfrm>
          <a:prstGeom prst="rect">
            <a:avLst/>
          </a:prstGeom>
        </p:spPr>
        <p:txBody>
          <a:bodyPr lIns="0" tIns="0" rIns="0" bIns="0"/>
          <a:lstStyle>
            <a:lvl1pPr marL="0" indent="0">
              <a:buNone/>
              <a:defRPr sz="1800">
                <a:solidFill>
                  <a:schemeClr val="tx2"/>
                </a:solidFill>
                <a:latin typeface="+mj-lt"/>
              </a:defRPr>
            </a:lvl1pPr>
            <a:lvl2pPr marL="252000" indent="0">
              <a:buNone/>
              <a:defRPr/>
            </a:lvl2pPr>
          </a:lstStyle>
          <a:p>
            <a:pPr lvl="0"/>
            <a:r>
              <a:rPr lang="en-US" dirty="0"/>
              <a:t>Click to edit master text styles over two lines</a:t>
            </a:r>
          </a:p>
        </p:txBody>
      </p:sp>
      <p:sp>
        <p:nvSpPr>
          <p:cNvPr id="5" name="Text Placeholder 14">
            <a:extLst>
              <a:ext uri="{FF2B5EF4-FFF2-40B4-BE49-F238E27FC236}">
                <a16:creationId xmlns:a16="http://schemas.microsoft.com/office/drawing/2014/main" id="{8D153C37-A886-01D9-B197-B30E0FB81E09}"/>
              </a:ext>
            </a:extLst>
          </p:cNvPr>
          <p:cNvSpPr>
            <a:spLocks noGrp="1"/>
          </p:cNvSpPr>
          <p:nvPr>
            <p:ph type="body" sz="quarter" idx="35" hasCustomPrompt="1"/>
          </p:nvPr>
        </p:nvSpPr>
        <p:spPr>
          <a:xfrm>
            <a:off x="4295999" y="4359227"/>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6" name="Text Placeholder 14">
            <a:extLst>
              <a:ext uri="{FF2B5EF4-FFF2-40B4-BE49-F238E27FC236}">
                <a16:creationId xmlns:a16="http://schemas.microsoft.com/office/drawing/2014/main" id="{B6ED339A-4C3F-CB2F-0FC3-86E335BD2A27}"/>
              </a:ext>
            </a:extLst>
          </p:cNvPr>
          <p:cNvSpPr>
            <a:spLocks noGrp="1"/>
          </p:cNvSpPr>
          <p:nvPr>
            <p:ph type="body" sz="quarter" idx="36" hasCustomPrompt="1"/>
          </p:nvPr>
        </p:nvSpPr>
        <p:spPr>
          <a:xfrm>
            <a:off x="8112575" y="4359227"/>
            <a:ext cx="3600000" cy="762266"/>
          </a:xfrm>
          <a:prstGeom prst="rect">
            <a:avLst/>
          </a:prstGeom>
        </p:spPr>
        <p:txBody>
          <a:bodyPr lIns="0" tIns="0" rIns="0" bIns="0"/>
          <a:lstStyle>
            <a:lvl1pPr marL="0" indent="0">
              <a:buNone/>
              <a:defRPr>
                <a:solidFill>
                  <a:schemeClr val="tx2"/>
                </a:solidFill>
                <a:latin typeface="+mj-lt"/>
              </a:defRPr>
            </a:lvl1pPr>
            <a:lvl2pPr marL="252000" indent="0">
              <a:buNone/>
              <a:defRPr/>
            </a:lvl2pPr>
          </a:lstStyle>
          <a:p>
            <a:pPr lvl="0"/>
            <a:r>
              <a:rPr lang="en-US" dirty="0"/>
              <a:t>Click to edit master text styles over two lines</a:t>
            </a:r>
          </a:p>
        </p:txBody>
      </p:sp>
      <p:sp>
        <p:nvSpPr>
          <p:cNvPr id="9" name="Picture Placeholder 18">
            <a:extLst>
              <a:ext uri="{FF2B5EF4-FFF2-40B4-BE49-F238E27FC236}">
                <a16:creationId xmlns:a16="http://schemas.microsoft.com/office/drawing/2014/main" id="{2FAB7B98-CD18-5A37-EF3C-EF1073FE1CE6}"/>
              </a:ext>
            </a:extLst>
          </p:cNvPr>
          <p:cNvSpPr>
            <a:spLocks noGrp="1"/>
          </p:cNvSpPr>
          <p:nvPr>
            <p:ph type="pic" sz="quarter" idx="37"/>
          </p:nvPr>
        </p:nvSpPr>
        <p:spPr>
          <a:xfrm>
            <a:off x="48038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1" name="Picture Placeholder 18">
            <a:extLst>
              <a:ext uri="{FF2B5EF4-FFF2-40B4-BE49-F238E27FC236}">
                <a16:creationId xmlns:a16="http://schemas.microsoft.com/office/drawing/2014/main" id="{0997FAD5-C456-F598-34F0-83D2E679DDB6}"/>
              </a:ext>
            </a:extLst>
          </p:cNvPr>
          <p:cNvSpPr>
            <a:spLocks noGrp="1"/>
          </p:cNvSpPr>
          <p:nvPr>
            <p:ph type="pic" sz="quarter" idx="38"/>
          </p:nvPr>
        </p:nvSpPr>
        <p:spPr>
          <a:xfrm>
            <a:off x="429599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2" name="Picture Placeholder 18">
            <a:extLst>
              <a:ext uri="{FF2B5EF4-FFF2-40B4-BE49-F238E27FC236}">
                <a16:creationId xmlns:a16="http://schemas.microsoft.com/office/drawing/2014/main" id="{03949915-1651-39CF-8CEE-A76CA82C73E0}"/>
              </a:ext>
            </a:extLst>
          </p:cNvPr>
          <p:cNvSpPr>
            <a:spLocks noGrp="1"/>
          </p:cNvSpPr>
          <p:nvPr>
            <p:ph type="pic" sz="quarter" idx="39"/>
          </p:nvPr>
        </p:nvSpPr>
        <p:spPr>
          <a:xfrm>
            <a:off x="8111609" y="3590870"/>
            <a:ext cx="360000" cy="360000"/>
          </a:xfrm>
          <a:prstGeom prst="rect">
            <a:avLst/>
          </a:prstGeom>
        </p:spPr>
        <p:txBody>
          <a:bodyPr/>
          <a:lstStyle>
            <a:lvl1pPr marL="0" indent="0">
              <a:buNone/>
              <a:defRPr>
                <a:noFill/>
              </a:defRPr>
            </a:lvl1pPr>
          </a:lstStyle>
          <a:p>
            <a:r>
              <a:rPr lang="en-US"/>
              <a:t>Click icon to add picture</a:t>
            </a:r>
            <a:endParaRPr lang="en-GB" dirty="0"/>
          </a:p>
        </p:txBody>
      </p:sp>
      <p:sp>
        <p:nvSpPr>
          <p:cNvPr id="13" name="Content Placeholder 28">
            <a:extLst>
              <a:ext uri="{FF2B5EF4-FFF2-40B4-BE49-F238E27FC236}">
                <a16:creationId xmlns:a16="http://schemas.microsoft.com/office/drawing/2014/main" id="{E4B853BA-A9A2-A4DC-EA66-2A9B2667FE69}"/>
              </a:ext>
            </a:extLst>
          </p:cNvPr>
          <p:cNvSpPr>
            <a:spLocks noGrp="1"/>
          </p:cNvSpPr>
          <p:nvPr>
            <p:ph sz="quarter" idx="40"/>
          </p:nvPr>
        </p:nvSpPr>
        <p:spPr>
          <a:xfrm>
            <a:off x="479424" y="415504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4" name="Content Placeholder 28">
            <a:extLst>
              <a:ext uri="{FF2B5EF4-FFF2-40B4-BE49-F238E27FC236}">
                <a16:creationId xmlns:a16="http://schemas.microsoft.com/office/drawing/2014/main" id="{9F1FC562-AE7F-D81F-1B25-21E5389C187C}"/>
              </a:ext>
            </a:extLst>
          </p:cNvPr>
          <p:cNvSpPr>
            <a:spLocks noGrp="1"/>
          </p:cNvSpPr>
          <p:nvPr>
            <p:ph sz="quarter" idx="41"/>
          </p:nvPr>
        </p:nvSpPr>
        <p:spPr>
          <a:xfrm>
            <a:off x="4295999" y="415504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EE353D80-D77C-95B7-374F-66E95FEDED91}"/>
              </a:ext>
            </a:extLst>
          </p:cNvPr>
          <p:cNvSpPr>
            <a:spLocks noGrp="1"/>
          </p:cNvSpPr>
          <p:nvPr>
            <p:ph sz="quarter" idx="42"/>
          </p:nvPr>
        </p:nvSpPr>
        <p:spPr>
          <a:xfrm>
            <a:off x="8112575" y="4155048"/>
            <a:ext cx="3600000" cy="0"/>
          </a:xfrm>
          <a:prstGeom prst="rect">
            <a:avLst/>
          </a:prstGeom>
          <a:ln w="19050">
            <a:solidFill>
              <a:schemeClr val="tx1"/>
            </a:solidFill>
          </a:ln>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4">
            <a:extLst>
              <a:ext uri="{FF2B5EF4-FFF2-40B4-BE49-F238E27FC236}">
                <a16:creationId xmlns:a16="http://schemas.microsoft.com/office/drawing/2014/main" id="{0E68ADCB-7B65-3D9C-B27A-9151487F63F1}"/>
              </a:ext>
            </a:extLst>
          </p:cNvPr>
          <p:cNvSpPr>
            <a:spLocks noGrp="1"/>
          </p:cNvSpPr>
          <p:nvPr>
            <p:ph type="body" sz="quarter" idx="43" hasCustomPrompt="1"/>
          </p:nvPr>
        </p:nvSpPr>
        <p:spPr>
          <a:xfrm>
            <a:off x="479424" y="515080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sp>
        <p:nvSpPr>
          <p:cNvPr id="22" name="Text Placeholder 14">
            <a:extLst>
              <a:ext uri="{FF2B5EF4-FFF2-40B4-BE49-F238E27FC236}">
                <a16:creationId xmlns:a16="http://schemas.microsoft.com/office/drawing/2014/main" id="{C4040692-32B9-6386-6CFF-F4B17BABF768}"/>
              </a:ext>
            </a:extLst>
          </p:cNvPr>
          <p:cNvSpPr>
            <a:spLocks noGrp="1"/>
          </p:cNvSpPr>
          <p:nvPr>
            <p:ph type="body" sz="quarter" idx="44" hasCustomPrompt="1"/>
          </p:nvPr>
        </p:nvSpPr>
        <p:spPr>
          <a:xfrm>
            <a:off x="4295999" y="515080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sp>
        <p:nvSpPr>
          <p:cNvPr id="24" name="Text Placeholder 14">
            <a:extLst>
              <a:ext uri="{FF2B5EF4-FFF2-40B4-BE49-F238E27FC236}">
                <a16:creationId xmlns:a16="http://schemas.microsoft.com/office/drawing/2014/main" id="{F5152067-B44A-0A94-46AB-7FE3EDC18583}"/>
              </a:ext>
            </a:extLst>
          </p:cNvPr>
          <p:cNvSpPr>
            <a:spLocks noGrp="1"/>
          </p:cNvSpPr>
          <p:nvPr>
            <p:ph type="body" sz="quarter" idx="45" hasCustomPrompt="1"/>
          </p:nvPr>
        </p:nvSpPr>
        <p:spPr>
          <a:xfrm>
            <a:off x="8112575" y="5150805"/>
            <a:ext cx="3600000" cy="762266"/>
          </a:xfrm>
          <a:prstGeom prst="rect">
            <a:avLst/>
          </a:prstGeom>
        </p:spPr>
        <p:txBody>
          <a:bodyPr lIns="0" tIns="0" rIns="0" bIns="0"/>
          <a:lstStyle>
            <a:lvl1pPr marL="0" indent="0">
              <a:buNone/>
              <a:defRPr sz="1400">
                <a:solidFill>
                  <a:schemeClr val="tx1"/>
                </a:solidFill>
                <a:latin typeface="+mn-lt"/>
              </a:defRPr>
            </a:lvl1pPr>
            <a:lvl2pPr marL="252000" indent="0">
              <a:buNone/>
              <a:defRPr/>
            </a:lvl2pPr>
          </a:lstStyle>
          <a:p>
            <a:pPr lvl="0"/>
            <a:r>
              <a:rPr lang="en-US" dirty="0"/>
              <a:t>Click to edit master text styles</a:t>
            </a:r>
          </a:p>
        </p:txBody>
      </p:sp>
      <p:pic>
        <p:nvPicPr>
          <p:cNvPr id="4" name="Graphic 3">
            <a:extLst>
              <a:ext uri="{FF2B5EF4-FFF2-40B4-BE49-F238E27FC236}">
                <a16:creationId xmlns:a16="http://schemas.microsoft.com/office/drawing/2014/main" id="{8B850E3A-1630-69B2-FEB4-8C4A60190DB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8" name="Rectangle 7">
            <a:extLst>
              <a:ext uri="{FF2B5EF4-FFF2-40B4-BE49-F238E27FC236}">
                <a16:creationId xmlns:a16="http://schemas.microsoft.com/office/drawing/2014/main" id="{50C230AF-0D18-90E0-412E-AB0DE7EF1F15}"/>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032748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5_content_no_bod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defRPr>
            </a:lvl1pPr>
          </a:lstStyle>
          <a:p>
            <a:pPr lvl="0"/>
            <a:r>
              <a:rPr lang="en-US" dirty="0"/>
              <a:t>Subheading Goes Here</a:t>
            </a:r>
            <a:endParaRPr lang="en-AU" dirty="0"/>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3" name="Footer Placeholder 4">
            <a:extLst>
              <a:ext uri="{FF2B5EF4-FFF2-40B4-BE49-F238E27FC236}">
                <a16:creationId xmlns:a16="http://schemas.microsoft.com/office/drawing/2014/main" id="{A9D6F6F7-AC4E-6852-C1BE-194E60297AFE}"/>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Rectangle 3">
            <a:extLst>
              <a:ext uri="{FF2B5EF4-FFF2-40B4-BE49-F238E27FC236}">
                <a16:creationId xmlns:a16="http://schemas.microsoft.com/office/drawing/2014/main" id="{4D759D7F-7C01-800A-7EB8-8ED30DF23452}"/>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FD70E1B-0578-ADDA-4EB4-56BE3E8C6AE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406894237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5_content_no_body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tx2"/>
                </a:solidFill>
              </a:defRPr>
            </a:lvl1pPr>
          </a:lstStyle>
          <a:p>
            <a:pPr lvl="0"/>
            <a:r>
              <a:rPr lang="en-US" dirty="0"/>
              <a:t>Subheading Goes Here</a:t>
            </a:r>
            <a:endParaRPr lang="en-AU" dirty="0"/>
          </a:p>
        </p:txBody>
      </p:sp>
      <p:sp>
        <p:nvSpPr>
          <p:cNvPr id="6" name="Title 5">
            <a:extLst>
              <a:ext uri="{FF2B5EF4-FFF2-40B4-BE49-F238E27FC236}">
                <a16:creationId xmlns:a16="http://schemas.microsoft.com/office/drawing/2014/main" id="{B6BFDE06-550D-8511-74E2-ABBE9E6CFA7F}"/>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3" name="Footer Placeholder 4">
            <a:extLst>
              <a:ext uri="{FF2B5EF4-FFF2-40B4-BE49-F238E27FC236}">
                <a16:creationId xmlns:a16="http://schemas.microsoft.com/office/drawing/2014/main" id="{A9D6F6F7-AC4E-6852-C1BE-194E60297AFE}"/>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pic>
        <p:nvPicPr>
          <p:cNvPr id="4" name="Graphic 3">
            <a:extLst>
              <a:ext uri="{FF2B5EF4-FFF2-40B4-BE49-F238E27FC236}">
                <a16:creationId xmlns:a16="http://schemas.microsoft.com/office/drawing/2014/main" id="{D2B9FCF1-E936-3B94-64FB-DCC24098783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5" name="Rectangle 4">
            <a:extLst>
              <a:ext uri="{FF2B5EF4-FFF2-40B4-BE49-F238E27FC236}">
                <a16:creationId xmlns:a16="http://schemas.microsoft.com/office/drawing/2014/main" id="{E8BB1EC6-C748-82B0-BD1B-CD77CC106D2D}"/>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86847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6_content_doubl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Title 2">
            <a:extLst>
              <a:ext uri="{FF2B5EF4-FFF2-40B4-BE49-F238E27FC236}">
                <a16:creationId xmlns:a16="http://schemas.microsoft.com/office/drawing/2014/main" id="{7F2B2CA1-BAF4-65C8-ACF4-C872BF9B8268}"/>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a:p>
        </p:txBody>
      </p:sp>
      <p:sp>
        <p:nvSpPr>
          <p:cNvPr id="4" name="Footer Placeholder 4">
            <a:extLst>
              <a:ext uri="{FF2B5EF4-FFF2-40B4-BE49-F238E27FC236}">
                <a16:creationId xmlns:a16="http://schemas.microsoft.com/office/drawing/2014/main" id="{03AD9040-6DB1-9B29-64E3-AE2ED9B8E7BC}"/>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ext Placeholder 3">
            <a:extLst>
              <a:ext uri="{FF2B5EF4-FFF2-40B4-BE49-F238E27FC236}">
                <a16:creationId xmlns:a16="http://schemas.microsoft.com/office/drawing/2014/main" id="{5FC9BB2A-32FD-F91B-42AF-F3D286451644}"/>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3">
            <a:extLst>
              <a:ext uri="{FF2B5EF4-FFF2-40B4-BE49-F238E27FC236}">
                <a16:creationId xmlns:a16="http://schemas.microsoft.com/office/drawing/2014/main" id="{BA9B8237-EFF6-1199-B25C-D5BF56605B34}"/>
              </a:ext>
            </a:extLst>
          </p:cNvPr>
          <p:cNvSpPr>
            <a:spLocks noGrp="1"/>
          </p:cNvSpPr>
          <p:nvPr>
            <p:ph type="body" sz="quarter" idx="18"/>
          </p:nvPr>
        </p:nvSpPr>
        <p:spPr>
          <a:xfrm>
            <a:off x="6416677" y="1484785"/>
            <a:ext cx="529475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87B1E0B6-7328-02BC-1B03-F1953622331B}"/>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621DE7AD-D040-388D-E85B-13EC1EACC17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447373919"/>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6_content_doubl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Title 2">
            <a:extLst>
              <a:ext uri="{FF2B5EF4-FFF2-40B4-BE49-F238E27FC236}">
                <a16:creationId xmlns:a16="http://schemas.microsoft.com/office/drawing/2014/main" id="{7F2B2CA1-BAF4-65C8-ACF4-C872BF9B8268}"/>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AU"/>
          </a:p>
        </p:txBody>
      </p:sp>
      <p:sp>
        <p:nvSpPr>
          <p:cNvPr id="4" name="Footer Placeholder 4">
            <a:extLst>
              <a:ext uri="{FF2B5EF4-FFF2-40B4-BE49-F238E27FC236}">
                <a16:creationId xmlns:a16="http://schemas.microsoft.com/office/drawing/2014/main" id="{03AD9040-6DB1-9B29-64E3-AE2ED9B8E7BC}"/>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pic>
        <p:nvPicPr>
          <p:cNvPr id="5" name="Graphic 4">
            <a:extLst>
              <a:ext uri="{FF2B5EF4-FFF2-40B4-BE49-F238E27FC236}">
                <a16:creationId xmlns:a16="http://schemas.microsoft.com/office/drawing/2014/main" id="{06F8D3E4-9FCE-EABE-8236-6453669D2B9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6" name="Text Placeholder 3">
            <a:extLst>
              <a:ext uri="{FF2B5EF4-FFF2-40B4-BE49-F238E27FC236}">
                <a16:creationId xmlns:a16="http://schemas.microsoft.com/office/drawing/2014/main" id="{8126B08A-F830-50E5-9330-8F439725B17E}"/>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CEB533F8-3C39-667C-956D-F3F9BBF2DD4E}"/>
              </a:ext>
            </a:extLst>
          </p:cNvPr>
          <p:cNvSpPr>
            <a:spLocks noGrp="1"/>
          </p:cNvSpPr>
          <p:nvPr>
            <p:ph type="body" sz="quarter" idx="18"/>
          </p:nvPr>
        </p:nvSpPr>
        <p:spPr>
          <a:xfrm>
            <a:off x="6416677" y="1484785"/>
            <a:ext cx="529475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Rectangle 7">
            <a:extLst>
              <a:ext uri="{FF2B5EF4-FFF2-40B4-BE49-F238E27FC236}">
                <a16:creationId xmlns:a16="http://schemas.microsoft.com/office/drawing/2014/main" id="{FE376EF7-DA35-0A25-832D-12CF1F95EA51}"/>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414167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7_content_subtitle_doubl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4" name="Footer Placeholder 4">
            <a:extLst>
              <a:ext uri="{FF2B5EF4-FFF2-40B4-BE49-F238E27FC236}">
                <a16:creationId xmlns:a16="http://schemas.microsoft.com/office/drawing/2014/main" id="{9848465D-F6FA-B242-2B57-7E8BF5D78938}"/>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6" name="Title 6">
            <a:extLst>
              <a:ext uri="{FF2B5EF4-FFF2-40B4-BE49-F238E27FC236}">
                <a16:creationId xmlns:a16="http://schemas.microsoft.com/office/drawing/2014/main" id="{CEDDA73A-2563-44CB-A8A8-58E53CCE3792}"/>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GB"/>
          </a:p>
        </p:txBody>
      </p:sp>
      <p:sp>
        <p:nvSpPr>
          <p:cNvPr id="7" name="Content Placeholder 2">
            <a:extLst>
              <a:ext uri="{FF2B5EF4-FFF2-40B4-BE49-F238E27FC236}">
                <a16:creationId xmlns:a16="http://schemas.microsoft.com/office/drawing/2014/main" id="{D5C8F43F-CAF1-A482-50E0-EF96F5E71367}"/>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3" name="Text Placeholder 3">
            <a:extLst>
              <a:ext uri="{FF2B5EF4-FFF2-40B4-BE49-F238E27FC236}">
                <a16:creationId xmlns:a16="http://schemas.microsoft.com/office/drawing/2014/main" id="{803738AC-DBEC-BC4A-E25A-88F76F24D566}"/>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3">
            <a:extLst>
              <a:ext uri="{FF2B5EF4-FFF2-40B4-BE49-F238E27FC236}">
                <a16:creationId xmlns:a16="http://schemas.microsoft.com/office/drawing/2014/main" id="{B62E92B6-EC9F-998C-ADFB-BA2B74F9D97D}"/>
              </a:ext>
            </a:extLst>
          </p:cNvPr>
          <p:cNvSpPr>
            <a:spLocks noGrp="1"/>
          </p:cNvSpPr>
          <p:nvPr>
            <p:ph type="body" sz="quarter" idx="16"/>
          </p:nvPr>
        </p:nvSpPr>
        <p:spPr>
          <a:xfrm>
            <a:off x="6416677" y="2097086"/>
            <a:ext cx="5294750"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Rectangle 7">
            <a:extLst>
              <a:ext uri="{FF2B5EF4-FFF2-40B4-BE49-F238E27FC236}">
                <a16:creationId xmlns:a16="http://schemas.microsoft.com/office/drawing/2014/main" id="{6C00F8B5-863E-20AE-EB9E-06030BE27844}"/>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05370274-CD35-87FC-C183-E38CD820F47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291060119"/>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_content_subtitle_doubl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4" name="Footer Placeholder 4">
            <a:extLst>
              <a:ext uri="{FF2B5EF4-FFF2-40B4-BE49-F238E27FC236}">
                <a16:creationId xmlns:a16="http://schemas.microsoft.com/office/drawing/2014/main" id="{9848465D-F6FA-B242-2B57-7E8BF5D78938}"/>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6" name="Title 6">
            <a:extLst>
              <a:ext uri="{FF2B5EF4-FFF2-40B4-BE49-F238E27FC236}">
                <a16:creationId xmlns:a16="http://schemas.microsoft.com/office/drawing/2014/main" id="{CEDDA73A-2563-44CB-A8A8-58E53CCE3792}"/>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7" name="Content Placeholder 2">
            <a:extLst>
              <a:ext uri="{FF2B5EF4-FFF2-40B4-BE49-F238E27FC236}">
                <a16:creationId xmlns:a16="http://schemas.microsoft.com/office/drawing/2014/main" id="{D5C8F43F-CAF1-A482-50E0-EF96F5E71367}"/>
              </a:ext>
            </a:extLst>
          </p:cNvPr>
          <p:cNvSpPr>
            <a:spLocks noGrp="1"/>
          </p:cNvSpPr>
          <p:nvPr>
            <p:ph idx="13" hasCustomPrompt="1"/>
          </p:nvPr>
        </p:nvSpPr>
        <p:spPr>
          <a:xfrm>
            <a:off x="479425" y="1356831"/>
            <a:ext cx="1123315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3" name="Text Placeholder 3">
            <a:extLst>
              <a:ext uri="{FF2B5EF4-FFF2-40B4-BE49-F238E27FC236}">
                <a16:creationId xmlns:a16="http://schemas.microsoft.com/office/drawing/2014/main" id="{8F669D4D-8545-E7C8-DAC7-29EDDE959FAB}"/>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3">
            <a:extLst>
              <a:ext uri="{FF2B5EF4-FFF2-40B4-BE49-F238E27FC236}">
                <a16:creationId xmlns:a16="http://schemas.microsoft.com/office/drawing/2014/main" id="{8726EDC7-207C-455E-C663-6CB81D6B8D19}"/>
              </a:ext>
            </a:extLst>
          </p:cNvPr>
          <p:cNvSpPr>
            <a:spLocks noGrp="1"/>
          </p:cNvSpPr>
          <p:nvPr>
            <p:ph type="body" sz="quarter" idx="16"/>
          </p:nvPr>
        </p:nvSpPr>
        <p:spPr>
          <a:xfrm>
            <a:off x="6416677" y="2097086"/>
            <a:ext cx="5294750"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Graphic 7">
            <a:extLst>
              <a:ext uri="{FF2B5EF4-FFF2-40B4-BE49-F238E27FC236}">
                <a16:creationId xmlns:a16="http://schemas.microsoft.com/office/drawing/2014/main" id="{350EB7B9-33CC-A48E-A83D-CA1D52285D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9" name="Rectangle 8">
            <a:extLst>
              <a:ext uri="{FF2B5EF4-FFF2-40B4-BE49-F238E27FC236}">
                <a16:creationId xmlns:a16="http://schemas.microsoft.com/office/drawing/2014/main" id="{E950CDC8-B59F-FF15-49A9-033A823D4368}"/>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54994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_content_subtitle_image_lef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08000"/>
            <a:ext cx="5775324"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476250"/>
            <a:ext cx="5318442" cy="746695"/>
          </a:xfrm>
          <a:prstGeom prst="rect">
            <a:avLst/>
          </a:prstGeom>
        </p:spPr>
        <p:txBody>
          <a:bodyPr lIns="0" tIns="0" rIns="0" bIns="0"/>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6416675" y="1356831"/>
            <a:ext cx="530809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3" name="Footer Placeholder 4">
            <a:extLst>
              <a:ext uri="{FF2B5EF4-FFF2-40B4-BE49-F238E27FC236}">
                <a16:creationId xmlns:a16="http://schemas.microsoft.com/office/drawing/2014/main" id="{CDEFF3B2-DCCF-0171-502F-D26997EAA77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DDFA4496-13A1-2A4C-F245-2395570D1BC2}"/>
              </a:ext>
            </a:extLst>
          </p:cNvPr>
          <p:cNvSpPr>
            <a:spLocks noGrp="1"/>
          </p:cNvSpPr>
          <p:nvPr>
            <p:ph type="body" sz="quarter" idx="15"/>
          </p:nvPr>
        </p:nvSpPr>
        <p:spPr>
          <a:xfrm>
            <a:off x="6416675" y="2097087"/>
            <a:ext cx="5294750"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D80E34FE-AC13-459D-7814-989464AFA321}"/>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CD3BFB10-0CD1-0D7C-4C30-CB3E8E746D4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2556097834"/>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8_content_subtitle_image_left_inverted">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08000"/>
            <a:ext cx="5775324"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476250"/>
            <a:ext cx="5318442"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8" name="Content Placeholder 2">
            <a:extLst>
              <a:ext uri="{FF2B5EF4-FFF2-40B4-BE49-F238E27FC236}">
                <a16:creationId xmlns:a16="http://schemas.microsoft.com/office/drawing/2014/main" id="{70E579F2-6F66-075B-A744-8E0562F424A3}"/>
              </a:ext>
            </a:extLst>
          </p:cNvPr>
          <p:cNvSpPr>
            <a:spLocks noGrp="1"/>
          </p:cNvSpPr>
          <p:nvPr>
            <p:ph idx="13" hasCustomPrompt="1"/>
          </p:nvPr>
        </p:nvSpPr>
        <p:spPr>
          <a:xfrm>
            <a:off x="6416675" y="1356831"/>
            <a:ext cx="530809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3" name="Footer Placeholder 4">
            <a:extLst>
              <a:ext uri="{FF2B5EF4-FFF2-40B4-BE49-F238E27FC236}">
                <a16:creationId xmlns:a16="http://schemas.microsoft.com/office/drawing/2014/main" id="{CDEFF3B2-DCCF-0171-502F-D26997EAA77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62994EA7-2394-B1D0-3D44-E524C0EADB9F}"/>
              </a:ext>
            </a:extLst>
          </p:cNvPr>
          <p:cNvSpPr>
            <a:spLocks noGrp="1"/>
          </p:cNvSpPr>
          <p:nvPr>
            <p:ph type="body" sz="quarter" idx="15"/>
          </p:nvPr>
        </p:nvSpPr>
        <p:spPr>
          <a:xfrm>
            <a:off x="6416675" y="2097087"/>
            <a:ext cx="5294750"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Graphic 5">
            <a:extLst>
              <a:ext uri="{FF2B5EF4-FFF2-40B4-BE49-F238E27FC236}">
                <a16:creationId xmlns:a16="http://schemas.microsoft.com/office/drawing/2014/main" id="{69AD2722-E5A2-B3DF-870E-FB84510E5B7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9" name="Rectangle 8">
            <a:extLst>
              <a:ext uri="{FF2B5EF4-FFF2-40B4-BE49-F238E27FC236}">
                <a16:creationId xmlns:a16="http://schemas.microsoft.com/office/drawing/2014/main" id="{4B06082A-D947-E1D3-13D9-E1BC11A21D01}"/>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680940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9_content_image_lef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08000"/>
            <a:ext cx="5775324"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476250"/>
            <a:ext cx="5318442" cy="746695"/>
          </a:xfrm>
          <a:prstGeom prst="rect">
            <a:avLst/>
          </a:prstGeom>
        </p:spPr>
        <p:txBody>
          <a:bodyPr lIns="0" tIns="0" rIns="0" bIns="0"/>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CB4201D2-BD05-F529-A7BB-0ACAC0B2CAAB}"/>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42E30648-FEC9-902F-C4CC-55FC2D7F1184}"/>
              </a:ext>
            </a:extLst>
          </p:cNvPr>
          <p:cNvSpPr>
            <a:spLocks noGrp="1"/>
          </p:cNvSpPr>
          <p:nvPr>
            <p:ph type="body" sz="quarter" idx="15"/>
          </p:nvPr>
        </p:nvSpPr>
        <p:spPr>
          <a:xfrm>
            <a:off x="6416675" y="1484785"/>
            <a:ext cx="529475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Rectangle 5">
            <a:extLst>
              <a:ext uri="{FF2B5EF4-FFF2-40B4-BE49-F238E27FC236}">
                <a16:creationId xmlns:a16="http://schemas.microsoft.com/office/drawing/2014/main" id="{A9477DD9-1F6A-1A1E-900C-6D221BE83593}"/>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B3E7AEA2-0369-0EE4-ED62-640E773D132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961414498"/>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9_content_image_left_inverted">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1" y="108000"/>
            <a:ext cx="5775324"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6416675" y="476250"/>
            <a:ext cx="5318442"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CB4201D2-BD05-F529-A7BB-0ACAC0B2CAAB}"/>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6E7F3C75-1F6C-B006-1875-8736837DE91E}"/>
              </a:ext>
            </a:extLst>
          </p:cNvPr>
          <p:cNvSpPr>
            <a:spLocks noGrp="1"/>
          </p:cNvSpPr>
          <p:nvPr>
            <p:ph type="body" sz="quarter" idx="15"/>
          </p:nvPr>
        </p:nvSpPr>
        <p:spPr>
          <a:xfrm>
            <a:off x="6416675" y="1484785"/>
            <a:ext cx="529475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Graphic 5">
            <a:extLst>
              <a:ext uri="{FF2B5EF4-FFF2-40B4-BE49-F238E27FC236}">
                <a16:creationId xmlns:a16="http://schemas.microsoft.com/office/drawing/2014/main" id="{93DFC963-1AD5-DF78-3AAE-D63B896BAB3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30400" cy="291600"/>
          </a:xfrm>
          <a:prstGeom prst="rect">
            <a:avLst/>
          </a:prstGeom>
        </p:spPr>
      </p:pic>
      <p:sp>
        <p:nvSpPr>
          <p:cNvPr id="7" name="Rectangle 6">
            <a:extLst>
              <a:ext uri="{FF2B5EF4-FFF2-40B4-BE49-F238E27FC236}">
                <a16:creationId xmlns:a16="http://schemas.microsoft.com/office/drawing/2014/main" id="{175E0AE2-7480-C337-1BC1-6B1784BA7EF5}"/>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43562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0_content_subtitle_image_right_logo_blac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2AA475AD-E287-BA47-FE05-0F7C657E7A9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Content Placeholder 2">
            <a:extLst>
              <a:ext uri="{FF2B5EF4-FFF2-40B4-BE49-F238E27FC236}">
                <a16:creationId xmlns:a16="http://schemas.microsoft.com/office/drawing/2014/main" id="{104A9530-B56E-4759-E9AC-D6C36EE944E1}"/>
              </a:ext>
            </a:extLst>
          </p:cNvPr>
          <p:cNvSpPr>
            <a:spLocks noGrp="1"/>
          </p:cNvSpPr>
          <p:nvPr>
            <p:ph idx="13" hasCustomPrompt="1"/>
          </p:nvPr>
        </p:nvSpPr>
        <p:spPr>
          <a:xfrm>
            <a:off x="479425" y="1356831"/>
            <a:ext cx="529590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710F5F43-53C2-7774-AE67-664890988668}"/>
              </a:ext>
            </a:extLst>
          </p:cNvPr>
          <p:cNvSpPr>
            <a:spLocks noGrp="1"/>
          </p:cNvSpPr>
          <p:nvPr>
            <p:ph type="title"/>
          </p:nvPr>
        </p:nvSpPr>
        <p:spPr>
          <a:xfrm>
            <a:off x="479425" y="476250"/>
            <a:ext cx="5295900" cy="746695"/>
          </a:xfrm>
          <a:prstGeom prst="rect">
            <a:avLst/>
          </a:prstGeom>
        </p:spPr>
        <p:txBody>
          <a:bodyPr lIns="0" tIns="0" rIns="0" bIns="0"/>
          <a:lstStyle/>
          <a:p>
            <a:r>
              <a:rPr lang="en-US"/>
              <a:t>Click to edit Master title style</a:t>
            </a:r>
            <a:endParaRPr lang="en-GB"/>
          </a:p>
        </p:txBody>
      </p:sp>
      <p:sp>
        <p:nvSpPr>
          <p:cNvPr id="4" name="Text Placeholder 3">
            <a:extLst>
              <a:ext uri="{FF2B5EF4-FFF2-40B4-BE49-F238E27FC236}">
                <a16:creationId xmlns:a16="http://schemas.microsoft.com/office/drawing/2014/main" id="{BB76608A-22F0-CDB1-3D7F-7A3ACB386D45}"/>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logo_black">
            <a:extLst>
              <a:ext uri="{FF2B5EF4-FFF2-40B4-BE49-F238E27FC236}">
                <a16:creationId xmlns:a16="http://schemas.microsoft.com/office/drawing/2014/main" id="{01318BC0-4B36-81D7-7936-5DE401633A46}"/>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8" name="Rectangle 7">
            <a:extLst>
              <a:ext uri="{FF2B5EF4-FFF2-40B4-BE49-F238E27FC236}">
                <a16:creationId xmlns:a16="http://schemas.microsoft.com/office/drawing/2014/main" id="{B27562DC-5B8B-99C6-495F-A0AA01CE9715}"/>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9835347"/>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0_content_subtitle_image_right_logo_whit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2AA475AD-E287-BA47-FE05-0F7C657E7A9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Content Placeholder 2">
            <a:extLst>
              <a:ext uri="{FF2B5EF4-FFF2-40B4-BE49-F238E27FC236}">
                <a16:creationId xmlns:a16="http://schemas.microsoft.com/office/drawing/2014/main" id="{104A9530-B56E-4759-E9AC-D6C36EE944E1}"/>
              </a:ext>
            </a:extLst>
          </p:cNvPr>
          <p:cNvSpPr>
            <a:spLocks noGrp="1"/>
          </p:cNvSpPr>
          <p:nvPr>
            <p:ph idx="13" hasCustomPrompt="1"/>
          </p:nvPr>
        </p:nvSpPr>
        <p:spPr>
          <a:xfrm>
            <a:off x="479425" y="1356831"/>
            <a:ext cx="5295900"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710F5F43-53C2-7774-AE67-664890988668}"/>
              </a:ext>
            </a:extLst>
          </p:cNvPr>
          <p:cNvSpPr>
            <a:spLocks noGrp="1"/>
          </p:cNvSpPr>
          <p:nvPr>
            <p:ph type="title"/>
          </p:nvPr>
        </p:nvSpPr>
        <p:spPr>
          <a:xfrm>
            <a:off x="479425" y="476250"/>
            <a:ext cx="5295900" cy="746695"/>
          </a:xfrm>
          <a:prstGeom prst="rect">
            <a:avLst/>
          </a:prstGeom>
        </p:spPr>
        <p:txBody>
          <a:bodyPr lIns="0" tIns="0" rIns="0" bIns="0"/>
          <a:lstStyle/>
          <a:p>
            <a:r>
              <a:rPr lang="en-US"/>
              <a:t>Click to edit Master title style</a:t>
            </a:r>
            <a:endParaRPr lang="en-GB"/>
          </a:p>
        </p:txBody>
      </p:sp>
      <p:sp>
        <p:nvSpPr>
          <p:cNvPr id="3" name="Text Placeholder 3">
            <a:extLst>
              <a:ext uri="{FF2B5EF4-FFF2-40B4-BE49-F238E27FC236}">
                <a16:creationId xmlns:a16="http://schemas.microsoft.com/office/drawing/2014/main" id="{F2FDCA24-F6A1-ECA1-D87A-5F6A9F832BC3}"/>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logo_white">
            <a:extLst>
              <a:ext uri="{FF2B5EF4-FFF2-40B4-BE49-F238E27FC236}">
                <a16:creationId xmlns:a16="http://schemas.microsoft.com/office/drawing/2014/main" id="{C60C69FE-E579-BD5F-4440-730BDC749DAE}"/>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8" name="Rectangle 7">
            <a:extLst>
              <a:ext uri="{FF2B5EF4-FFF2-40B4-BE49-F238E27FC236}">
                <a16:creationId xmlns:a16="http://schemas.microsoft.com/office/drawing/2014/main" id="{FB38E7B9-C6B9-C679-DB15-611FBA4D88C9}"/>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53810065"/>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0_content_subtitle_image_right_inverted_logo_black">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2AA475AD-E287-BA47-FE05-0F7C657E7A9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Content Placeholder 2">
            <a:extLst>
              <a:ext uri="{FF2B5EF4-FFF2-40B4-BE49-F238E27FC236}">
                <a16:creationId xmlns:a16="http://schemas.microsoft.com/office/drawing/2014/main" id="{104A9530-B56E-4759-E9AC-D6C36EE944E1}"/>
              </a:ext>
            </a:extLst>
          </p:cNvPr>
          <p:cNvSpPr>
            <a:spLocks noGrp="1"/>
          </p:cNvSpPr>
          <p:nvPr>
            <p:ph idx="13" hasCustomPrompt="1"/>
          </p:nvPr>
        </p:nvSpPr>
        <p:spPr>
          <a:xfrm>
            <a:off x="479425" y="1356831"/>
            <a:ext cx="529590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710F5F43-53C2-7774-AE67-664890988668}"/>
              </a:ext>
            </a:extLst>
          </p:cNvPr>
          <p:cNvSpPr>
            <a:spLocks noGrp="1"/>
          </p:cNvSpPr>
          <p:nvPr>
            <p:ph type="title"/>
          </p:nvPr>
        </p:nvSpPr>
        <p:spPr>
          <a:xfrm>
            <a:off x="479425" y="476250"/>
            <a:ext cx="5295900"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9EB99407-C2F6-B458-B616-B391D2FE917D}"/>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logo_black">
            <a:extLst>
              <a:ext uri="{FF2B5EF4-FFF2-40B4-BE49-F238E27FC236}">
                <a16:creationId xmlns:a16="http://schemas.microsoft.com/office/drawing/2014/main" id="{8AC399FF-8313-BB33-7367-5A21BA1F6CAE}"/>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8" name="Rectangle 7">
            <a:extLst>
              <a:ext uri="{FF2B5EF4-FFF2-40B4-BE49-F238E27FC236}">
                <a16:creationId xmlns:a16="http://schemas.microsoft.com/office/drawing/2014/main" id="{D677897F-F642-E80F-BC5B-F983BFF7DE78}"/>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84066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0_content_subtitle_image_right_inverted_logo_white">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2AA475AD-E287-BA47-FE05-0F7C657E7A9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Content Placeholder 2">
            <a:extLst>
              <a:ext uri="{FF2B5EF4-FFF2-40B4-BE49-F238E27FC236}">
                <a16:creationId xmlns:a16="http://schemas.microsoft.com/office/drawing/2014/main" id="{104A9530-B56E-4759-E9AC-D6C36EE944E1}"/>
              </a:ext>
            </a:extLst>
          </p:cNvPr>
          <p:cNvSpPr>
            <a:spLocks noGrp="1"/>
          </p:cNvSpPr>
          <p:nvPr>
            <p:ph idx="13" hasCustomPrompt="1"/>
          </p:nvPr>
        </p:nvSpPr>
        <p:spPr>
          <a:xfrm>
            <a:off x="479425" y="1356831"/>
            <a:ext cx="5295900"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7" name="Title 6">
            <a:extLst>
              <a:ext uri="{FF2B5EF4-FFF2-40B4-BE49-F238E27FC236}">
                <a16:creationId xmlns:a16="http://schemas.microsoft.com/office/drawing/2014/main" id="{710F5F43-53C2-7774-AE67-664890988668}"/>
              </a:ext>
            </a:extLst>
          </p:cNvPr>
          <p:cNvSpPr>
            <a:spLocks noGrp="1"/>
          </p:cNvSpPr>
          <p:nvPr>
            <p:ph type="title"/>
          </p:nvPr>
        </p:nvSpPr>
        <p:spPr>
          <a:xfrm>
            <a:off x="479425" y="476250"/>
            <a:ext cx="5295900"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9EB99407-C2F6-B458-B616-B391D2FE917D}"/>
              </a:ext>
            </a:extLst>
          </p:cNvPr>
          <p:cNvSpPr>
            <a:spLocks noGrp="1"/>
          </p:cNvSpPr>
          <p:nvPr>
            <p:ph type="body" sz="quarter" idx="15"/>
          </p:nvPr>
        </p:nvSpPr>
        <p:spPr>
          <a:xfrm>
            <a:off x="480575" y="2097086"/>
            <a:ext cx="5294750"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logo_white">
            <a:extLst>
              <a:ext uri="{FF2B5EF4-FFF2-40B4-BE49-F238E27FC236}">
                <a16:creationId xmlns:a16="http://schemas.microsoft.com/office/drawing/2014/main" id="{253B4237-3084-3A4F-81A6-E91E8C3946CE}"/>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3" name="Rectangle 2">
            <a:extLst>
              <a:ext uri="{FF2B5EF4-FFF2-40B4-BE49-F238E27FC236}">
                <a16:creationId xmlns:a16="http://schemas.microsoft.com/office/drawing/2014/main" id="{2230EDC6-78CD-3A33-F792-92D34C494410}"/>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7479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1_content_image_right_logo_blac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476250"/>
            <a:ext cx="5295900" cy="746695"/>
          </a:xfrm>
          <a:prstGeom prst="rect">
            <a:avLst/>
          </a:prstGeom>
        </p:spPr>
        <p:txBody>
          <a:bodyPr lIns="0" tIns="0" rIns="0" bIns="0"/>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364D8D53-9786-BF65-1E1C-386137EEF1E7}"/>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ext Placeholder 3">
            <a:extLst>
              <a:ext uri="{FF2B5EF4-FFF2-40B4-BE49-F238E27FC236}">
                <a16:creationId xmlns:a16="http://schemas.microsoft.com/office/drawing/2014/main" id="{D9D8A4CC-CF23-4C69-FCEF-90F90414D101}"/>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logo_black">
            <a:extLst>
              <a:ext uri="{FF2B5EF4-FFF2-40B4-BE49-F238E27FC236}">
                <a16:creationId xmlns:a16="http://schemas.microsoft.com/office/drawing/2014/main" id="{19CE4283-AAAA-F3A6-F13F-FEFC592D71A3}"/>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D1F2F19D-3199-5FD7-63DF-92D95DF58134}"/>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48945504"/>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1_content_image_right_logo_whit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476250"/>
            <a:ext cx="5295900" cy="746695"/>
          </a:xfrm>
          <a:prstGeom prst="rect">
            <a:avLst/>
          </a:prstGeom>
        </p:spPr>
        <p:txBody>
          <a:bodyPr lIns="0" tIns="0" rIns="0" bIns="0"/>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364D8D53-9786-BF65-1E1C-386137EEF1E7}"/>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Text Placeholder 3">
            <a:extLst>
              <a:ext uri="{FF2B5EF4-FFF2-40B4-BE49-F238E27FC236}">
                <a16:creationId xmlns:a16="http://schemas.microsoft.com/office/drawing/2014/main" id="{2205A362-E054-FC03-0E84-698936F3D4E7}"/>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logo_white">
            <a:extLst>
              <a:ext uri="{FF2B5EF4-FFF2-40B4-BE49-F238E27FC236}">
                <a16:creationId xmlns:a16="http://schemas.microsoft.com/office/drawing/2014/main" id="{AEDD8B8E-83DC-7A9C-F327-97F58D9835D8}"/>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88432736-10B3-1CD9-A24D-B42908C38055}"/>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15466324"/>
      </p:ext>
    </p:extLst>
  </p:cSld>
  <p:clrMapOvr>
    <a:masterClrMapping/>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1_content_image_right_inverted_logo_black">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476250"/>
            <a:ext cx="529590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364D8D53-9786-BF65-1E1C-386137EEF1E7}"/>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A8A65BEF-CF0B-D4F6-4F97-077FCEE71A3C}"/>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logo_black">
            <a:extLst>
              <a:ext uri="{FF2B5EF4-FFF2-40B4-BE49-F238E27FC236}">
                <a16:creationId xmlns:a16="http://schemas.microsoft.com/office/drawing/2014/main" id="{F05E08DD-C54E-47BF-6A5A-006868456B03}"/>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89847E1F-7FB5-750A-F546-32EC67ED6FF6}"/>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117619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1_content_image_right_inverted_logo_white">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p:cNvSpPr>
          <p:nvPr>
            <p:ph type="pic" sz="quarter" idx="34" hasCustomPrompt="1"/>
          </p:nvPr>
        </p:nvSpPr>
        <p:spPr>
          <a:xfrm>
            <a:off x="6416675" y="108000"/>
            <a:ext cx="57753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Title 3">
            <a:extLst>
              <a:ext uri="{FF2B5EF4-FFF2-40B4-BE49-F238E27FC236}">
                <a16:creationId xmlns:a16="http://schemas.microsoft.com/office/drawing/2014/main" id="{3AB119FE-C17F-DE03-6352-C04EEE8C8C93}"/>
              </a:ext>
            </a:extLst>
          </p:cNvPr>
          <p:cNvSpPr>
            <a:spLocks noGrp="1"/>
          </p:cNvSpPr>
          <p:nvPr>
            <p:ph type="title"/>
          </p:nvPr>
        </p:nvSpPr>
        <p:spPr>
          <a:xfrm>
            <a:off x="479425" y="476250"/>
            <a:ext cx="529590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6" name="Footer Placeholder 4">
            <a:extLst>
              <a:ext uri="{FF2B5EF4-FFF2-40B4-BE49-F238E27FC236}">
                <a16:creationId xmlns:a16="http://schemas.microsoft.com/office/drawing/2014/main" id="{364D8D53-9786-BF65-1E1C-386137EEF1E7}"/>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Text Placeholder 3">
            <a:extLst>
              <a:ext uri="{FF2B5EF4-FFF2-40B4-BE49-F238E27FC236}">
                <a16:creationId xmlns:a16="http://schemas.microsoft.com/office/drawing/2014/main" id="{A8A65BEF-CF0B-D4F6-4F97-077FCEE71A3C}"/>
              </a:ext>
            </a:extLst>
          </p:cNvPr>
          <p:cNvSpPr>
            <a:spLocks noGrp="1"/>
          </p:cNvSpPr>
          <p:nvPr>
            <p:ph type="body" sz="quarter" idx="15"/>
          </p:nvPr>
        </p:nvSpPr>
        <p:spPr>
          <a:xfrm>
            <a:off x="480575" y="1484785"/>
            <a:ext cx="5294750" cy="4408015"/>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ogo_white">
            <a:extLst>
              <a:ext uri="{FF2B5EF4-FFF2-40B4-BE49-F238E27FC236}">
                <a16:creationId xmlns:a16="http://schemas.microsoft.com/office/drawing/2014/main" id="{9B33177E-F54D-7C94-44E4-EA1283DA3801}"/>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3" name="Rectangle 2">
            <a:extLst>
              <a:ext uri="{FF2B5EF4-FFF2-40B4-BE49-F238E27FC236}">
                <a16:creationId xmlns:a16="http://schemas.microsoft.com/office/drawing/2014/main" id="{F39D2C98-6DFF-C635-B70A-DDCE695D2E25}"/>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974269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4042" userDrawn="1">
          <p15:clr>
            <a:srgbClr val="FBAE40"/>
          </p15:clr>
        </p15:guide>
        <p15:guide id="4" pos="363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2_content_33">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BC28D97-2035-AB97-3EDD-6E31A2EA427E}"/>
              </a:ext>
            </a:extLst>
          </p:cNvPr>
          <p:cNvSpPr>
            <a:spLocks noGrp="1"/>
          </p:cNvSpPr>
          <p:nvPr>
            <p:ph type="body" sz="quarter" idx="17" hasCustomPrompt="1"/>
          </p:nvPr>
        </p:nvSpPr>
        <p:spPr>
          <a:xfrm>
            <a:off x="8397875" y="108000"/>
            <a:ext cx="3794125" cy="6750000"/>
          </a:xfrm>
          <a:prstGeom prst="rect">
            <a:avLst/>
          </a:prstGeom>
          <a:solidFill>
            <a:schemeClr val="accent2"/>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en-AU" sz="1800" dirty="0">
                <a:latin typeface="+mn-lt"/>
              </a:defRPr>
            </a:lvl1pPr>
          </a:lstStyle>
          <a:p>
            <a:pPr lvl="0"/>
            <a:r>
              <a:rPr lang="en-US" dirty="0"/>
              <a:t> </a:t>
            </a:r>
            <a:endParaRPr lang="en-AU" dirty="0"/>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266891AA-D224-AD02-0CC7-9E49AC011316}"/>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itle 6">
            <a:extLst>
              <a:ext uri="{FF2B5EF4-FFF2-40B4-BE49-F238E27FC236}">
                <a16:creationId xmlns:a16="http://schemas.microsoft.com/office/drawing/2014/main" id="{53B9530B-189C-2E27-524F-C48E33A910CA}"/>
              </a:ext>
            </a:extLst>
          </p:cNvPr>
          <p:cNvSpPr>
            <a:spLocks noGrp="1"/>
          </p:cNvSpPr>
          <p:nvPr>
            <p:ph type="title"/>
          </p:nvPr>
        </p:nvSpPr>
        <p:spPr>
          <a:xfrm>
            <a:off x="479424" y="476250"/>
            <a:ext cx="7308851" cy="746695"/>
          </a:xfrm>
          <a:prstGeom prst="rect">
            <a:avLst/>
          </a:prstGeom>
        </p:spPr>
        <p:txBody>
          <a:bodyPr lIns="0" tIns="0" rIns="0" bIns="0"/>
          <a:lstStyle/>
          <a:p>
            <a:r>
              <a:rPr lang="en-US"/>
              <a:t>Click to edit Master title style</a:t>
            </a:r>
            <a:endParaRPr lang="en-GB" dirty="0"/>
          </a:p>
        </p:txBody>
      </p:sp>
      <p:sp>
        <p:nvSpPr>
          <p:cNvPr id="7" name="logo_black">
            <a:extLst>
              <a:ext uri="{FF2B5EF4-FFF2-40B4-BE49-F238E27FC236}">
                <a16:creationId xmlns:a16="http://schemas.microsoft.com/office/drawing/2014/main" id="{077B1A4E-8CD5-59D6-8F1E-858A141387D3}"/>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4" name="Text Placeholder 3">
            <a:extLst>
              <a:ext uri="{FF2B5EF4-FFF2-40B4-BE49-F238E27FC236}">
                <a16:creationId xmlns:a16="http://schemas.microsoft.com/office/drawing/2014/main" id="{0F289942-57B5-D9BB-86C8-C92F80C4A514}"/>
              </a:ext>
            </a:extLst>
          </p:cNvPr>
          <p:cNvSpPr>
            <a:spLocks noGrp="1"/>
          </p:cNvSpPr>
          <p:nvPr>
            <p:ph type="body" sz="quarter" idx="38"/>
          </p:nvPr>
        </p:nvSpPr>
        <p:spPr>
          <a:xfrm>
            <a:off x="8843486" y="608012"/>
            <a:ext cx="2886551" cy="5284787"/>
          </a:xfrm>
          <a:prstGeom prst="rect">
            <a:avLst/>
          </a:prstGeom>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3">
            <a:extLst>
              <a:ext uri="{FF2B5EF4-FFF2-40B4-BE49-F238E27FC236}">
                <a16:creationId xmlns:a16="http://schemas.microsoft.com/office/drawing/2014/main" id="{E39226D6-2BB8-5D13-49BB-CC42EE09B00C}"/>
              </a:ext>
            </a:extLst>
          </p:cNvPr>
          <p:cNvSpPr>
            <a:spLocks noGrp="1"/>
          </p:cNvSpPr>
          <p:nvPr>
            <p:ph type="body" sz="quarter" idx="45"/>
          </p:nvPr>
        </p:nvSpPr>
        <p:spPr>
          <a:xfrm>
            <a:off x="4439815" y="1484784"/>
            <a:ext cx="333000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00DE7D65-2B5B-D098-757E-926856C917F3}"/>
              </a:ext>
            </a:extLst>
          </p:cNvPr>
          <p:cNvSpPr>
            <a:spLocks noGrp="1"/>
          </p:cNvSpPr>
          <p:nvPr>
            <p:ph type="body" sz="quarter" idx="46"/>
          </p:nvPr>
        </p:nvSpPr>
        <p:spPr>
          <a:xfrm>
            <a:off x="479425" y="1484784"/>
            <a:ext cx="3330000" cy="4408015"/>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Rectangle 5">
            <a:extLst>
              <a:ext uri="{FF2B5EF4-FFF2-40B4-BE49-F238E27FC236}">
                <a16:creationId xmlns:a16="http://schemas.microsoft.com/office/drawing/2014/main" id="{45B47C44-CB19-CE13-7535-49AD9A6A0513}"/>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47537075"/>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2_content_33_imag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F8B460B7-03A1-CE7C-817E-B7B16938F2F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6" name="Title 6">
            <a:extLst>
              <a:ext uri="{FF2B5EF4-FFF2-40B4-BE49-F238E27FC236}">
                <a16:creationId xmlns:a16="http://schemas.microsoft.com/office/drawing/2014/main" id="{7E1E6C02-EB5E-E222-01B0-B6F53B4CBC36}"/>
              </a:ext>
            </a:extLst>
          </p:cNvPr>
          <p:cNvSpPr>
            <a:spLocks noGrp="1"/>
          </p:cNvSpPr>
          <p:nvPr>
            <p:ph type="title"/>
          </p:nvPr>
        </p:nvSpPr>
        <p:spPr>
          <a:xfrm>
            <a:off x="479424" y="476250"/>
            <a:ext cx="7308851" cy="746695"/>
          </a:xfrm>
          <a:prstGeom prst="rect">
            <a:avLst/>
          </a:prstGeom>
        </p:spPr>
        <p:txBody>
          <a:bodyPr lIns="0" tIns="0" rIns="0" bIns="0"/>
          <a:lstStyle/>
          <a:p>
            <a:r>
              <a:rPr lang="en-US"/>
              <a:t>Click to edit Master title style</a:t>
            </a:r>
            <a:endParaRPr lang="en-GB"/>
          </a:p>
        </p:txBody>
      </p:sp>
      <p:sp>
        <p:nvSpPr>
          <p:cNvPr id="9" name="Text Placeholder 3">
            <a:extLst>
              <a:ext uri="{FF2B5EF4-FFF2-40B4-BE49-F238E27FC236}">
                <a16:creationId xmlns:a16="http://schemas.microsoft.com/office/drawing/2014/main" id="{0F3D72E1-564F-7B5B-2B2D-4F322B6FDA96}"/>
              </a:ext>
            </a:extLst>
          </p:cNvPr>
          <p:cNvSpPr>
            <a:spLocks noGrp="1"/>
          </p:cNvSpPr>
          <p:nvPr>
            <p:ph type="body" sz="quarter" idx="15"/>
          </p:nvPr>
        </p:nvSpPr>
        <p:spPr>
          <a:xfrm>
            <a:off x="480575" y="1484784"/>
            <a:ext cx="3329425" cy="440801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3">
            <a:extLst>
              <a:ext uri="{FF2B5EF4-FFF2-40B4-BE49-F238E27FC236}">
                <a16:creationId xmlns:a16="http://schemas.microsoft.com/office/drawing/2014/main" id="{0512BA72-70F3-9A35-6741-4A4B57770074}"/>
              </a:ext>
            </a:extLst>
          </p:cNvPr>
          <p:cNvSpPr>
            <a:spLocks noGrp="1"/>
          </p:cNvSpPr>
          <p:nvPr>
            <p:ph type="body" sz="quarter" idx="38"/>
          </p:nvPr>
        </p:nvSpPr>
        <p:spPr>
          <a:xfrm>
            <a:off x="4439815" y="1484784"/>
            <a:ext cx="3329425" cy="440801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ogo_white">
            <a:extLst>
              <a:ext uri="{FF2B5EF4-FFF2-40B4-BE49-F238E27FC236}">
                <a16:creationId xmlns:a16="http://schemas.microsoft.com/office/drawing/2014/main" id="{DB87542A-A3D0-425B-499D-2EE9B93367EE}"/>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5" name="Rectangle 4">
            <a:extLst>
              <a:ext uri="{FF2B5EF4-FFF2-40B4-BE49-F238E27FC236}">
                <a16:creationId xmlns:a16="http://schemas.microsoft.com/office/drawing/2014/main" id="{E295FA73-FAF6-979A-28CD-37B55EF237F1}"/>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4622143"/>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2_content_33_imag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F8B460B7-03A1-CE7C-817E-B7B16938F2F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6" name="Title 6">
            <a:extLst>
              <a:ext uri="{FF2B5EF4-FFF2-40B4-BE49-F238E27FC236}">
                <a16:creationId xmlns:a16="http://schemas.microsoft.com/office/drawing/2014/main" id="{7E1E6C02-EB5E-E222-01B0-B6F53B4CBC36}"/>
              </a:ext>
            </a:extLst>
          </p:cNvPr>
          <p:cNvSpPr>
            <a:spLocks noGrp="1"/>
          </p:cNvSpPr>
          <p:nvPr>
            <p:ph type="title"/>
          </p:nvPr>
        </p:nvSpPr>
        <p:spPr>
          <a:xfrm>
            <a:off x="479424" y="476250"/>
            <a:ext cx="7308851"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5" name="Text Placeholder 3">
            <a:extLst>
              <a:ext uri="{FF2B5EF4-FFF2-40B4-BE49-F238E27FC236}">
                <a16:creationId xmlns:a16="http://schemas.microsoft.com/office/drawing/2014/main" id="{5F142E2B-4B49-6749-1308-178F3A60D8CE}"/>
              </a:ext>
            </a:extLst>
          </p:cNvPr>
          <p:cNvSpPr>
            <a:spLocks noGrp="1"/>
          </p:cNvSpPr>
          <p:nvPr>
            <p:ph type="body" sz="quarter" idx="15"/>
          </p:nvPr>
        </p:nvSpPr>
        <p:spPr>
          <a:xfrm>
            <a:off x="480575" y="1484784"/>
            <a:ext cx="3329425" cy="4408016"/>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3">
            <a:extLst>
              <a:ext uri="{FF2B5EF4-FFF2-40B4-BE49-F238E27FC236}">
                <a16:creationId xmlns:a16="http://schemas.microsoft.com/office/drawing/2014/main" id="{46827B14-6090-3861-745C-3A532D70C6AF}"/>
              </a:ext>
            </a:extLst>
          </p:cNvPr>
          <p:cNvSpPr>
            <a:spLocks noGrp="1"/>
          </p:cNvSpPr>
          <p:nvPr>
            <p:ph type="body" sz="quarter" idx="38"/>
          </p:nvPr>
        </p:nvSpPr>
        <p:spPr>
          <a:xfrm>
            <a:off x="4439815" y="1484784"/>
            <a:ext cx="3329425" cy="4408016"/>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logo_white">
            <a:extLst>
              <a:ext uri="{FF2B5EF4-FFF2-40B4-BE49-F238E27FC236}">
                <a16:creationId xmlns:a16="http://schemas.microsoft.com/office/drawing/2014/main" id="{9B8A44CF-D0B8-1659-444D-73BCF8F07713}"/>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A67DEC86-C4BD-0F5F-5F4C-C3F6CA772A0F}"/>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603086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3_content_33_imag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F8B460B7-03A1-CE7C-817E-B7B16938F2F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6" name="Title 6">
            <a:extLst>
              <a:ext uri="{FF2B5EF4-FFF2-40B4-BE49-F238E27FC236}">
                <a16:creationId xmlns:a16="http://schemas.microsoft.com/office/drawing/2014/main" id="{7E1E6C02-EB5E-E222-01B0-B6F53B4CBC36}"/>
              </a:ext>
            </a:extLst>
          </p:cNvPr>
          <p:cNvSpPr>
            <a:spLocks noGrp="1"/>
          </p:cNvSpPr>
          <p:nvPr>
            <p:ph type="title"/>
          </p:nvPr>
        </p:nvSpPr>
        <p:spPr>
          <a:xfrm>
            <a:off x="479424" y="476250"/>
            <a:ext cx="7308851"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5" name="Text Placeholder 3">
            <a:extLst>
              <a:ext uri="{FF2B5EF4-FFF2-40B4-BE49-F238E27FC236}">
                <a16:creationId xmlns:a16="http://schemas.microsoft.com/office/drawing/2014/main" id="{5F142E2B-4B49-6749-1308-178F3A60D8CE}"/>
              </a:ext>
            </a:extLst>
          </p:cNvPr>
          <p:cNvSpPr>
            <a:spLocks noGrp="1"/>
          </p:cNvSpPr>
          <p:nvPr>
            <p:ph type="body" sz="quarter" idx="15"/>
          </p:nvPr>
        </p:nvSpPr>
        <p:spPr>
          <a:xfrm>
            <a:off x="480575" y="1484784"/>
            <a:ext cx="3329425" cy="4408016"/>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3">
            <a:extLst>
              <a:ext uri="{FF2B5EF4-FFF2-40B4-BE49-F238E27FC236}">
                <a16:creationId xmlns:a16="http://schemas.microsoft.com/office/drawing/2014/main" id="{46827B14-6090-3861-745C-3A532D70C6AF}"/>
              </a:ext>
            </a:extLst>
          </p:cNvPr>
          <p:cNvSpPr>
            <a:spLocks noGrp="1"/>
          </p:cNvSpPr>
          <p:nvPr>
            <p:ph type="body" sz="quarter" idx="38"/>
          </p:nvPr>
        </p:nvSpPr>
        <p:spPr>
          <a:xfrm>
            <a:off x="4439815" y="1484784"/>
            <a:ext cx="3329425" cy="4408016"/>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A67DEC86-C4BD-0F5F-5F4C-C3F6CA772A0F}"/>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logo_black">
            <a:extLst>
              <a:ext uri="{FF2B5EF4-FFF2-40B4-BE49-F238E27FC236}">
                <a16:creationId xmlns:a16="http://schemas.microsoft.com/office/drawing/2014/main" id="{37F88E18-12A1-C779-DCA3-DD25D1106DAF}"/>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1580533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_content_subtitle_33">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BC28D97-2035-AB97-3EDD-6E31A2EA427E}"/>
              </a:ext>
            </a:extLst>
          </p:cNvPr>
          <p:cNvSpPr>
            <a:spLocks noGrp="1"/>
          </p:cNvSpPr>
          <p:nvPr>
            <p:ph type="body" sz="quarter" idx="17"/>
          </p:nvPr>
        </p:nvSpPr>
        <p:spPr>
          <a:xfrm>
            <a:off x="8397875" y="108000"/>
            <a:ext cx="3794125" cy="6750000"/>
          </a:xfrm>
          <a:prstGeom prst="rect">
            <a:avLst/>
          </a:prstGeom>
          <a:solidFill>
            <a:schemeClr val="accent2"/>
          </a:solidFill>
          <a:ln w="6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en-AU" sz="1800" dirty="0">
                <a:noFill/>
                <a:latin typeface="+mn-lt"/>
              </a:defRPr>
            </a:lvl1pPr>
          </a:lstStyle>
          <a:p>
            <a:pPr lvl="0"/>
            <a:r>
              <a:rPr lang="en-US"/>
              <a:t>Click to edit Master text styles</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6BD5AE7F-0AE6-19E5-C556-562156733FE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Content Placeholder 2">
            <a:extLst>
              <a:ext uri="{FF2B5EF4-FFF2-40B4-BE49-F238E27FC236}">
                <a16:creationId xmlns:a16="http://schemas.microsoft.com/office/drawing/2014/main" id="{4FA1C88C-F285-EA66-7471-D63389DE46F8}"/>
              </a:ext>
            </a:extLst>
          </p:cNvPr>
          <p:cNvSpPr>
            <a:spLocks noGrp="1"/>
          </p:cNvSpPr>
          <p:nvPr>
            <p:ph idx="13" hasCustomPrompt="1"/>
          </p:nvPr>
        </p:nvSpPr>
        <p:spPr>
          <a:xfrm>
            <a:off x="479424" y="1356831"/>
            <a:ext cx="73088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5" name="Title 6">
            <a:extLst>
              <a:ext uri="{FF2B5EF4-FFF2-40B4-BE49-F238E27FC236}">
                <a16:creationId xmlns:a16="http://schemas.microsoft.com/office/drawing/2014/main" id="{AC3C6AD0-9990-D7C0-5F37-E066FAE2394C}"/>
              </a:ext>
            </a:extLst>
          </p:cNvPr>
          <p:cNvSpPr>
            <a:spLocks noGrp="1"/>
          </p:cNvSpPr>
          <p:nvPr>
            <p:ph type="title"/>
          </p:nvPr>
        </p:nvSpPr>
        <p:spPr>
          <a:xfrm>
            <a:off x="479424" y="476250"/>
            <a:ext cx="7308851" cy="746695"/>
          </a:xfrm>
          <a:prstGeom prst="rect">
            <a:avLst/>
          </a:prstGeom>
        </p:spPr>
        <p:txBody>
          <a:bodyPr lIns="0" tIns="0" rIns="0" bIns="0"/>
          <a:lstStyle/>
          <a:p>
            <a:r>
              <a:rPr lang="en-US"/>
              <a:t>Click to edit Master title style</a:t>
            </a:r>
            <a:endParaRPr lang="en-GB"/>
          </a:p>
        </p:txBody>
      </p:sp>
      <p:sp>
        <p:nvSpPr>
          <p:cNvPr id="8" name="logo_black">
            <a:extLst>
              <a:ext uri="{FF2B5EF4-FFF2-40B4-BE49-F238E27FC236}">
                <a16:creationId xmlns:a16="http://schemas.microsoft.com/office/drawing/2014/main" id="{C7808F90-08A6-37A9-ECE8-978977C46688}"/>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76BC7169-2E97-CE7A-4F53-D0007BFF06A7}"/>
              </a:ext>
            </a:extLst>
          </p:cNvPr>
          <p:cNvSpPr>
            <a:spLocks noGrp="1"/>
          </p:cNvSpPr>
          <p:nvPr>
            <p:ph type="body" sz="quarter" idx="38"/>
          </p:nvPr>
        </p:nvSpPr>
        <p:spPr>
          <a:xfrm>
            <a:off x="8843486" y="608012"/>
            <a:ext cx="2886551" cy="5284787"/>
          </a:xfrm>
          <a:prstGeom prst="rect">
            <a:avLst/>
          </a:prstGeom>
        </p:spPr>
        <p:txBody>
          <a:bodyPr lIns="0" tIns="0" rIns="0" b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C76B7C4B-6F52-6036-EFBC-5380624CD07C}"/>
              </a:ext>
            </a:extLst>
          </p:cNvPr>
          <p:cNvSpPr>
            <a:spLocks noGrp="1"/>
          </p:cNvSpPr>
          <p:nvPr>
            <p:ph type="body" sz="quarter" idx="45"/>
          </p:nvPr>
        </p:nvSpPr>
        <p:spPr>
          <a:xfrm>
            <a:off x="4439815" y="2097087"/>
            <a:ext cx="3330000"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3">
            <a:extLst>
              <a:ext uri="{FF2B5EF4-FFF2-40B4-BE49-F238E27FC236}">
                <a16:creationId xmlns:a16="http://schemas.microsoft.com/office/drawing/2014/main" id="{8FFDDFC1-1D76-5101-DD84-1AF81EACAD30}"/>
              </a:ext>
            </a:extLst>
          </p:cNvPr>
          <p:cNvSpPr>
            <a:spLocks noGrp="1"/>
          </p:cNvSpPr>
          <p:nvPr>
            <p:ph type="body" sz="quarter" idx="46"/>
          </p:nvPr>
        </p:nvSpPr>
        <p:spPr>
          <a:xfrm>
            <a:off x="479425" y="2097087"/>
            <a:ext cx="3330000"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Rectangle 5">
            <a:extLst>
              <a:ext uri="{FF2B5EF4-FFF2-40B4-BE49-F238E27FC236}">
                <a16:creationId xmlns:a16="http://schemas.microsoft.com/office/drawing/2014/main" id="{2D91989E-3C25-4FDF-07F2-01AE96FC15F8}"/>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09034891"/>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3_content_subtitle_33_imag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6A3ACDE5-6E25-DD63-D7F2-2B542C73748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Content Placeholder 2">
            <a:extLst>
              <a:ext uri="{FF2B5EF4-FFF2-40B4-BE49-F238E27FC236}">
                <a16:creationId xmlns:a16="http://schemas.microsoft.com/office/drawing/2014/main" id="{6B3F152E-E513-A4A9-38FD-CCB587A27B7E}"/>
              </a:ext>
            </a:extLst>
          </p:cNvPr>
          <p:cNvSpPr>
            <a:spLocks noGrp="1"/>
          </p:cNvSpPr>
          <p:nvPr>
            <p:ph idx="13" hasCustomPrompt="1"/>
          </p:nvPr>
        </p:nvSpPr>
        <p:spPr>
          <a:xfrm>
            <a:off x="479424" y="1356831"/>
            <a:ext cx="73088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6" name="Title 6">
            <a:extLst>
              <a:ext uri="{FF2B5EF4-FFF2-40B4-BE49-F238E27FC236}">
                <a16:creationId xmlns:a16="http://schemas.microsoft.com/office/drawing/2014/main" id="{E06D8BFE-929D-4029-5839-5612F27089BD}"/>
              </a:ext>
            </a:extLst>
          </p:cNvPr>
          <p:cNvSpPr>
            <a:spLocks noGrp="1"/>
          </p:cNvSpPr>
          <p:nvPr>
            <p:ph type="title"/>
          </p:nvPr>
        </p:nvSpPr>
        <p:spPr>
          <a:xfrm>
            <a:off x="479424" y="476250"/>
            <a:ext cx="7308851" cy="746695"/>
          </a:xfrm>
          <a:prstGeom prst="rect">
            <a:avLst/>
          </a:prstGeom>
        </p:spPr>
        <p:txBody>
          <a:bodyPr lIns="0" tIns="0" rIns="0" bIns="0"/>
          <a:lstStyle/>
          <a:p>
            <a:r>
              <a:rPr lang="en-US"/>
              <a:t>Click to edit Master title style</a:t>
            </a:r>
            <a:endParaRPr lang="en-GB"/>
          </a:p>
        </p:txBody>
      </p:sp>
      <p:sp>
        <p:nvSpPr>
          <p:cNvPr id="8" name="Text Placeholder 3">
            <a:extLst>
              <a:ext uri="{FF2B5EF4-FFF2-40B4-BE49-F238E27FC236}">
                <a16:creationId xmlns:a16="http://schemas.microsoft.com/office/drawing/2014/main" id="{0E193463-0CA5-92BF-F1F7-F40172D9C7DB}"/>
              </a:ext>
            </a:extLst>
          </p:cNvPr>
          <p:cNvSpPr>
            <a:spLocks noGrp="1"/>
          </p:cNvSpPr>
          <p:nvPr>
            <p:ph type="body" sz="quarter" idx="15"/>
          </p:nvPr>
        </p:nvSpPr>
        <p:spPr>
          <a:xfrm>
            <a:off x="480575" y="2097086"/>
            <a:ext cx="3329425"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7E3C6028-04B3-556E-C8F4-9A770216F205}"/>
              </a:ext>
            </a:extLst>
          </p:cNvPr>
          <p:cNvSpPr>
            <a:spLocks noGrp="1"/>
          </p:cNvSpPr>
          <p:nvPr>
            <p:ph type="body" sz="quarter" idx="38"/>
          </p:nvPr>
        </p:nvSpPr>
        <p:spPr>
          <a:xfrm>
            <a:off x="4439815" y="2097086"/>
            <a:ext cx="3329425"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logo_white">
            <a:extLst>
              <a:ext uri="{FF2B5EF4-FFF2-40B4-BE49-F238E27FC236}">
                <a16:creationId xmlns:a16="http://schemas.microsoft.com/office/drawing/2014/main" id="{F676DC12-248B-6621-F1C6-594DE2C93E94}"/>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9321B15D-A7DC-D1FF-FD7B-19CA66E6A503}"/>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94486814"/>
      </p:ext>
    </p:extLst>
  </p:cSld>
  <p:clrMapOvr>
    <a:masterClrMapping/>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3_content_subtitle_33_imag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6A3ACDE5-6E25-DD63-D7F2-2B542C73748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Content Placeholder 2">
            <a:extLst>
              <a:ext uri="{FF2B5EF4-FFF2-40B4-BE49-F238E27FC236}">
                <a16:creationId xmlns:a16="http://schemas.microsoft.com/office/drawing/2014/main" id="{6B3F152E-E513-A4A9-38FD-CCB587A27B7E}"/>
              </a:ext>
            </a:extLst>
          </p:cNvPr>
          <p:cNvSpPr>
            <a:spLocks noGrp="1"/>
          </p:cNvSpPr>
          <p:nvPr>
            <p:ph idx="13" hasCustomPrompt="1"/>
          </p:nvPr>
        </p:nvSpPr>
        <p:spPr>
          <a:xfrm>
            <a:off x="479424" y="1356831"/>
            <a:ext cx="7308851"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6" name="Title 6">
            <a:extLst>
              <a:ext uri="{FF2B5EF4-FFF2-40B4-BE49-F238E27FC236}">
                <a16:creationId xmlns:a16="http://schemas.microsoft.com/office/drawing/2014/main" id="{E06D8BFE-929D-4029-5839-5612F27089BD}"/>
              </a:ext>
            </a:extLst>
          </p:cNvPr>
          <p:cNvSpPr>
            <a:spLocks noGrp="1"/>
          </p:cNvSpPr>
          <p:nvPr>
            <p:ph type="title"/>
          </p:nvPr>
        </p:nvSpPr>
        <p:spPr>
          <a:xfrm>
            <a:off x="479424" y="476250"/>
            <a:ext cx="7308851"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8" name="Text Placeholder 3">
            <a:extLst>
              <a:ext uri="{FF2B5EF4-FFF2-40B4-BE49-F238E27FC236}">
                <a16:creationId xmlns:a16="http://schemas.microsoft.com/office/drawing/2014/main" id="{662E1C1D-6CCB-3CB5-9F15-39721C229740}"/>
              </a:ext>
            </a:extLst>
          </p:cNvPr>
          <p:cNvSpPr>
            <a:spLocks noGrp="1"/>
          </p:cNvSpPr>
          <p:nvPr>
            <p:ph type="body" sz="quarter" idx="15"/>
          </p:nvPr>
        </p:nvSpPr>
        <p:spPr>
          <a:xfrm>
            <a:off x="480575" y="2097086"/>
            <a:ext cx="3329425"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37371363-D423-87FC-60B4-3F5ADE811665}"/>
              </a:ext>
            </a:extLst>
          </p:cNvPr>
          <p:cNvSpPr>
            <a:spLocks noGrp="1"/>
          </p:cNvSpPr>
          <p:nvPr>
            <p:ph type="body" sz="quarter" idx="38"/>
          </p:nvPr>
        </p:nvSpPr>
        <p:spPr>
          <a:xfrm>
            <a:off x="4439815" y="2097086"/>
            <a:ext cx="3329425"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logo_white">
            <a:extLst>
              <a:ext uri="{FF2B5EF4-FFF2-40B4-BE49-F238E27FC236}">
                <a16:creationId xmlns:a16="http://schemas.microsoft.com/office/drawing/2014/main" id="{6087BCBE-E8B7-03B9-78A5-99CDF57C074C}"/>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7" name="Rectangle 6">
            <a:extLst>
              <a:ext uri="{FF2B5EF4-FFF2-40B4-BE49-F238E27FC236}">
                <a16:creationId xmlns:a16="http://schemas.microsoft.com/office/drawing/2014/main" id="{9FE1D1F4-981D-73B6-DA3E-45905348A31A}"/>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282705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4_content_subtitle_33_image_inverte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defRPr>
                <a:solidFill>
                  <a:schemeClr val="tx1"/>
                </a:solidFill>
              </a:defRPr>
            </a:lvl1pPr>
          </a:lstStyle>
          <a:p>
            <a:fld id="{E4C2AD82-1025-4508-97C1-6F7EE5C92734}" type="slidenum">
              <a:rPr lang="en-AU" smtClean="0"/>
              <a:pPr/>
              <a:t>‹#›</a:t>
            </a:fld>
            <a:endParaRPr lang="en-AU" dirty="0"/>
          </a:p>
        </p:txBody>
      </p:sp>
      <p:sp>
        <p:nvSpPr>
          <p:cNvPr id="3" name="Picture Placeholder 10">
            <a:extLst>
              <a:ext uri="{FF2B5EF4-FFF2-40B4-BE49-F238E27FC236}">
                <a16:creationId xmlns:a16="http://schemas.microsoft.com/office/drawing/2014/main" id="{C7ADBC06-D63E-19EF-F755-3F81BF68C253}"/>
              </a:ext>
            </a:extLst>
          </p:cNvPr>
          <p:cNvSpPr>
            <a:spLocks noGrp="1"/>
          </p:cNvSpPr>
          <p:nvPr>
            <p:ph type="pic" sz="quarter" idx="34" hasCustomPrompt="1"/>
          </p:nvPr>
        </p:nvSpPr>
        <p:spPr>
          <a:xfrm>
            <a:off x="8397875" y="108000"/>
            <a:ext cx="3794125"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Footer Placeholder 4">
            <a:extLst>
              <a:ext uri="{FF2B5EF4-FFF2-40B4-BE49-F238E27FC236}">
                <a16:creationId xmlns:a16="http://schemas.microsoft.com/office/drawing/2014/main" id="{6A3ACDE5-6E25-DD63-D7F2-2B542C73748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tx1"/>
                </a:solidFill>
              </a:defRPr>
            </a:lvl1pPr>
          </a:lstStyle>
          <a:p>
            <a:r>
              <a:rPr lang="en-US"/>
              <a:t>|    Presentation footer</a:t>
            </a:r>
            <a:endParaRPr lang="en-AU" dirty="0"/>
          </a:p>
        </p:txBody>
      </p:sp>
      <p:sp>
        <p:nvSpPr>
          <p:cNvPr id="5" name="Content Placeholder 2">
            <a:extLst>
              <a:ext uri="{FF2B5EF4-FFF2-40B4-BE49-F238E27FC236}">
                <a16:creationId xmlns:a16="http://schemas.microsoft.com/office/drawing/2014/main" id="{6B3F152E-E513-A4A9-38FD-CCB587A27B7E}"/>
              </a:ext>
            </a:extLst>
          </p:cNvPr>
          <p:cNvSpPr>
            <a:spLocks noGrp="1"/>
          </p:cNvSpPr>
          <p:nvPr>
            <p:ph idx="13" hasCustomPrompt="1"/>
          </p:nvPr>
        </p:nvSpPr>
        <p:spPr>
          <a:xfrm>
            <a:off x="479424" y="1356831"/>
            <a:ext cx="7308851" cy="297717"/>
          </a:xfrm>
          <a:prstGeom prst="rect">
            <a:avLst/>
          </a:prstGeom>
        </p:spPr>
        <p:txBody>
          <a:bodyPr lIns="0" tIns="0" rIns="0" bIns="0"/>
          <a:lstStyle>
            <a:lvl1pPr marL="0" indent="0">
              <a:buNone/>
              <a:defRPr sz="1800">
                <a:solidFill>
                  <a:schemeClr val="tx2"/>
                </a:solidFill>
                <a:latin typeface="+mn-lt"/>
              </a:defRPr>
            </a:lvl1pPr>
          </a:lstStyle>
          <a:p>
            <a:pPr lvl="0"/>
            <a:r>
              <a:rPr lang="en-US" dirty="0"/>
              <a:t>Subheading Goes Here</a:t>
            </a:r>
            <a:endParaRPr lang="en-AU" dirty="0"/>
          </a:p>
        </p:txBody>
      </p:sp>
      <p:sp>
        <p:nvSpPr>
          <p:cNvPr id="6" name="Title 6">
            <a:extLst>
              <a:ext uri="{FF2B5EF4-FFF2-40B4-BE49-F238E27FC236}">
                <a16:creationId xmlns:a16="http://schemas.microsoft.com/office/drawing/2014/main" id="{E06D8BFE-929D-4029-5839-5612F27089BD}"/>
              </a:ext>
            </a:extLst>
          </p:cNvPr>
          <p:cNvSpPr>
            <a:spLocks noGrp="1"/>
          </p:cNvSpPr>
          <p:nvPr>
            <p:ph type="title"/>
          </p:nvPr>
        </p:nvSpPr>
        <p:spPr>
          <a:xfrm>
            <a:off x="479424" y="476250"/>
            <a:ext cx="7308851" cy="746695"/>
          </a:xfrm>
          <a:prstGeom prst="rect">
            <a:avLst/>
          </a:prstGeom>
        </p:spPr>
        <p:txBody>
          <a:bodyPr lIns="0" tIns="0" rIns="0" bIns="0"/>
          <a:lstStyle>
            <a:lvl1pPr>
              <a:defRPr>
                <a:solidFill>
                  <a:schemeClr val="tx1"/>
                </a:solidFill>
              </a:defRPr>
            </a:lvl1pPr>
          </a:lstStyle>
          <a:p>
            <a:r>
              <a:rPr lang="en-US"/>
              <a:t>Click to edit Master title style</a:t>
            </a:r>
            <a:endParaRPr lang="en-GB"/>
          </a:p>
        </p:txBody>
      </p:sp>
      <p:sp>
        <p:nvSpPr>
          <p:cNvPr id="8" name="Text Placeholder 3">
            <a:extLst>
              <a:ext uri="{FF2B5EF4-FFF2-40B4-BE49-F238E27FC236}">
                <a16:creationId xmlns:a16="http://schemas.microsoft.com/office/drawing/2014/main" id="{662E1C1D-6CCB-3CB5-9F15-39721C229740}"/>
              </a:ext>
            </a:extLst>
          </p:cNvPr>
          <p:cNvSpPr>
            <a:spLocks noGrp="1"/>
          </p:cNvSpPr>
          <p:nvPr>
            <p:ph type="body" sz="quarter" idx="15"/>
          </p:nvPr>
        </p:nvSpPr>
        <p:spPr>
          <a:xfrm>
            <a:off x="480575" y="2097086"/>
            <a:ext cx="3329425"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37371363-D423-87FC-60B4-3F5ADE811665}"/>
              </a:ext>
            </a:extLst>
          </p:cNvPr>
          <p:cNvSpPr>
            <a:spLocks noGrp="1"/>
          </p:cNvSpPr>
          <p:nvPr>
            <p:ph type="body" sz="quarter" idx="38"/>
          </p:nvPr>
        </p:nvSpPr>
        <p:spPr>
          <a:xfrm>
            <a:off x="4439815" y="2097086"/>
            <a:ext cx="3329425" cy="3795713"/>
          </a:xfrm>
          <a:prstGeom prst="rect">
            <a:avLst/>
          </a:prstGeom>
        </p:spPr>
        <p:txBody>
          <a:bodyPr lIns="0" tIns="0" rIns="0" bIns="0"/>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9FE1D1F4-981D-73B6-DA3E-45905348A31A}"/>
              </a:ext>
            </a:extLst>
          </p:cNvPr>
          <p:cNvSpPr/>
          <p:nvPr userDrawn="1"/>
        </p:nvSpPr>
        <p:spPr>
          <a:xfrm>
            <a:off x="0" y="0"/>
            <a:ext cx="12192000" cy="10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logo_black">
            <a:extLst>
              <a:ext uri="{FF2B5EF4-FFF2-40B4-BE49-F238E27FC236}">
                <a16:creationId xmlns:a16="http://schemas.microsoft.com/office/drawing/2014/main" id="{8C437B76-1952-0BD5-CA2E-2E9C4B2192FD}"/>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Tree>
    <p:extLst>
      <p:ext uri="{BB962C8B-B14F-4D97-AF65-F5344CB8AC3E}">
        <p14:creationId xmlns:p14="http://schemas.microsoft.com/office/powerpoint/2010/main" val="37456799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pos="4906" userDrawn="1">
          <p15:clr>
            <a:srgbClr val="FBAE40"/>
          </p15:clr>
        </p15:guide>
        <p15:guide id="6" pos="5290" userDrawn="1">
          <p15:clr>
            <a:srgbClr val="FBAE40"/>
          </p15:clr>
        </p15:guide>
        <p15:guide id="7" pos="2400" userDrawn="1">
          <p15:clr>
            <a:srgbClr val="FBAE40"/>
          </p15:clr>
        </p15:guide>
        <p15:guide id="8" pos="280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4_content_subtitle_4_block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B03DF1AF-EFF6-B654-9933-DA9637D358C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Content Placeholder 2">
            <a:extLst>
              <a:ext uri="{FF2B5EF4-FFF2-40B4-BE49-F238E27FC236}">
                <a16:creationId xmlns:a16="http://schemas.microsoft.com/office/drawing/2014/main" id="{940A22DA-9853-45B9-6086-1CCB785DBE2A}"/>
              </a:ext>
            </a:extLst>
          </p:cNvPr>
          <p:cNvSpPr>
            <a:spLocks noGrp="1"/>
          </p:cNvSpPr>
          <p:nvPr>
            <p:ph idx="13" hasCustomPrompt="1"/>
          </p:nvPr>
        </p:nvSpPr>
        <p:spPr>
          <a:xfrm>
            <a:off x="479424" y="1356831"/>
            <a:ext cx="112331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5" name="Title 6">
            <a:extLst>
              <a:ext uri="{FF2B5EF4-FFF2-40B4-BE49-F238E27FC236}">
                <a16:creationId xmlns:a16="http://schemas.microsoft.com/office/drawing/2014/main" id="{DAE930A7-3667-BDD6-D186-ACC0ACA5426A}"/>
              </a:ext>
            </a:extLst>
          </p:cNvPr>
          <p:cNvSpPr>
            <a:spLocks noGrp="1"/>
          </p:cNvSpPr>
          <p:nvPr>
            <p:ph type="title"/>
          </p:nvPr>
        </p:nvSpPr>
        <p:spPr>
          <a:xfrm>
            <a:off x="479424" y="476250"/>
            <a:ext cx="11233151" cy="746695"/>
          </a:xfrm>
          <a:prstGeom prst="rect">
            <a:avLst/>
          </a:prstGeom>
        </p:spPr>
        <p:txBody>
          <a:bodyPr lIns="0" tIns="0" rIns="0" bIns="0"/>
          <a:lstStyle/>
          <a:p>
            <a:r>
              <a:rPr lang="en-US"/>
              <a:t>Click to edit Master title style</a:t>
            </a:r>
            <a:endParaRPr lang="en-GB"/>
          </a:p>
        </p:txBody>
      </p:sp>
      <p:sp>
        <p:nvSpPr>
          <p:cNvPr id="6" name="Text Placeholder 3">
            <a:extLst>
              <a:ext uri="{FF2B5EF4-FFF2-40B4-BE49-F238E27FC236}">
                <a16:creationId xmlns:a16="http://schemas.microsoft.com/office/drawing/2014/main" id="{FB189F63-A4EA-6D0D-4404-82058D56F7E0}"/>
              </a:ext>
            </a:extLst>
          </p:cNvPr>
          <p:cNvSpPr>
            <a:spLocks noGrp="1"/>
          </p:cNvSpPr>
          <p:nvPr>
            <p:ph type="body" sz="quarter" idx="15"/>
          </p:nvPr>
        </p:nvSpPr>
        <p:spPr>
          <a:xfrm>
            <a:off x="480576" y="2097088"/>
            <a:ext cx="2592824"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CCC5B587-82D3-29B4-D196-771C0656EBD7}"/>
              </a:ext>
            </a:extLst>
          </p:cNvPr>
          <p:cNvSpPr>
            <a:spLocks noGrp="1"/>
          </p:cNvSpPr>
          <p:nvPr>
            <p:ph type="body" sz="quarter" idx="22"/>
          </p:nvPr>
        </p:nvSpPr>
        <p:spPr>
          <a:xfrm>
            <a:off x="3354387" y="2097088"/>
            <a:ext cx="2592824"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E84802EE-3942-D515-27D7-E06E6E57CD07}"/>
              </a:ext>
            </a:extLst>
          </p:cNvPr>
          <p:cNvSpPr>
            <a:spLocks noGrp="1"/>
          </p:cNvSpPr>
          <p:nvPr>
            <p:ph type="body" sz="quarter" idx="23"/>
          </p:nvPr>
        </p:nvSpPr>
        <p:spPr>
          <a:xfrm>
            <a:off x="6241167" y="2097088"/>
            <a:ext cx="2592824"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3">
            <a:extLst>
              <a:ext uri="{FF2B5EF4-FFF2-40B4-BE49-F238E27FC236}">
                <a16:creationId xmlns:a16="http://schemas.microsoft.com/office/drawing/2014/main" id="{A472D328-8013-B428-47A3-C4AAEF7F863F}"/>
              </a:ext>
            </a:extLst>
          </p:cNvPr>
          <p:cNvSpPr>
            <a:spLocks noGrp="1"/>
          </p:cNvSpPr>
          <p:nvPr>
            <p:ph type="body" sz="quarter" idx="24"/>
          </p:nvPr>
        </p:nvSpPr>
        <p:spPr>
          <a:xfrm>
            <a:off x="9120911" y="2097088"/>
            <a:ext cx="2592824" cy="3795712"/>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Rectangle 7">
            <a:extLst>
              <a:ext uri="{FF2B5EF4-FFF2-40B4-BE49-F238E27FC236}">
                <a16:creationId xmlns:a16="http://schemas.microsoft.com/office/drawing/2014/main" id="{905A3BD0-0E62-C734-EE47-538D18D1AA4E}"/>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a:extLst>
              <a:ext uri="{FF2B5EF4-FFF2-40B4-BE49-F238E27FC236}">
                <a16:creationId xmlns:a16="http://schemas.microsoft.com/office/drawing/2014/main" id="{88B53AAE-014F-A0FD-480C-5BC0C502329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777239653"/>
      </p:ext>
    </p:extLst>
  </p:cSld>
  <p:clrMapOvr>
    <a:masterClrMapping/>
  </p:clrMapOvr>
  <p:extLst>
    <p:ext uri="{DCECCB84-F9BA-43D5-87BE-67443E8EF086}">
      <p15:sldGuideLst xmlns:p15="http://schemas.microsoft.com/office/powerpoint/2012/main">
        <p15:guide id="7" pos="3747" userDrawn="1">
          <p15:clr>
            <a:srgbClr val="FBAE40"/>
          </p15:clr>
        </p15:guide>
        <p15:guide id="8" pos="3930" userDrawn="1">
          <p15:clr>
            <a:srgbClr val="FBAE40"/>
          </p15:clr>
        </p15:guide>
        <p15:guide id="9" pos="1936" userDrawn="1">
          <p15:clr>
            <a:srgbClr val="FBAE40"/>
          </p15:clr>
        </p15:guide>
        <p15:guide id="10" pos="2112" userDrawn="1">
          <p15:clr>
            <a:srgbClr val="FBAE40"/>
          </p15:clr>
        </p15:guide>
        <p15:guide id="11" pos="5564" userDrawn="1">
          <p15:clr>
            <a:srgbClr val="FBAE40"/>
          </p15:clr>
        </p15:guide>
        <p15:guide id="12" pos="573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4_content_subtitle_6_block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13278359-473D-5777-60A6-7152089695EB}"/>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Content Placeholder 2">
            <a:extLst>
              <a:ext uri="{FF2B5EF4-FFF2-40B4-BE49-F238E27FC236}">
                <a16:creationId xmlns:a16="http://schemas.microsoft.com/office/drawing/2014/main" id="{6C4E3295-FCD5-9FF1-4173-A3CE72613832}"/>
              </a:ext>
            </a:extLst>
          </p:cNvPr>
          <p:cNvSpPr>
            <a:spLocks noGrp="1"/>
          </p:cNvSpPr>
          <p:nvPr>
            <p:ph idx="13" hasCustomPrompt="1"/>
          </p:nvPr>
        </p:nvSpPr>
        <p:spPr>
          <a:xfrm>
            <a:off x="479424" y="1356831"/>
            <a:ext cx="112331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5" name="Title 6">
            <a:extLst>
              <a:ext uri="{FF2B5EF4-FFF2-40B4-BE49-F238E27FC236}">
                <a16:creationId xmlns:a16="http://schemas.microsoft.com/office/drawing/2014/main" id="{14CE6823-81FF-031B-49FD-56B21AA6661F}"/>
              </a:ext>
            </a:extLst>
          </p:cNvPr>
          <p:cNvSpPr>
            <a:spLocks noGrp="1"/>
          </p:cNvSpPr>
          <p:nvPr>
            <p:ph type="title"/>
          </p:nvPr>
        </p:nvSpPr>
        <p:spPr>
          <a:xfrm>
            <a:off x="479424" y="476250"/>
            <a:ext cx="11233151" cy="746695"/>
          </a:xfrm>
          <a:prstGeom prst="rect">
            <a:avLst/>
          </a:prstGeom>
        </p:spPr>
        <p:txBody>
          <a:bodyPr lIns="0" tIns="0" rIns="0" bIns="0"/>
          <a:lstStyle/>
          <a:p>
            <a:r>
              <a:rPr lang="en-US"/>
              <a:t>Click to edit Master title style</a:t>
            </a:r>
            <a:endParaRPr lang="en-GB"/>
          </a:p>
        </p:txBody>
      </p:sp>
      <p:sp>
        <p:nvSpPr>
          <p:cNvPr id="6" name="Text Placeholder 3">
            <a:extLst>
              <a:ext uri="{FF2B5EF4-FFF2-40B4-BE49-F238E27FC236}">
                <a16:creationId xmlns:a16="http://schemas.microsoft.com/office/drawing/2014/main" id="{966B0375-D7CB-E30A-E76C-49A704DBA47A}"/>
              </a:ext>
            </a:extLst>
          </p:cNvPr>
          <p:cNvSpPr>
            <a:spLocks noGrp="1"/>
          </p:cNvSpPr>
          <p:nvPr>
            <p:ph type="body" sz="quarter" idx="15"/>
          </p:nvPr>
        </p:nvSpPr>
        <p:spPr>
          <a:xfrm>
            <a:off x="480575" y="2097088"/>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1BC6C937-12EA-B27B-0C54-E277286B7068}"/>
              </a:ext>
            </a:extLst>
          </p:cNvPr>
          <p:cNvSpPr>
            <a:spLocks noGrp="1"/>
          </p:cNvSpPr>
          <p:nvPr>
            <p:ph type="body" sz="quarter" idx="26"/>
          </p:nvPr>
        </p:nvSpPr>
        <p:spPr>
          <a:xfrm>
            <a:off x="4431286" y="2097088"/>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3">
            <a:extLst>
              <a:ext uri="{FF2B5EF4-FFF2-40B4-BE49-F238E27FC236}">
                <a16:creationId xmlns:a16="http://schemas.microsoft.com/office/drawing/2014/main" id="{1B4EC79B-C43B-8838-CCFA-7F53F9985B95}"/>
              </a:ext>
            </a:extLst>
          </p:cNvPr>
          <p:cNvSpPr>
            <a:spLocks noGrp="1"/>
          </p:cNvSpPr>
          <p:nvPr>
            <p:ph type="body" sz="quarter" idx="27"/>
          </p:nvPr>
        </p:nvSpPr>
        <p:spPr>
          <a:xfrm>
            <a:off x="8401406" y="2097088"/>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8D197A28-F7A0-3A5C-138F-FD48ECAC94C3}"/>
              </a:ext>
            </a:extLst>
          </p:cNvPr>
          <p:cNvSpPr>
            <a:spLocks noGrp="1"/>
          </p:cNvSpPr>
          <p:nvPr>
            <p:ph type="body" sz="quarter" idx="28"/>
          </p:nvPr>
        </p:nvSpPr>
        <p:spPr>
          <a:xfrm>
            <a:off x="480575" y="4092800"/>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3">
            <a:extLst>
              <a:ext uri="{FF2B5EF4-FFF2-40B4-BE49-F238E27FC236}">
                <a16:creationId xmlns:a16="http://schemas.microsoft.com/office/drawing/2014/main" id="{79C43309-739A-6C48-BD33-4252F21A9B43}"/>
              </a:ext>
            </a:extLst>
          </p:cNvPr>
          <p:cNvSpPr>
            <a:spLocks noGrp="1"/>
          </p:cNvSpPr>
          <p:nvPr>
            <p:ph type="body" sz="quarter" idx="29"/>
          </p:nvPr>
        </p:nvSpPr>
        <p:spPr>
          <a:xfrm>
            <a:off x="4431286" y="4092800"/>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3">
            <a:extLst>
              <a:ext uri="{FF2B5EF4-FFF2-40B4-BE49-F238E27FC236}">
                <a16:creationId xmlns:a16="http://schemas.microsoft.com/office/drawing/2014/main" id="{DC61742A-9728-0174-375B-E4E408424419}"/>
              </a:ext>
            </a:extLst>
          </p:cNvPr>
          <p:cNvSpPr>
            <a:spLocks noGrp="1"/>
          </p:cNvSpPr>
          <p:nvPr>
            <p:ph type="body" sz="quarter" idx="30"/>
          </p:nvPr>
        </p:nvSpPr>
        <p:spPr>
          <a:xfrm>
            <a:off x="8401406" y="4092800"/>
            <a:ext cx="3329425"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Rectangle 11">
            <a:extLst>
              <a:ext uri="{FF2B5EF4-FFF2-40B4-BE49-F238E27FC236}">
                <a16:creationId xmlns:a16="http://schemas.microsoft.com/office/drawing/2014/main" id="{B5228196-FBE8-A71D-8FCC-1AF08C999C3B}"/>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C2407AB0-D2F6-0990-ADEB-E429835FA24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4373461"/>
      </p:ext>
    </p:extLst>
  </p:cSld>
  <p:clrMapOvr>
    <a:masterClrMapping/>
  </p:clrMapOvr>
  <p:extLst>
    <p:ext uri="{DCECCB84-F9BA-43D5-87BE-67443E8EF086}">
      <p15:sldGuideLst xmlns:p15="http://schemas.microsoft.com/office/powerpoint/2012/main">
        <p15:guide id="2" pos="5290">
          <p15:clr>
            <a:srgbClr val="FBAE40"/>
          </p15:clr>
        </p15:guide>
        <p15:guide id="3" pos="2400">
          <p15:clr>
            <a:srgbClr val="FBAE40"/>
          </p15:clr>
        </p15:guide>
        <p15:guide id="4" pos="2800">
          <p15:clr>
            <a:srgbClr val="FBAE40"/>
          </p15:clr>
        </p15:guide>
        <p15:guide id="7" pos="4906" userDrawn="1">
          <p15:clr>
            <a:srgbClr val="FBAE40"/>
          </p15:clr>
        </p15:guide>
        <p15:guide id="8" orient="horz" pos="2455" userDrawn="1">
          <p15:clr>
            <a:srgbClr val="FBAE40"/>
          </p15:clr>
        </p15:guide>
        <p15:guide id="9" orient="horz" pos="257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4_content_subtitle_8_block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3" name="Footer Placeholder 4">
            <a:extLst>
              <a:ext uri="{FF2B5EF4-FFF2-40B4-BE49-F238E27FC236}">
                <a16:creationId xmlns:a16="http://schemas.microsoft.com/office/drawing/2014/main" id="{EB4F3C9A-898E-D7DE-D4F8-87C5CD2E796C}"/>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Content Placeholder 2">
            <a:extLst>
              <a:ext uri="{FF2B5EF4-FFF2-40B4-BE49-F238E27FC236}">
                <a16:creationId xmlns:a16="http://schemas.microsoft.com/office/drawing/2014/main" id="{8CCF972B-5872-A92C-C1ED-1AB333543AAC}"/>
              </a:ext>
            </a:extLst>
          </p:cNvPr>
          <p:cNvSpPr>
            <a:spLocks noGrp="1"/>
          </p:cNvSpPr>
          <p:nvPr>
            <p:ph idx="13" hasCustomPrompt="1"/>
          </p:nvPr>
        </p:nvSpPr>
        <p:spPr>
          <a:xfrm>
            <a:off x="479424" y="1356831"/>
            <a:ext cx="112331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5" name="Title 6">
            <a:extLst>
              <a:ext uri="{FF2B5EF4-FFF2-40B4-BE49-F238E27FC236}">
                <a16:creationId xmlns:a16="http://schemas.microsoft.com/office/drawing/2014/main" id="{777EDFB0-2A31-030B-0847-C57B7C84D94B}"/>
              </a:ext>
            </a:extLst>
          </p:cNvPr>
          <p:cNvSpPr>
            <a:spLocks noGrp="1"/>
          </p:cNvSpPr>
          <p:nvPr>
            <p:ph type="title"/>
          </p:nvPr>
        </p:nvSpPr>
        <p:spPr>
          <a:xfrm>
            <a:off x="479424" y="476250"/>
            <a:ext cx="11233151" cy="746695"/>
          </a:xfrm>
          <a:prstGeom prst="rect">
            <a:avLst/>
          </a:prstGeom>
        </p:spPr>
        <p:txBody>
          <a:bodyPr lIns="0" tIns="0" rIns="0" bIns="0"/>
          <a:lstStyle/>
          <a:p>
            <a:r>
              <a:rPr lang="en-US"/>
              <a:t>Click to edit Master title style</a:t>
            </a:r>
            <a:endParaRPr lang="en-GB"/>
          </a:p>
        </p:txBody>
      </p:sp>
      <p:sp>
        <p:nvSpPr>
          <p:cNvPr id="6" name="Text Placeholder 3">
            <a:extLst>
              <a:ext uri="{FF2B5EF4-FFF2-40B4-BE49-F238E27FC236}">
                <a16:creationId xmlns:a16="http://schemas.microsoft.com/office/drawing/2014/main" id="{272EBF74-53B1-CA76-3D6B-8D54F446BC19}"/>
              </a:ext>
            </a:extLst>
          </p:cNvPr>
          <p:cNvSpPr>
            <a:spLocks noGrp="1"/>
          </p:cNvSpPr>
          <p:nvPr>
            <p:ph type="body" sz="quarter" idx="15"/>
          </p:nvPr>
        </p:nvSpPr>
        <p:spPr>
          <a:xfrm>
            <a:off x="480576" y="2097088"/>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3">
            <a:extLst>
              <a:ext uri="{FF2B5EF4-FFF2-40B4-BE49-F238E27FC236}">
                <a16:creationId xmlns:a16="http://schemas.microsoft.com/office/drawing/2014/main" id="{514A4625-D6C9-93C4-1FD5-A1869E20E3F7}"/>
              </a:ext>
            </a:extLst>
          </p:cNvPr>
          <p:cNvSpPr>
            <a:spLocks noGrp="1"/>
          </p:cNvSpPr>
          <p:nvPr>
            <p:ph type="body" sz="quarter" idx="25"/>
          </p:nvPr>
        </p:nvSpPr>
        <p:spPr>
          <a:xfrm>
            <a:off x="3354387" y="2097088"/>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3">
            <a:extLst>
              <a:ext uri="{FF2B5EF4-FFF2-40B4-BE49-F238E27FC236}">
                <a16:creationId xmlns:a16="http://schemas.microsoft.com/office/drawing/2014/main" id="{22ACF0BB-E0A4-0783-7104-D789DE8B4DD4}"/>
              </a:ext>
            </a:extLst>
          </p:cNvPr>
          <p:cNvSpPr>
            <a:spLocks noGrp="1"/>
          </p:cNvSpPr>
          <p:nvPr>
            <p:ph type="body" sz="quarter" idx="26"/>
          </p:nvPr>
        </p:nvSpPr>
        <p:spPr>
          <a:xfrm>
            <a:off x="6241167" y="2097088"/>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3">
            <a:extLst>
              <a:ext uri="{FF2B5EF4-FFF2-40B4-BE49-F238E27FC236}">
                <a16:creationId xmlns:a16="http://schemas.microsoft.com/office/drawing/2014/main" id="{BCF9F772-0ED5-95CD-8666-01B033485EF9}"/>
              </a:ext>
            </a:extLst>
          </p:cNvPr>
          <p:cNvSpPr>
            <a:spLocks noGrp="1"/>
          </p:cNvSpPr>
          <p:nvPr>
            <p:ph type="body" sz="quarter" idx="27"/>
          </p:nvPr>
        </p:nvSpPr>
        <p:spPr>
          <a:xfrm>
            <a:off x="9120911" y="2097088"/>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3">
            <a:extLst>
              <a:ext uri="{FF2B5EF4-FFF2-40B4-BE49-F238E27FC236}">
                <a16:creationId xmlns:a16="http://schemas.microsoft.com/office/drawing/2014/main" id="{7DF6E15F-FDC4-EBC6-9C57-A3AE4197916E}"/>
              </a:ext>
            </a:extLst>
          </p:cNvPr>
          <p:cNvSpPr>
            <a:spLocks noGrp="1"/>
          </p:cNvSpPr>
          <p:nvPr>
            <p:ph type="body" sz="quarter" idx="28"/>
          </p:nvPr>
        </p:nvSpPr>
        <p:spPr>
          <a:xfrm>
            <a:off x="480576" y="4077072"/>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3">
            <a:extLst>
              <a:ext uri="{FF2B5EF4-FFF2-40B4-BE49-F238E27FC236}">
                <a16:creationId xmlns:a16="http://schemas.microsoft.com/office/drawing/2014/main" id="{46FBCD5A-EF44-5134-65B7-277269EF4BD1}"/>
              </a:ext>
            </a:extLst>
          </p:cNvPr>
          <p:cNvSpPr>
            <a:spLocks noGrp="1"/>
          </p:cNvSpPr>
          <p:nvPr>
            <p:ph type="body" sz="quarter" idx="29"/>
          </p:nvPr>
        </p:nvSpPr>
        <p:spPr>
          <a:xfrm>
            <a:off x="3354387" y="4077072"/>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3">
            <a:extLst>
              <a:ext uri="{FF2B5EF4-FFF2-40B4-BE49-F238E27FC236}">
                <a16:creationId xmlns:a16="http://schemas.microsoft.com/office/drawing/2014/main" id="{F4D457D1-43BA-F904-15BB-D3C2521A4429}"/>
              </a:ext>
            </a:extLst>
          </p:cNvPr>
          <p:cNvSpPr>
            <a:spLocks noGrp="1"/>
          </p:cNvSpPr>
          <p:nvPr>
            <p:ph type="body" sz="quarter" idx="30"/>
          </p:nvPr>
        </p:nvSpPr>
        <p:spPr>
          <a:xfrm>
            <a:off x="6241167" y="4077072"/>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3">
            <a:extLst>
              <a:ext uri="{FF2B5EF4-FFF2-40B4-BE49-F238E27FC236}">
                <a16:creationId xmlns:a16="http://schemas.microsoft.com/office/drawing/2014/main" id="{EEBCE879-7AB6-D1FD-AE7F-5E63F827351D}"/>
              </a:ext>
            </a:extLst>
          </p:cNvPr>
          <p:cNvSpPr>
            <a:spLocks noGrp="1"/>
          </p:cNvSpPr>
          <p:nvPr>
            <p:ph type="body" sz="quarter" idx="31"/>
          </p:nvPr>
        </p:nvSpPr>
        <p:spPr>
          <a:xfrm>
            <a:off x="9120911" y="4077072"/>
            <a:ext cx="2592824" cy="180000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4477F26E-9A39-A247-9D6B-0E3D6AD612FC}"/>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DA588803-86C2-B788-5470-B238B9DD8BB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428088434"/>
      </p:ext>
    </p:extLst>
  </p:cSld>
  <p:clrMapOvr>
    <a:masterClrMapping/>
  </p:clrMapOvr>
  <p:extLst>
    <p:ext uri="{DCECCB84-F9BA-43D5-87BE-67443E8EF086}">
      <p15:sldGuideLst xmlns:p15="http://schemas.microsoft.com/office/powerpoint/2012/main">
        <p15:guide id="9" pos="3747" userDrawn="1">
          <p15:clr>
            <a:srgbClr val="FBAE40"/>
          </p15:clr>
        </p15:guide>
        <p15:guide id="10" pos="3930" userDrawn="1">
          <p15:clr>
            <a:srgbClr val="FBAE40"/>
          </p15:clr>
        </p15:guide>
        <p15:guide id="11" pos="1936" userDrawn="1">
          <p15:clr>
            <a:srgbClr val="FBAE40"/>
          </p15:clr>
        </p15:guide>
        <p15:guide id="12" pos="2112" userDrawn="1">
          <p15:clr>
            <a:srgbClr val="FBAE40"/>
          </p15:clr>
        </p15:guide>
        <p15:guide id="13" pos="5564" userDrawn="1">
          <p15:clr>
            <a:srgbClr val="FBAE40"/>
          </p15:clr>
        </p15:guide>
        <p15:guide id="14" pos="5738" userDrawn="1">
          <p15:clr>
            <a:srgbClr val="FBAE40"/>
          </p15:clr>
        </p15:guide>
        <p15:guide id="15" orient="horz" pos="2559" userDrawn="1">
          <p15:clr>
            <a:srgbClr val="FBAE40"/>
          </p15:clr>
        </p15:guide>
        <p15:guide id="16" orient="horz" pos="2453"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5_content_image_66">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0C3F36A-E619-235C-1B32-044801D0CBB6}"/>
              </a:ext>
            </a:extLst>
          </p:cNvPr>
          <p:cNvSpPr>
            <a:spLocks noGrp="1"/>
          </p:cNvSpPr>
          <p:nvPr>
            <p:ph type="sldNum" sz="quarter" idx="4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8" name="Picture Placeholder 10">
            <a:extLst>
              <a:ext uri="{FF2B5EF4-FFF2-40B4-BE49-F238E27FC236}">
                <a16:creationId xmlns:a16="http://schemas.microsoft.com/office/drawing/2014/main" id="{FAA9C257-6DD9-A8BF-4A36-D12498E963B5}"/>
              </a:ext>
            </a:extLst>
          </p:cNvPr>
          <p:cNvSpPr>
            <a:spLocks noGrp="1"/>
          </p:cNvSpPr>
          <p:nvPr>
            <p:ph type="pic" sz="quarter" idx="34" hasCustomPrompt="1"/>
          </p:nvPr>
        </p:nvSpPr>
        <p:spPr>
          <a:xfrm>
            <a:off x="4470400" y="108000"/>
            <a:ext cx="7721601"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2" name="Title 1">
            <a:extLst>
              <a:ext uri="{FF2B5EF4-FFF2-40B4-BE49-F238E27FC236}">
                <a16:creationId xmlns:a16="http://schemas.microsoft.com/office/drawing/2014/main" id="{C4275AE2-6B71-4242-946A-7EFEA19F3B76}"/>
              </a:ext>
            </a:extLst>
          </p:cNvPr>
          <p:cNvSpPr>
            <a:spLocks noGrp="1"/>
          </p:cNvSpPr>
          <p:nvPr>
            <p:ph type="title"/>
          </p:nvPr>
        </p:nvSpPr>
        <p:spPr>
          <a:xfrm>
            <a:off x="479425" y="476250"/>
            <a:ext cx="3508375" cy="1257109"/>
          </a:xfrm>
          <a:prstGeom prst="rect">
            <a:avLst/>
          </a:prstGeom>
        </p:spPr>
        <p:txBody>
          <a:bodyPr lIns="0" tIns="0" rIns="0" bIns="0"/>
          <a:lstStyle/>
          <a:p>
            <a:r>
              <a:rPr lang="en-US"/>
              <a:t>Click to edit Master title style</a:t>
            </a:r>
            <a:endParaRPr lang="en-AU" dirty="0"/>
          </a:p>
        </p:txBody>
      </p:sp>
      <p:sp>
        <p:nvSpPr>
          <p:cNvPr id="6" name="Footer Placeholder 4">
            <a:extLst>
              <a:ext uri="{FF2B5EF4-FFF2-40B4-BE49-F238E27FC236}">
                <a16:creationId xmlns:a16="http://schemas.microsoft.com/office/drawing/2014/main" id="{5F9C19F2-C830-ABFE-A829-B9EC158EE518}"/>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ext Placeholder 3">
            <a:extLst>
              <a:ext uri="{FF2B5EF4-FFF2-40B4-BE49-F238E27FC236}">
                <a16:creationId xmlns:a16="http://schemas.microsoft.com/office/drawing/2014/main" id="{FC1823A1-A08D-DB5A-5B37-50AFBA15C0E6}"/>
              </a:ext>
            </a:extLst>
          </p:cNvPr>
          <p:cNvSpPr>
            <a:spLocks noGrp="1"/>
          </p:cNvSpPr>
          <p:nvPr>
            <p:ph type="body" sz="quarter" idx="17"/>
          </p:nvPr>
        </p:nvSpPr>
        <p:spPr>
          <a:xfrm>
            <a:off x="480575" y="2097087"/>
            <a:ext cx="3507225" cy="396081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logo_white">
            <a:extLst>
              <a:ext uri="{FF2B5EF4-FFF2-40B4-BE49-F238E27FC236}">
                <a16:creationId xmlns:a16="http://schemas.microsoft.com/office/drawing/2014/main" id="{5F0EE661-7315-AF7C-A941-5A71A3F45C4B}"/>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3" name="Rectangle 2">
            <a:extLst>
              <a:ext uri="{FF2B5EF4-FFF2-40B4-BE49-F238E27FC236}">
                <a16:creationId xmlns:a16="http://schemas.microsoft.com/office/drawing/2014/main" id="{EA493519-4B27-4ACA-ADE3-17EA510A7B94}"/>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40740797"/>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5_content_image_66_factoids">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9DB474E9-4FAC-7BAE-4918-F65476ABD12C}"/>
              </a:ext>
            </a:extLst>
          </p:cNvPr>
          <p:cNvSpPr>
            <a:spLocks noGrp="1"/>
          </p:cNvSpPr>
          <p:nvPr>
            <p:ph type="body" sz="quarter" idx="25" hasCustomPrompt="1"/>
          </p:nvPr>
        </p:nvSpPr>
        <p:spPr>
          <a:xfrm>
            <a:off x="479425" y="2363788"/>
            <a:ext cx="3508376" cy="875665"/>
          </a:xfrm>
          <a:prstGeom prst="rect">
            <a:avLst/>
          </a:prstGeom>
        </p:spPr>
        <p:txBody>
          <a:bodyPr lIns="0" tIns="0" rIns="0" bIns="0"/>
          <a:lstStyle>
            <a:lvl1pPr marL="0" indent="0">
              <a:lnSpc>
                <a:spcPct val="90000"/>
              </a:lnSpc>
              <a:spcBef>
                <a:spcPts val="0"/>
              </a:spcBef>
              <a:spcAft>
                <a:spcPts val="0"/>
              </a:spcAft>
              <a:buNone/>
              <a:defRPr lang="en-US" sz="4400" b="1" kern="1200" dirty="0" smtClean="0">
                <a:solidFill>
                  <a:schemeClr val="accent2"/>
                </a:solidFill>
                <a:latin typeface="+mn-lt"/>
                <a:ea typeface="+mn-ea"/>
                <a:cs typeface="+mn-cs"/>
              </a:defRPr>
            </a:lvl1pPr>
            <a:lvl2pPr marL="0" indent="0">
              <a:lnSpc>
                <a:spcPct val="90000"/>
              </a:lnSpc>
              <a:spcBef>
                <a:spcPts val="0"/>
              </a:spcBef>
              <a:spcAft>
                <a:spcPts val="0"/>
              </a:spcAft>
              <a:buNone/>
              <a:defRPr lang="en-US" sz="1600" kern="1200" dirty="0" smtClean="0">
                <a:solidFill>
                  <a:schemeClr val="accent2"/>
                </a:solidFill>
                <a:latin typeface="+mn-lt"/>
                <a:ea typeface="+mn-ea"/>
                <a:cs typeface="+mn-cs"/>
              </a:defRPr>
            </a:lvl2pPr>
          </a:lstStyle>
          <a:p>
            <a:pPr lvl="0"/>
            <a:r>
              <a:rPr lang="en-US" dirty="0"/>
              <a:t>##</a:t>
            </a:r>
          </a:p>
          <a:p>
            <a:pPr lvl="1"/>
            <a:r>
              <a:rPr lang="en-US" dirty="0"/>
              <a:t>Second level</a:t>
            </a:r>
            <a:endParaRPr lang="en-AU" dirty="0"/>
          </a:p>
        </p:txBody>
      </p:sp>
      <p:sp>
        <p:nvSpPr>
          <p:cNvPr id="10" name="Text Placeholder 19">
            <a:extLst>
              <a:ext uri="{FF2B5EF4-FFF2-40B4-BE49-F238E27FC236}">
                <a16:creationId xmlns:a16="http://schemas.microsoft.com/office/drawing/2014/main" id="{62B4B654-D4AC-315C-743D-4D2A637BEA83}"/>
              </a:ext>
            </a:extLst>
          </p:cNvPr>
          <p:cNvSpPr>
            <a:spLocks noGrp="1"/>
          </p:cNvSpPr>
          <p:nvPr>
            <p:ph type="body" sz="quarter" idx="29" hasCustomPrompt="1"/>
          </p:nvPr>
        </p:nvSpPr>
        <p:spPr>
          <a:xfrm>
            <a:off x="479425" y="3690461"/>
            <a:ext cx="3508376" cy="875665"/>
          </a:xfrm>
          <a:prstGeom prst="rect">
            <a:avLst/>
          </a:prstGeom>
        </p:spPr>
        <p:txBody>
          <a:bodyPr lIns="0" tIns="0" rIns="0" bIns="0"/>
          <a:lstStyle>
            <a:lvl1pPr marL="0" indent="0">
              <a:lnSpc>
                <a:spcPct val="90000"/>
              </a:lnSpc>
              <a:spcBef>
                <a:spcPts val="0"/>
              </a:spcBef>
              <a:spcAft>
                <a:spcPts val="0"/>
              </a:spcAft>
              <a:buNone/>
              <a:defRPr lang="en-US" sz="4400" b="1" kern="1200" dirty="0" smtClean="0">
                <a:solidFill>
                  <a:schemeClr val="accent2"/>
                </a:solidFill>
                <a:latin typeface="+mn-lt"/>
                <a:ea typeface="+mn-ea"/>
                <a:cs typeface="+mn-cs"/>
              </a:defRPr>
            </a:lvl1pPr>
            <a:lvl2pPr marL="0" indent="0">
              <a:lnSpc>
                <a:spcPct val="90000"/>
              </a:lnSpc>
              <a:spcBef>
                <a:spcPts val="0"/>
              </a:spcBef>
              <a:spcAft>
                <a:spcPts val="0"/>
              </a:spcAft>
              <a:buNone/>
              <a:defRPr lang="en-US" sz="1600" kern="1200" dirty="0" smtClean="0">
                <a:solidFill>
                  <a:schemeClr val="accent2"/>
                </a:solidFill>
                <a:latin typeface="+mn-lt"/>
                <a:ea typeface="+mn-ea"/>
                <a:cs typeface="+mn-cs"/>
              </a:defRPr>
            </a:lvl2pPr>
          </a:lstStyle>
          <a:p>
            <a:pPr lvl="0"/>
            <a:r>
              <a:rPr lang="en-US" dirty="0"/>
              <a:t>##</a:t>
            </a:r>
          </a:p>
          <a:p>
            <a:pPr lvl="1"/>
            <a:r>
              <a:rPr lang="en-US" dirty="0"/>
              <a:t>Second level</a:t>
            </a:r>
            <a:endParaRPr lang="en-AU" dirty="0"/>
          </a:p>
        </p:txBody>
      </p:sp>
      <p:sp>
        <p:nvSpPr>
          <p:cNvPr id="12" name="Text Placeholder 19">
            <a:extLst>
              <a:ext uri="{FF2B5EF4-FFF2-40B4-BE49-F238E27FC236}">
                <a16:creationId xmlns:a16="http://schemas.microsoft.com/office/drawing/2014/main" id="{ED2F1526-4AE4-BD31-908A-FD02FAA97DF9}"/>
              </a:ext>
            </a:extLst>
          </p:cNvPr>
          <p:cNvSpPr>
            <a:spLocks noGrp="1"/>
          </p:cNvSpPr>
          <p:nvPr>
            <p:ph type="body" sz="quarter" idx="31" hasCustomPrompt="1"/>
          </p:nvPr>
        </p:nvSpPr>
        <p:spPr>
          <a:xfrm>
            <a:off x="479425" y="5017135"/>
            <a:ext cx="3508376" cy="875665"/>
          </a:xfrm>
          <a:prstGeom prst="rect">
            <a:avLst/>
          </a:prstGeom>
        </p:spPr>
        <p:txBody>
          <a:bodyPr lIns="0" tIns="0" rIns="0" bIns="0"/>
          <a:lstStyle>
            <a:lvl1pPr marL="0" indent="0">
              <a:lnSpc>
                <a:spcPct val="90000"/>
              </a:lnSpc>
              <a:spcBef>
                <a:spcPts val="0"/>
              </a:spcBef>
              <a:spcAft>
                <a:spcPts val="0"/>
              </a:spcAft>
              <a:buNone/>
              <a:defRPr lang="en-US" sz="4400" b="1" kern="1200" dirty="0" smtClean="0">
                <a:solidFill>
                  <a:schemeClr val="accent2"/>
                </a:solidFill>
                <a:latin typeface="+mn-lt"/>
                <a:ea typeface="+mn-ea"/>
                <a:cs typeface="+mn-cs"/>
              </a:defRPr>
            </a:lvl1pPr>
            <a:lvl2pPr marL="0" indent="0">
              <a:lnSpc>
                <a:spcPct val="90000"/>
              </a:lnSpc>
              <a:spcBef>
                <a:spcPts val="0"/>
              </a:spcBef>
              <a:spcAft>
                <a:spcPts val="0"/>
              </a:spcAft>
              <a:buNone/>
              <a:defRPr lang="en-US" sz="1600" kern="1200" dirty="0" smtClean="0">
                <a:solidFill>
                  <a:schemeClr val="accent2"/>
                </a:solidFill>
                <a:latin typeface="+mn-lt"/>
                <a:ea typeface="+mn-ea"/>
                <a:cs typeface="+mn-cs"/>
              </a:defRPr>
            </a:lvl2pPr>
          </a:lstStyle>
          <a:p>
            <a:pPr lvl="0"/>
            <a:r>
              <a:rPr lang="en-US" dirty="0"/>
              <a:t>##</a:t>
            </a:r>
          </a:p>
          <a:p>
            <a:pPr lvl="1"/>
            <a:r>
              <a:rPr lang="en-US" dirty="0"/>
              <a:t>Second level</a:t>
            </a:r>
            <a:endParaRPr lang="en-AU" dirty="0"/>
          </a:p>
        </p:txBody>
      </p:sp>
      <p:sp>
        <p:nvSpPr>
          <p:cNvPr id="3" name="Slide Number Placeholder 2">
            <a:extLst>
              <a:ext uri="{FF2B5EF4-FFF2-40B4-BE49-F238E27FC236}">
                <a16:creationId xmlns:a16="http://schemas.microsoft.com/office/drawing/2014/main" id="{E2AA115E-D9AA-0A7E-0084-122EB5DFD13F}"/>
              </a:ext>
            </a:extLst>
          </p:cNvPr>
          <p:cNvSpPr>
            <a:spLocks noGrp="1"/>
          </p:cNvSpPr>
          <p:nvPr>
            <p:ph type="sldNum" sz="quarter" idx="4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14" name="Picture Placeholder 10">
            <a:extLst>
              <a:ext uri="{FF2B5EF4-FFF2-40B4-BE49-F238E27FC236}">
                <a16:creationId xmlns:a16="http://schemas.microsoft.com/office/drawing/2014/main" id="{C9D67DE0-F509-59F0-9280-9F130E5DB85B}"/>
              </a:ext>
            </a:extLst>
          </p:cNvPr>
          <p:cNvSpPr>
            <a:spLocks noGrp="1"/>
          </p:cNvSpPr>
          <p:nvPr>
            <p:ph type="pic" sz="quarter" idx="34" hasCustomPrompt="1"/>
          </p:nvPr>
        </p:nvSpPr>
        <p:spPr>
          <a:xfrm>
            <a:off x="4470400" y="108000"/>
            <a:ext cx="7721601"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7" name="Footer Placeholder 4">
            <a:extLst>
              <a:ext uri="{FF2B5EF4-FFF2-40B4-BE49-F238E27FC236}">
                <a16:creationId xmlns:a16="http://schemas.microsoft.com/office/drawing/2014/main" id="{0143EC42-F0BC-E053-9D6C-52F3EAD5C9A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itle 1">
            <a:extLst>
              <a:ext uri="{FF2B5EF4-FFF2-40B4-BE49-F238E27FC236}">
                <a16:creationId xmlns:a16="http://schemas.microsoft.com/office/drawing/2014/main" id="{E63BFCAA-539B-E9AB-94F5-434821CE07F5}"/>
              </a:ext>
            </a:extLst>
          </p:cNvPr>
          <p:cNvSpPr>
            <a:spLocks noGrp="1"/>
          </p:cNvSpPr>
          <p:nvPr>
            <p:ph type="title"/>
          </p:nvPr>
        </p:nvSpPr>
        <p:spPr>
          <a:xfrm>
            <a:off x="479425" y="476250"/>
            <a:ext cx="3508375" cy="1257109"/>
          </a:xfrm>
          <a:prstGeom prst="rect">
            <a:avLst/>
          </a:prstGeom>
        </p:spPr>
        <p:txBody>
          <a:bodyPr lIns="0" tIns="0" rIns="0" bIns="0"/>
          <a:lstStyle/>
          <a:p>
            <a:r>
              <a:rPr lang="en-US"/>
              <a:t>Click to edit Master title style</a:t>
            </a:r>
            <a:endParaRPr lang="en-AU" dirty="0"/>
          </a:p>
        </p:txBody>
      </p:sp>
      <p:sp>
        <p:nvSpPr>
          <p:cNvPr id="4" name="logo_white">
            <a:extLst>
              <a:ext uri="{FF2B5EF4-FFF2-40B4-BE49-F238E27FC236}">
                <a16:creationId xmlns:a16="http://schemas.microsoft.com/office/drawing/2014/main" id="{CCCADCA8-2A7A-BBC5-F23C-1BC2A22B3DF1}"/>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2" name="Rectangle 1">
            <a:extLst>
              <a:ext uri="{FF2B5EF4-FFF2-40B4-BE49-F238E27FC236}">
                <a16:creationId xmlns:a16="http://schemas.microsoft.com/office/drawing/2014/main" id="{D799AD85-9CC3-09DD-6031-39B8704EA2D4}"/>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14071431"/>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5_content_image_66_factoids_colored">
    <p:bg>
      <p:bgPr>
        <a:solidFill>
          <a:schemeClr val="tx1"/>
        </a:solidFill>
        <a:effectLst/>
      </p:bgPr>
    </p:bg>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C63FE5FB-A211-73CC-4C9E-410B90519FFF}"/>
              </a:ext>
            </a:extLst>
          </p:cNvPr>
          <p:cNvSpPr>
            <a:spLocks noGrp="1"/>
          </p:cNvSpPr>
          <p:nvPr>
            <p:ph type="pic" sz="quarter" idx="34" hasCustomPrompt="1"/>
          </p:nvPr>
        </p:nvSpPr>
        <p:spPr>
          <a:xfrm>
            <a:off x="4470400" y="108000"/>
            <a:ext cx="7721601"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17" name="Text Placeholder 19">
            <a:extLst>
              <a:ext uri="{FF2B5EF4-FFF2-40B4-BE49-F238E27FC236}">
                <a16:creationId xmlns:a16="http://schemas.microsoft.com/office/drawing/2014/main" id="{26B95CB5-E0A9-0C93-6097-EF738C5638B9}"/>
              </a:ext>
            </a:extLst>
          </p:cNvPr>
          <p:cNvSpPr>
            <a:spLocks noGrp="1"/>
          </p:cNvSpPr>
          <p:nvPr>
            <p:ph type="body" sz="quarter" idx="25" hasCustomPrompt="1"/>
          </p:nvPr>
        </p:nvSpPr>
        <p:spPr>
          <a:xfrm>
            <a:off x="1132841" y="2363788"/>
            <a:ext cx="2854960" cy="875665"/>
          </a:xfrm>
          <a:prstGeom prst="rect">
            <a:avLst/>
          </a:prstGeom>
        </p:spPr>
        <p:txBody>
          <a:bodyPr lIns="0" tIns="0" rIns="0" bIns="0"/>
          <a:lstStyle>
            <a:lvl1pPr marL="0" indent="0">
              <a:lnSpc>
                <a:spcPct val="90000"/>
              </a:lnSpc>
              <a:spcBef>
                <a:spcPts val="0"/>
              </a:spcBef>
              <a:spcAft>
                <a:spcPts val="0"/>
              </a:spcAft>
              <a:buNone/>
              <a:defRPr lang="en-US" sz="4400" b="1" kern="1200" dirty="0" smtClean="0">
                <a:solidFill>
                  <a:schemeClr val="accent2"/>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19" name="Text Placeholder 19">
            <a:extLst>
              <a:ext uri="{FF2B5EF4-FFF2-40B4-BE49-F238E27FC236}">
                <a16:creationId xmlns:a16="http://schemas.microsoft.com/office/drawing/2014/main" id="{DB079B1A-3A83-6756-69CC-1A601152E366}"/>
              </a:ext>
            </a:extLst>
          </p:cNvPr>
          <p:cNvSpPr>
            <a:spLocks noGrp="1"/>
          </p:cNvSpPr>
          <p:nvPr>
            <p:ph type="body" sz="quarter" idx="29" hasCustomPrompt="1"/>
          </p:nvPr>
        </p:nvSpPr>
        <p:spPr>
          <a:xfrm>
            <a:off x="1132841" y="3690461"/>
            <a:ext cx="2854960" cy="875665"/>
          </a:xfrm>
          <a:prstGeom prst="rect">
            <a:avLst/>
          </a:prstGeom>
        </p:spPr>
        <p:txBody>
          <a:bodyPr lIns="0" tIns="0" rIns="0" bIns="0"/>
          <a:lstStyle>
            <a:lvl1pPr marL="0" indent="0">
              <a:lnSpc>
                <a:spcPct val="90000"/>
              </a:lnSpc>
              <a:spcBef>
                <a:spcPts val="0"/>
              </a:spcBef>
              <a:spcAft>
                <a:spcPts val="0"/>
              </a:spcAft>
              <a:buNone/>
              <a:defRPr lang="en-US" sz="4400" b="1" kern="1200" dirty="0" smtClean="0">
                <a:solidFill>
                  <a:schemeClr val="accent3"/>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21" name="Text Placeholder 19">
            <a:extLst>
              <a:ext uri="{FF2B5EF4-FFF2-40B4-BE49-F238E27FC236}">
                <a16:creationId xmlns:a16="http://schemas.microsoft.com/office/drawing/2014/main" id="{2E07F426-34BD-2EAF-A04F-9649E1EE5670}"/>
              </a:ext>
            </a:extLst>
          </p:cNvPr>
          <p:cNvSpPr>
            <a:spLocks noGrp="1"/>
          </p:cNvSpPr>
          <p:nvPr>
            <p:ph type="body" sz="quarter" idx="31" hasCustomPrompt="1"/>
          </p:nvPr>
        </p:nvSpPr>
        <p:spPr>
          <a:xfrm>
            <a:off x="1132841" y="5017135"/>
            <a:ext cx="2854960" cy="875665"/>
          </a:xfrm>
          <a:prstGeom prst="rect">
            <a:avLst/>
          </a:prstGeom>
          <a:solidFill>
            <a:schemeClr val="tx1"/>
          </a:solidFill>
        </p:spPr>
        <p:txBody>
          <a:bodyPr lIns="0" tIns="0" rIns="0" bIns="0"/>
          <a:lstStyle>
            <a:lvl1pPr marL="0" indent="0">
              <a:lnSpc>
                <a:spcPct val="90000"/>
              </a:lnSpc>
              <a:spcBef>
                <a:spcPts val="0"/>
              </a:spcBef>
              <a:spcAft>
                <a:spcPts val="0"/>
              </a:spcAft>
              <a:buNone/>
              <a:defRPr lang="en-US" sz="4400" b="1" kern="1200" dirty="0" smtClean="0">
                <a:solidFill>
                  <a:schemeClr val="accent4"/>
                </a:solidFill>
                <a:latin typeface="+mn-lt"/>
                <a:ea typeface="+mn-ea"/>
                <a:cs typeface="+mn-cs"/>
              </a:defRPr>
            </a:lvl1pPr>
            <a:lvl2pPr marL="0" indent="0">
              <a:lnSpc>
                <a:spcPct val="90000"/>
              </a:lnSpc>
              <a:spcBef>
                <a:spcPts val="0"/>
              </a:spcBef>
              <a:spcAft>
                <a:spcPts val="0"/>
              </a:spcAft>
              <a:buNone/>
              <a:defRPr lang="en-US" sz="16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22" name="Slide Number Placeholder 2">
            <a:extLst>
              <a:ext uri="{FF2B5EF4-FFF2-40B4-BE49-F238E27FC236}">
                <a16:creationId xmlns:a16="http://schemas.microsoft.com/office/drawing/2014/main" id="{DAD30696-6377-9385-E3AD-CA8BF2CEE5F8}"/>
              </a:ext>
            </a:extLst>
          </p:cNvPr>
          <p:cNvSpPr>
            <a:spLocks noGrp="1"/>
          </p:cNvSpPr>
          <p:nvPr>
            <p:ph type="sldNum" sz="quarter" idx="48"/>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2" name="Picture Placeholder 5">
            <a:extLst>
              <a:ext uri="{FF2B5EF4-FFF2-40B4-BE49-F238E27FC236}">
                <a16:creationId xmlns:a16="http://schemas.microsoft.com/office/drawing/2014/main" id="{3A32B860-84F5-5963-2E62-44E9F469CF16}"/>
              </a:ext>
            </a:extLst>
          </p:cNvPr>
          <p:cNvSpPr>
            <a:spLocks noGrp="1"/>
          </p:cNvSpPr>
          <p:nvPr>
            <p:ph type="pic" sz="quarter" idx="37"/>
          </p:nvPr>
        </p:nvSpPr>
        <p:spPr>
          <a:xfrm>
            <a:off x="479425" y="2363788"/>
            <a:ext cx="522000" cy="522000"/>
          </a:xfrm>
          <a:prstGeom prst="rect">
            <a:avLst/>
          </a:prstGeom>
        </p:spPr>
        <p:txBody>
          <a:bodyPr lIns="0" tIns="0" rIns="0" bIns="0"/>
          <a:lstStyle>
            <a:lvl1pPr marL="0" indent="0">
              <a:buNone/>
              <a:defRPr sz="800"/>
            </a:lvl1pPr>
          </a:lstStyle>
          <a:p>
            <a:r>
              <a:rPr lang="en-US"/>
              <a:t>Click icon to add picture</a:t>
            </a:r>
            <a:endParaRPr lang="en-GB" dirty="0"/>
          </a:p>
        </p:txBody>
      </p:sp>
      <p:sp>
        <p:nvSpPr>
          <p:cNvPr id="3" name="Picture Placeholder 5">
            <a:extLst>
              <a:ext uri="{FF2B5EF4-FFF2-40B4-BE49-F238E27FC236}">
                <a16:creationId xmlns:a16="http://schemas.microsoft.com/office/drawing/2014/main" id="{7763FA47-E638-679B-5EAB-F8F410601354}"/>
              </a:ext>
            </a:extLst>
          </p:cNvPr>
          <p:cNvSpPr>
            <a:spLocks noGrp="1"/>
          </p:cNvSpPr>
          <p:nvPr>
            <p:ph type="pic" sz="quarter" idx="38"/>
          </p:nvPr>
        </p:nvSpPr>
        <p:spPr>
          <a:xfrm>
            <a:off x="479425" y="3690461"/>
            <a:ext cx="522000" cy="522000"/>
          </a:xfrm>
          <a:prstGeom prst="rect">
            <a:avLst/>
          </a:prstGeom>
        </p:spPr>
        <p:txBody>
          <a:bodyPr lIns="0" tIns="0" rIns="0" bIns="0"/>
          <a:lstStyle>
            <a:lvl1pPr marL="0" indent="0">
              <a:buNone/>
              <a:defRPr sz="800"/>
            </a:lvl1pPr>
          </a:lstStyle>
          <a:p>
            <a:r>
              <a:rPr lang="en-US"/>
              <a:t>Click icon to add picture</a:t>
            </a:r>
            <a:endParaRPr lang="en-GB" dirty="0"/>
          </a:p>
        </p:txBody>
      </p:sp>
      <p:sp>
        <p:nvSpPr>
          <p:cNvPr id="5" name="Picture Placeholder 5">
            <a:extLst>
              <a:ext uri="{FF2B5EF4-FFF2-40B4-BE49-F238E27FC236}">
                <a16:creationId xmlns:a16="http://schemas.microsoft.com/office/drawing/2014/main" id="{71149FAE-5BF5-8613-8CCC-95D58BE9ACE1}"/>
              </a:ext>
            </a:extLst>
          </p:cNvPr>
          <p:cNvSpPr>
            <a:spLocks noGrp="1"/>
          </p:cNvSpPr>
          <p:nvPr>
            <p:ph type="pic" sz="quarter" idx="39"/>
          </p:nvPr>
        </p:nvSpPr>
        <p:spPr>
          <a:xfrm>
            <a:off x="479425" y="5017135"/>
            <a:ext cx="522000" cy="522000"/>
          </a:xfrm>
          <a:prstGeom prst="rect">
            <a:avLst/>
          </a:prstGeom>
        </p:spPr>
        <p:txBody>
          <a:bodyPr lIns="0" tIns="0" rIns="0" bIns="0"/>
          <a:lstStyle>
            <a:lvl1pPr marL="0" indent="0">
              <a:buNone/>
              <a:defRPr sz="800"/>
            </a:lvl1pPr>
          </a:lstStyle>
          <a:p>
            <a:r>
              <a:rPr lang="en-US"/>
              <a:t>Click icon to add picture</a:t>
            </a:r>
            <a:endParaRPr lang="en-GB" dirty="0"/>
          </a:p>
        </p:txBody>
      </p:sp>
      <p:sp>
        <p:nvSpPr>
          <p:cNvPr id="7" name="Footer Placeholder 4">
            <a:extLst>
              <a:ext uri="{FF2B5EF4-FFF2-40B4-BE49-F238E27FC236}">
                <a16:creationId xmlns:a16="http://schemas.microsoft.com/office/drawing/2014/main" id="{F76C87F1-2F3B-E3D0-2356-6EEE7079868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8" name="Title 1">
            <a:extLst>
              <a:ext uri="{FF2B5EF4-FFF2-40B4-BE49-F238E27FC236}">
                <a16:creationId xmlns:a16="http://schemas.microsoft.com/office/drawing/2014/main" id="{5F6DD345-94F2-82FA-6484-BD0EEAD03DDA}"/>
              </a:ext>
            </a:extLst>
          </p:cNvPr>
          <p:cNvSpPr>
            <a:spLocks noGrp="1"/>
          </p:cNvSpPr>
          <p:nvPr>
            <p:ph type="title"/>
          </p:nvPr>
        </p:nvSpPr>
        <p:spPr>
          <a:xfrm>
            <a:off x="479425" y="476250"/>
            <a:ext cx="3508375" cy="1257109"/>
          </a:xfrm>
          <a:prstGeom prst="rect">
            <a:avLst/>
          </a:prstGeom>
        </p:spPr>
        <p:txBody>
          <a:bodyPr lIns="0" tIns="0" rIns="0" bIns="0"/>
          <a:lstStyle/>
          <a:p>
            <a:r>
              <a:rPr lang="en-US"/>
              <a:t>Click to edit Master title style</a:t>
            </a:r>
            <a:endParaRPr lang="en-AU" dirty="0"/>
          </a:p>
        </p:txBody>
      </p:sp>
      <p:sp>
        <p:nvSpPr>
          <p:cNvPr id="9" name="logo_black">
            <a:extLst>
              <a:ext uri="{FF2B5EF4-FFF2-40B4-BE49-F238E27FC236}">
                <a16:creationId xmlns:a16="http://schemas.microsoft.com/office/drawing/2014/main" id="{214B1F07-8C75-247F-553B-7853A3111006}"/>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4" name="Rectangle 3">
            <a:extLst>
              <a:ext uri="{FF2B5EF4-FFF2-40B4-BE49-F238E27FC236}">
                <a16:creationId xmlns:a16="http://schemas.microsoft.com/office/drawing/2014/main" id="{5E25B398-585F-4592-6349-2235DB7C24CA}"/>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56208827"/>
      </p:ext>
    </p:extLst>
  </p:cSld>
  <p:clrMapOvr>
    <a:masterClrMapping/>
  </p:clrMapOvr>
  <p:extLst>
    <p:ext uri="{DCECCB84-F9BA-43D5-87BE-67443E8EF086}">
      <p15:sldGuideLst xmlns:p15="http://schemas.microsoft.com/office/powerpoint/2012/main">
        <p15:guide id="3" pos="2512" userDrawn="1">
          <p15:clr>
            <a:srgbClr val="FBAE40"/>
          </p15:clr>
        </p15:guide>
        <p15:guide id="4" pos="281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6_content_image_50_4_elements">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0CCE5DFE-B94F-42AA-56E4-AC738566262D}"/>
              </a:ext>
            </a:extLst>
          </p:cNvPr>
          <p:cNvSpPr>
            <a:spLocks noGrp="1"/>
          </p:cNvSpPr>
          <p:nvPr>
            <p:ph type="pic" sz="quarter" idx="34" hasCustomPrompt="1"/>
          </p:nvPr>
        </p:nvSpPr>
        <p:spPr>
          <a:xfrm>
            <a:off x="1" y="108000"/>
            <a:ext cx="6095999"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4" name="Slide Number Placeholder 5">
            <a:extLst>
              <a:ext uri="{FF2B5EF4-FFF2-40B4-BE49-F238E27FC236}">
                <a16:creationId xmlns:a16="http://schemas.microsoft.com/office/drawing/2014/main" id="{78093951-DA61-7826-94E2-EB4EB285C363}"/>
              </a:ext>
            </a:extLst>
          </p:cNvPr>
          <p:cNvSpPr>
            <a:spLocks noGrp="1"/>
          </p:cNvSpPr>
          <p:nvPr>
            <p:ph type="sldNum" sz="quarter" idx="35"/>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5" name="Title 3">
            <a:extLst>
              <a:ext uri="{FF2B5EF4-FFF2-40B4-BE49-F238E27FC236}">
                <a16:creationId xmlns:a16="http://schemas.microsoft.com/office/drawing/2014/main" id="{9152C22F-FEF9-5377-20C8-F3F81418129D}"/>
              </a:ext>
            </a:extLst>
          </p:cNvPr>
          <p:cNvSpPr>
            <a:spLocks noGrp="1"/>
          </p:cNvSpPr>
          <p:nvPr>
            <p:ph type="title"/>
          </p:nvPr>
        </p:nvSpPr>
        <p:spPr>
          <a:xfrm>
            <a:off x="479425" y="476251"/>
            <a:ext cx="3503295" cy="1576070"/>
          </a:xfrm>
          <a:prstGeom prst="rect">
            <a:avLst/>
          </a:prstGeom>
        </p:spPr>
        <p:txBody>
          <a:bodyPr lIns="0" tIns="0" rIns="0" bIns="0"/>
          <a:lstStyle/>
          <a:p>
            <a:r>
              <a:rPr lang="en-US"/>
              <a:t>Click to edit Master title style</a:t>
            </a:r>
            <a:endParaRPr lang="en-AU" dirty="0"/>
          </a:p>
        </p:txBody>
      </p:sp>
      <p:sp>
        <p:nvSpPr>
          <p:cNvPr id="31" name="Text Placeholder 10">
            <a:extLst>
              <a:ext uri="{FF2B5EF4-FFF2-40B4-BE49-F238E27FC236}">
                <a16:creationId xmlns:a16="http://schemas.microsoft.com/office/drawing/2014/main" id="{D2091B15-1F7F-AE1F-739B-E2D5C9B7986A}"/>
              </a:ext>
            </a:extLst>
          </p:cNvPr>
          <p:cNvSpPr>
            <a:spLocks noGrp="1"/>
          </p:cNvSpPr>
          <p:nvPr>
            <p:ph type="body" sz="quarter" idx="13"/>
          </p:nvPr>
        </p:nvSpPr>
        <p:spPr>
          <a:xfrm>
            <a:off x="7088253" y="810409"/>
            <a:ext cx="4651989" cy="898040"/>
          </a:xfrm>
          <a:prstGeom prst="rect">
            <a:avLst/>
          </a:prstGeom>
          <a:noFill/>
        </p:spPr>
        <p:txBody>
          <a:bodyPr lIns="25200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32" name="Text Placeholder 10">
            <a:extLst>
              <a:ext uri="{FF2B5EF4-FFF2-40B4-BE49-F238E27FC236}">
                <a16:creationId xmlns:a16="http://schemas.microsoft.com/office/drawing/2014/main" id="{9672D018-02DD-7413-9FD4-57A6346FD875}"/>
              </a:ext>
            </a:extLst>
          </p:cNvPr>
          <p:cNvSpPr>
            <a:spLocks noGrp="1"/>
          </p:cNvSpPr>
          <p:nvPr>
            <p:ph type="body" sz="quarter" idx="36"/>
          </p:nvPr>
        </p:nvSpPr>
        <p:spPr>
          <a:xfrm>
            <a:off x="7088253" y="2225739"/>
            <a:ext cx="4651989" cy="898040"/>
          </a:xfrm>
          <a:prstGeom prst="rect">
            <a:avLst/>
          </a:prstGeom>
          <a:noFill/>
        </p:spPr>
        <p:txBody>
          <a:bodyPr lIns="25200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33" name="Text Placeholder 10">
            <a:extLst>
              <a:ext uri="{FF2B5EF4-FFF2-40B4-BE49-F238E27FC236}">
                <a16:creationId xmlns:a16="http://schemas.microsoft.com/office/drawing/2014/main" id="{E4194C34-5213-D259-DD98-1D4E623B8389}"/>
              </a:ext>
            </a:extLst>
          </p:cNvPr>
          <p:cNvSpPr>
            <a:spLocks noGrp="1"/>
          </p:cNvSpPr>
          <p:nvPr>
            <p:ph type="body" sz="quarter" idx="37"/>
          </p:nvPr>
        </p:nvSpPr>
        <p:spPr>
          <a:xfrm>
            <a:off x="7088253" y="3670819"/>
            <a:ext cx="4651989" cy="898040"/>
          </a:xfrm>
          <a:prstGeom prst="rect">
            <a:avLst/>
          </a:prstGeom>
          <a:noFill/>
        </p:spPr>
        <p:txBody>
          <a:bodyPr lIns="25200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34" name="Text Placeholder 10">
            <a:extLst>
              <a:ext uri="{FF2B5EF4-FFF2-40B4-BE49-F238E27FC236}">
                <a16:creationId xmlns:a16="http://schemas.microsoft.com/office/drawing/2014/main" id="{9F4BCE73-4CFB-CD36-C1F3-F37290936989}"/>
              </a:ext>
            </a:extLst>
          </p:cNvPr>
          <p:cNvSpPr>
            <a:spLocks noGrp="1"/>
          </p:cNvSpPr>
          <p:nvPr>
            <p:ph type="body" sz="quarter" idx="38"/>
          </p:nvPr>
        </p:nvSpPr>
        <p:spPr>
          <a:xfrm>
            <a:off x="7088253" y="5056404"/>
            <a:ext cx="4651989" cy="898040"/>
          </a:xfrm>
          <a:prstGeom prst="rect">
            <a:avLst/>
          </a:prstGeom>
          <a:noFill/>
        </p:spPr>
        <p:txBody>
          <a:bodyPr lIns="252000" tIns="0" rIns="0" bIns="0" anchor="t" anchorCtr="0"/>
          <a:lstStyle>
            <a:lvl1pPr marL="0" indent="0">
              <a:spcAft>
                <a:spcPts val="0"/>
              </a:spcAft>
              <a:buNone/>
              <a:defRPr sz="1800">
                <a:solidFill>
                  <a:schemeClr val="accent5"/>
                </a:solidFill>
              </a:defRPr>
            </a:lvl1pPr>
            <a:lvl2pPr marL="0" indent="0">
              <a:spcAft>
                <a:spcPts val="0"/>
              </a:spcAft>
              <a:buNone/>
              <a:defRPr/>
            </a:lvl2pPr>
          </a:lstStyle>
          <a:p>
            <a:pPr lvl="0"/>
            <a:r>
              <a:rPr lang="en-US"/>
              <a:t>Click to edit Master text styles</a:t>
            </a:r>
          </a:p>
          <a:p>
            <a:pPr lvl="1"/>
            <a:r>
              <a:rPr lang="en-US"/>
              <a:t>Second level</a:t>
            </a:r>
          </a:p>
        </p:txBody>
      </p:sp>
      <p:sp>
        <p:nvSpPr>
          <p:cNvPr id="6" name="Picture Placeholder 5">
            <a:extLst>
              <a:ext uri="{FF2B5EF4-FFF2-40B4-BE49-F238E27FC236}">
                <a16:creationId xmlns:a16="http://schemas.microsoft.com/office/drawing/2014/main" id="{7E215BC2-C97C-E557-1CF7-1D43AD8D4151}"/>
              </a:ext>
            </a:extLst>
          </p:cNvPr>
          <p:cNvSpPr>
            <a:spLocks noGrp="1"/>
          </p:cNvSpPr>
          <p:nvPr>
            <p:ph type="pic" sz="quarter" idx="39"/>
          </p:nvPr>
        </p:nvSpPr>
        <p:spPr>
          <a:xfrm>
            <a:off x="6566254" y="810409"/>
            <a:ext cx="522000" cy="522000"/>
          </a:xfrm>
          <a:prstGeom prst="rect">
            <a:avLst/>
          </a:prstGeom>
        </p:spPr>
        <p:txBody>
          <a:bodyPr tIns="0" rIns="0" bIns="0"/>
          <a:lstStyle>
            <a:lvl1pPr marL="0" indent="0">
              <a:buNone/>
              <a:defRPr sz="800"/>
            </a:lvl1pPr>
          </a:lstStyle>
          <a:p>
            <a:r>
              <a:rPr lang="en-US"/>
              <a:t>Click icon to add picture</a:t>
            </a:r>
            <a:endParaRPr lang="en-GB" dirty="0"/>
          </a:p>
        </p:txBody>
      </p:sp>
      <p:sp>
        <p:nvSpPr>
          <p:cNvPr id="7" name="Picture Placeholder 5">
            <a:extLst>
              <a:ext uri="{FF2B5EF4-FFF2-40B4-BE49-F238E27FC236}">
                <a16:creationId xmlns:a16="http://schemas.microsoft.com/office/drawing/2014/main" id="{A4B4918F-32DE-2851-A0B8-FC1DE7AB60AC}"/>
              </a:ext>
            </a:extLst>
          </p:cNvPr>
          <p:cNvSpPr>
            <a:spLocks noGrp="1"/>
          </p:cNvSpPr>
          <p:nvPr>
            <p:ph type="pic" sz="quarter" idx="40"/>
          </p:nvPr>
        </p:nvSpPr>
        <p:spPr>
          <a:xfrm>
            <a:off x="6566254" y="2225739"/>
            <a:ext cx="522000" cy="522000"/>
          </a:xfrm>
          <a:prstGeom prst="rect">
            <a:avLst/>
          </a:prstGeom>
        </p:spPr>
        <p:txBody>
          <a:bodyPr tIns="0" rIns="0" bIns="0"/>
          <a:lstStyle>
            <a:lvl1pPr marL="0" indent="0">
              <a:buNone/>
              <a:defRPr sz="800"/>
            </a:lvl1pPr>
          </a:lstStyle>
          <a:p>
            <a:r>
              <a:rPr lang="en-US"/>
              <a:t>Click icon to add picture</a:t>
            </a:r>
            <a:endParaRPr lang="en-GB" dirty="0"/>
          </a:p>
        </p:txBody>
      </p:sp>
      <p:sp>
        <p:nvSpPr>
          <p:cNvPr id="9" name="Picture Placeholder 5">
            <a:extLst>
              <a:ext uri="{FF2B5EF4-FFF2-40B4-BE49-F238E27FC236}">
                <a16:creationId xmlns:a16="http://schemas.microsoft.com/office/drawing/2014/main" id="{12BBFEC6-FC8D-A43A-65B4-15FA190B4677}"/>
              </a:ext>
            </a:extLst>
          </p:cNvPr>
          <p:cNvSpPr>
            <a:spLocks noGrp="1"/>
          </p:cNvSpPr>
          <p:nvPr>
            <p:ph type="pic" sz="quarter" idx="41"/>
          </p:nvPr>
        </p:nvSpPr>
        <p:spPr>
          <a:xfrm>
            <a:off x="6566254" y="3670819"/>
            <a:ext cx="522000" cy="522000"/>
          </a:xfrm>
          <a:prstGeom prst="rect">
            <a:avLst/>
          </a:prstGeom>
        </p:spPr>
        <p:txBody>
          <a:bodyPr tIns="0" rIns="0" bIns="0"/>
          <a:lstStyle>
            <a:lvl1pPr marL="0" indent="0">
              <a:buNone/>
              <a:defRPr sz="800"/>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5B1E3C29-C4D8-9381-9BD0-579D96927F0A}"/>
              </a:ext>
            </a:extLst>
          </p:cNvPr>
          <p:cNvSpPr>
            <a:spLocks noGrp="1"/>
          </p:cNvSpPr>
          <p:nvPr>
            <p:ph type="pic" sz="quarter" idx="49"/>
          </p:nvPr>
        </p:nvSpPr>
        <p:spPr>
          <a:xfrm>
            <a:off x="6566254" y="5056404"/>
            <a:ext cx="522000" cy="522000"/>
          </a:xfrm>
          <a:prstGeom prst="rect">
            <a:avLst/>
          </a:prstGeom>
        </p:spPr>
        <p:txBody>
          <a:bodyPr tIns="0" rIns="0" bIns="0"/>
          <a:lstStyle>
            <a:lvl1pPr marL="0" indent="0">
              <a:buNone/>
              <a:defRPr sz="800"/>
            </a:lvl1pPr>
          </a:lstStyle>
          <a:p>
            <a:r>
              <a:rPr lang="en-US"/>
              <a:t>Click icon to add picture</a:t>
            </a:r>
            <a:endParaRPr lang="en-GB" dirty="0"/>
          </a:p>
        </p:txBody>
      </p:sp>
      <p:sp>
        <p:nvSpPr>
          <p:cNvPr id="8" name="Footer Placeholder 4">
            <a:extLst>
              <a:ext uri="{FF2B5EF4-FFF2-40B4-BE49-F238E27FC236}">
                <a16:creationId xmlns:a16="http://schemas.microsoft.com/office/drawing/2014/main" id="{33A3075A-6FEE-BB7A-2830-BEBB629E2760}"/>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Rectangle 2">
            <a:extLst>
              <a:ext uri="{FF2B5EF4-FFF2-40B4-BE49-F238E27FC236}">
                <a16:creationId xmlns:a16="http://schemas.microsoft.com/office/drawing/2014/main" id="{B23FA973-E457-129F-74BC-44976634648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Graphic 9">
            <a:extLst>
              <a:ext uri="{FF2B5EF4-FFF2-40B4-BE49-F238E27FC236}">
                <a16:creationId xmlns:a16="http://schemas.microsoft.com/office/drawing/2014/main" id="{C3544935-5A55-6126-6964-AD5483178C5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5553721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6_content_image_50_5_elements">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6E61FC17-476D-8A97-BD44-FB163DDA486B}"/>
              </a:ext>
            </a:extLst>
          </p:cNvPr>
          <p:cNvSpPr>
            <a:spLocks noGrp="1"/>
          </p:cNvSpPr>
          <p:nvPr>
            <p:ph type="pic" sz="quarter" idx="34" hasCustomPrompt="1"/>
          </p:nvPr>
        </p:nvSpPr>
        <p:spPr>
          <a:xfrm>
            <a:off x="-1" y="108000"/>
            <a:ext cx="4263887" cy="6750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noFill/>
              </a:defRPr>
            </a:lvl1pPr>
          </a:lstStyle>
          <a:p>
            <a:r>
              <a:rPr lang="en-AU" dirty="0"/>
              <a:t>Click on icon to insert image and send to back</a:t>
            </a:r>
          </a:p>
        </p:txBody>
      </p:sp>
      <p:sp>
        <p:nvSpPr>
          <p:cNvPr id="9" name="Slide Number Placeholder 5">
            <a:extLst>
              <a:ext uri="{FF2B5EF4-FFF2-40B4-BE49-F238E27FC236}">
                <a16:creationId xmlns:a16="http://schemas.microsoft.com/office/drawing/2014/main" id="{EDFFE9B2-E508-929C-9D48-1D94360F7A04}"/>
              </a:ext>
            </a:extLst>
          </p:cNvPr>
          <p:cNvSpPr>
            <a:spLocks noGrp="1"/>
          </p:cNvSpPr>
          <p:nvPr>
            <p:ph type="sldNum" sz="quarter" idx="35"/>
          </p:nvPr>
        </p:nvSpPr>
        <p:spPr>
          <a:xfrm>
            <a:off x="479425" y="6339948"/>
            <a:ext cx="173038" cy="169200"/>
          </a:xfrm>
          <a:prstGeom prst="rect">
            <a:avLst/>
          </a:prstGeom>
        </p:spPr>
        <p:txBody>
          <a:bodyPr/>
          <a:lstStyle>
            <a:lvl1pPr>
              <a:defRPr>
                <a:solidFill>
                  <a:schemeClr val="bg2"/>
                </a:solidFill>
              </a:defRPr>
            </a:lvl1pPr>
          </a:lstStyle>
          <a:p>
            <a:fld id="{E4C2AD82-1025-4508-97C1-6F7EE5C92734}" type="slidenum">
              <a:rPr lang="en-AU" smtClean="0"/>
              <a:pPr/>
              <a:t>‹#›</a:t>
            </a:fld>
            <a:endParaRPr lang="en-AU" dirty="0"/>
          </a:p>
        </p:txBody>
      </p:sp>
      <p:sp>
        <p:nvSpPr>
          <p:cNvPr id="28" name="Title 3">
            <a:extLst>
              <a:ext uri="{FF2B5EF4-FFF2-40B4-BE49-F238E27FC236}">
                <a16:creationId xmlns:a16="http://schemas.microsoft.com/office/drawing/2014/main" id="{FAA34CCE-D07C-484E-9CCC-FAA1A6EDBE64}"/>
              </a:ext>
            </a:extLst>
          </p:cNvPr>
          <p:cNvSpPr>
            <a:spLocks noGrp="1"/>
          </p:cNvSpPr>
          <p:nvPr>
            <p:ph type="title"/>
          </p:nvPr>
        </p:nvSpPr>
        <p:spPr>
          <a:xfrm>
            <a:off x="479425" y="604203"/>
            <a:ext cx="3503295" cy="1448117"/>
          </a:xfrm>
          <a:prstGeom prst="rect">
            <a:avLst/>
          </a:prstGeom>
        </p:spPr>
        <p:txBody>
          <a:bodyPr lIns="0" tIns="0" rIns="0" bIns="0"/>
          <a:lstStyle/>
          <a:p>
            <a:r>
              <a:rPr lang="en-US"/>
              <a:t>Click to edit Master title style</a:t>
            </a:r>
            <a:endParaRPr lang="en-AU" dirty="0"/>
          </a:p>
        </p:txBody>
      </p:sp>
      <p:sp>
        <p:nvSpPr>
          <p:cNvPr id="2" name="Text Placeholder 10">
            <a:extLst>
              <a:ext uri="{FF2B5EF4-FFF2-40B4-BE49-F238E27FC236}">
                <a16:creationId xmlns:a16="http://schemas.microsoft.com/office/drawing/2014/main" id="{E4E3B4DE-340D-6797-EF95-8A58829439A7}"/>
              </a:ext>
            </a:extLst>
          </p:cNvPr>
          <p:cNvSpPr>
            <a:spLocks noGrp="1"/>
          </p:cNvSpPr>
          <p:nvPr>
            <p:ph type="body" sz="quarter" idx="33"/>
          </p:nvPr>
        </p:nvSpPr>
        <p:spPr>
          <a:xfrm>
            <a:off x="5338521" y="628049"/>
            <a:ext cx="6381186" cy="898040"/>
          </a:xfrm>
          <a:prstGeom prst="rect">
            <a:avLst/>
          </a:prstGeom>
          <a:noFill/>
        </p:spPr>
        <p:txBody>
          <a:bodyPr lIns="25200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3" name="Text Placeholder 10">
            <a:extLst>
              <a:ext uri="{FF2B5EF4-FFF2-40B4-BE49-F238E27FC236}">
                <a16:creationId xmlns:a16="http://schemas.microsoft.com/office/drawing/2014/main" id="{9BD006F6-FF8D-534A-F789-CEB89C78FAE1}"/>
              </a:ext>
            </a:extLst>
          </p:cNvPr>
          <p:cNvSpPr>
            <a:spLocks noGrp="1"/>
          </p:cNvSpPr>
          <p:nvPr>
            <p:ph type="body" sz="quarter" idx="36"/>
          </p:nvPr>
        </p:nvSpPr>
        <p:spPr>
          <a:xfrm>
            <a:off x="5338521" y="1673618"/>
            <a:ext cx="6381186" cy="898040"/>
          </a:xfrm>
          <a:prstGeom prst="rect">
            <a:avLst/>
          </a:prstGeom>
          <a:noFill/>
        </p:spPr>
        <p:txBody>
          <a:bodyPr lIns="25200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4" name="Text Placeholder 10">
            <a:extLst>
              <a:ext uri="{FF2B5EF4-FFF2-40B4-BE49-F238E27FC236}">
                <a16:creationId xmlns:a16="http://schemas.microsoft.com/office/drawing/2014/main" id="{45943B8F-8C68-10D4-5639-0942D24449E7}"/>
              </a:ext>
            </a:extLst>
          </p:cNvPr>
          <p:cNvSpPr>
            <a:spLocks noGrp="1"/>
          </p:cNvSpPr>
          <p:nvPr>
            <p:ph type="body" sz="quarter" idx="37"/>
          </p:nvPr>
        </p:nvSpPr>
        <p:spPr>
          <a:xfrm>
            <a:off x="5338521" y="2719187"/>
            <a:ext cx="6381186" cy="898040"/>
          </a:xfrm>
          <a:prstGeom prst="rect">
            <a:avLst/>
          </a:prstGeom>
          <a:noFill/>
        </p:spPr>
        <p:txBody>
          <a:bodyPr lIns="25200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7" name="Text Placeholder 10">
            <a:extLst>
              <a:ext uri="{FF2B5EF4-FFF2-40B4-BE49-F238E27FC236}">
                <a16:creationId xmlns:a16="http://schemas.microsoft.com/office/drawing/2014/main" id="{16EB83FD-70A7-8A05-931F-1D0A36C9B3DB}"/>
              </a:ext>
            </a:extLst>
          </p:cNvPr>
          <p:cNvSpPr>
            <a:spLocks noGrp="1"/>
          </p:cNvSpPr>
          <p:nvPr>
            <p:ph type="body" sz="quarter" idx="38"/>
          </p:nvPr>
        </p:nvSpPr>
        <p:spPr>
          <a:xfrm>
            <a:off x="5338521" y="3764756"/>
            <a:ext cx="6381186" cy="898040"/>
          </a:xfrm>
          <a:prstGeom prst="rect">
            <a:avLst/>
          </a:prstGeom>
          <a:noFill/>
        </p:spPr>
        <p:txBody>
          <a:bodyPr lIns="252000" tIns="0" rIns="0" bIns="0" anchor="t" anchorCtr="0"/>
          <a:lstStyle>
            <a:lvl1pPr marL="0" indent="0">
              <a:spcAft>
                <a:spcPts val="0"/>
              </a:spcAft>
              <a:buNone/>
              <a:defRPr sz="1800">
                <a:solidFill>
                  <a:schemeClr val="accent5"/>
                </a:solidFill>
              </a:defRPr>
            </a:lvl1pPr>
            <a:lvl2pPr marL="0" indent="0">
              <a:spcAft>
                <a:spcPts val="0"/>
              </a:spcAft>
              <a:buNone/>
              <a:defRPr/>
            </a:lvl2pPr>
          </a:lstStyle>
          <a:p>
            <a:pPr lvl="0"/>
            <a:r>
              <a:rPr lang="en-US"/>
              <a:t>Click to edit Master text styles</a:t>
            </a:r>
          </a:p>
          <a:p>
            <a:pPr lvl="1"/>
            <a:r>
              <a:rPr lang="en-US"/>
              <a:t>Second level</a:t>
            </a:r>
          </a:p>
        </p:txBody>
      </p:sp>
      <p:sp>
        <p:nvSpPr>
          <p:cNvPr id="8" name="Picture Placeholder 5">
            <a:extLst>
              <a:ext uri="{FF2B5EF4-FFF2-40B4-BE49-F238E27FC236}">
                <a16:creationId xmlns:a16="http://schemas.microsoft.com/office/drawing/2014/main" id="{3749FCD2-C080-00AF-444B-14C0B06B75B0}"/>
              </a:ext>
            </a:extLst>
          </p:cNvPr>
          <p:cNvSpPr>
            <a:spLocks noGrp="1"/>
          </p:cNvSpPr>
          <p:nvPr>
            <p:ph type="pic" sz="quarter" idx="39"/>
          </p:nvPr>
        </p:nvSpPr>
        <p:spPr>
          <a:xfrm>
            <a:off x="4816521" y="628049"/>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0" name="Picture Placeholder 5">
            <a:extLst>
              <a:ext uri="{FF2B5EF4-FFF2-40B4-BE49-F238E27FC236}">
                <a16:creationId xmlns:a16="http://schemas.microsoft.com/office/drawing/2014/main" id="{895B4B7C-A627-5A5A-B6E1-887B5D033577}"/>
              </a:ext>
            </a:extLst>
          </p:cNvPr>
          <p:cNvSpPr>
            <a:spLocks noGrp="1"/>
          </p:cNvSpPr>
          <p:nvPr>
            <p:ph type="pic" sz="quarter" idx="40"/>
          </p:nvPr>
        </p:nvSpPr>
        <p:spPr>
          <a:xfrm>
            <a:off x="4816521" y="1673618"/>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CA58FAFF-0FC4-E7D4-2A61-8CA785355013}"/>
              </a:ext>
            </a:extLst>
          </p:cNvPr>
          <p:cNvSpPr>
            <a:spLocks noGrp="1"/>
          </p:cNvSpPr>
          <p:nvPr>
            <p:ph type="pic" sz="quarter" idx="41"/>
          </p:nvPr>
        </p:nvSpPr>
        <p:spPr>
          <a:xfrm>
            <a:off x="4816521" y="2719187"/>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2" name="Picture Placeholder 5">
            <a:extLst>
              <a:ext uri="{FF2B5EF4-FFF2-40B4-BE49-F238E27FC236}">
                <a16:creationId xmlns:a16="http://schemas.microsoft.com/office/drawing/2014/main" id="{CC383DEE-3A24-D413-733E-9B9627DE1132}"/>
              </a:ext>
            </a:extLst>
          </p:cNvPr>
          <p:cNvSpPr>
            <a:spLocks noGrp="1"/>
          </p:cNvSpPr>
          <p:nvPr>
            <p:ph type="pic" sz="quarter" idx="49"/>
          </p:nvPr>
        </p:nvSpPr>
        <p:spPr>
          <a:xfrm>
            <a:off x="4816521" y="3764756"/>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3" name="Text Placeholder 10">
            <a:extLst>
              <a:ext uri="{FF2B5EF4-FFF2-40B4-BE49-F238E27FC236}">
                <a16:creationId xmlns:a16="http://schemas.microsoft.com/office/drawing/2014/main" id="{D679FD80-4A90-7C91-FC75-E7564CD267CA}"/>
              </a:ext>
            </a:extLst>
          </p:cNvPr>
          <p:cNvSpPr>
            <a:spLocks noGrp="1"/>
          </p:cNvSpPr>
          <p:nvPr>
            <p:ph type="body" sz="quarter" idx="50"/>
          </p:nvPr>
        </p:nvSpPr>
        <p:spPr>
          <a:xfrm>
            <a:off x="5338521" y="4810323"/>
            <a:ext cx="6381186" cy="898040"/>
          </a:xfrm>
          <a:prstGeom prst="rect">
            <a:avLst/>
          </a:prstGeom>
          <a:noFill/>
        </p:spPr>
        <p:txBody>
          <a:bodyPr lIns="252000" tIns="0" rIns="0" bIns="0" anchor="t" anchorCtr="0"/>
          <a:lstStyle>
            <a:lvl1pPr marL="0" indent="0">
              <a:spcAft>
                <a:spcPts val="0"/>
              </a:spcAft>
              <a:buNone/>
              <a:defRPr sz="1800">
                <a:solidFill>
                  <a:schemeClr val="accent6"/>
                </a:solidFill>
              </a:defRPr>
            </a:lvl1pPr>
            <a:lvl2pPr marL="0" indent="0">
              <a:spcAft>
                <a:spcPts val="0"/>
              </a:spcAft>
              <a:buNone/>
              <a:defRPr/>
            </a:lvl2pPr>
          </a:lstStyle>
          <a:p>
            <a:pPr lvl="0"/>
            <a:r>
              <a:rPr lang="en-US"/>
              <a:t>Click to edit Master text styles</a:t>
            </a:r>
          </a:p>
          <a:p>
            <a:pPr lvl="1"/>
            <a:r>
              <a:rPr lang="en-US"/>
              <a:t>Second level</a:t>
            </a:r>
          </a:p>
        </p:txBody>
      </p:sp>
      <p:sp>
        <p:nvSpPr>
          <p:cNvPr id="14" name="Picture Placeholder 5">
            <a:extLst>
              <a:ext uri="{FF2B5EF4-FFF2-40B4-BE49-F238E27FC236}">
                <a16:creationId xmlns:a16="http://schemas.microsoft.com/office/drawing/2014/main" id="{7E817539-636C-D15E-0C5A-6A186EA99ED7}"/>
              </a:ext>
            </a:extLst>
          </p:cNvPr>
          <p:cNvSpPr>
            <a:spLocks noGrp="1"/>
          </p:cNvSpPr>
          <p:nvPr>
            <p:ph type="pic" sz="quarter" idx="51"/>
          </p:nvPr>
        </p:nvSpPr>
        <p:spPr>
          <a:xfrm>
            <a:off x="4816521" y="4810323"/>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5" name="Footer Placeholder 4">
            <a:extLst>
              <a:ext uri="{FF2B5EF4-FFF2-40B4-BE49-F238E27FC236}">
                <a16:creationId xmlns:a16="http://schemas.microsoft.com/office/drawing/2014/main" id="{41FC001F-3CFC-E2E6-C880-8EDFDE3C8603}"/>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dirty="0"/>
              <a:t>|    Presentation footer</a:t>
            </a:r>
            <a:endParaRPr lang="en-AU" dirty="0"/>
          </a:p>
        </p:txBody>
      </p:sp>
      <p:sp>
        <p:nvSpPr>
          <p:cNvPr id="6" name="Text Placeholder 3">
            <a:extLst>
              <a:ext uri="{FF2B5EF4-FFF2-40B4-BE49-F238E27FC236}">
                <a16:creationId xmlns:a16="http://schemas.microsoft.com/office/drawing/2014/main" id="{8CC922C0-CB80-ED31-3A9D-07AE77758F5F}"/>
              </a:ext>
            </a:extLst>
          </p:cNvPr>
          <p:cNvSpPr>
            <a:spLocks noGrp="1"/>
          </p:cNvSpPr>
          <p:nvPr>
            <p:ph type="body" sz="quarter" idx="17"/>
          </p:nvPr>
        </p:nvSpPr>
        <p:spPr>
          <a:xfrm>
            <a:off x="480575" y="2097087"/>
            <a:ext cx="3502145" cy="396081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Rectangle 15">
            <a:extLst>
              <a:ext uri="{FF2B5EF4-FFF2-40B4-BE49-F238E27FC236}">
                <a16:creationId xmlns:a16="http://schemas.microsoft.com/office/drawing/2014/main" id="{D93BC3DE-8A6C-95DE-B77B-3573C021CF77}"/>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Graphic 16">
            <a:extLst>
              <a:ext uri="{FF2B5EF4-FFF2-40B4-BE49-F238E27FC236}">
                <a16:creationId xmlns:a16="http://schemas.microsoft.com/office/drawing/2014/main" id="{014A7B58-3F8E-873F-6D2A-F3C52872062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6947246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7_content _4_element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AA115E-D9AA-0A7E-0084-122EB5DFD13F}"/>
              </a:ext>
            </a:extLst>
          </p:cNvPr>
          <p:cNvSpPr>
            <a:spLocks noGrp="1"/>
          </p:cNvSpPr>
          <p:nvPr>
            <p:ph type="sldNum" sz="quarter" idx="4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0" name="Text Placeholder 10">
            <a:extLst>
              <a:ext uri="{FF2B5EF4-FFF2-40B4-BE49-F238E27FC236}">
                <a16:creationId xmlns:a16="http://schemas.microsoft.com/office/drawing/2014/main" id="{89959349-DE05-1747-8537-0F3D77396BF3}"/>
              </a:ext>
            </a:extLst>
          </p:cNvPr>
          <p:cNvSpPr>
            <a:spLocks noGrp="1"/>
          </p:cNvSpPr>
          <p:nvPr>
            <p:ph type="body" sz="quarter" idx="13"/>
          </p:nvPr>
        </p:nvSpPr>
        <p:spPr>
          <a:xfrm>
            <a:off x="5703294" y="758703"/>
            <a:ext cx="5985123" cy="1008000"/>
          </a:xfrm>
          <a:prstGeom prst="rect">
            <a:avLst/>
          </a:prstGeom>
          <a:noFill/>
          <a:ln>
            <a:noFill/>
          </a:ln>
        </p:spPr>
        <p:txBody>
          <a:bodyPr lIns="252000" anchor="ctr" anchorCtr="0"/>
          <a:lstStyle>
            <a:lvl1pPr marL="0" indent="0">
              <a:spcAft>
                <a:spcPts val="0"/>
              </a:spcAft>
              <a:buNone/>
              <a:defRPr sz="1400">
                <a:solidFill>
                  <a:schemeClr val="accent2"/>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1" name="Text Placeholder 10">
            <a:extLst>
              <a:ext uri="{FF2B5EF4-FFF2-40B4-BE49-F238E27FC236}">
                <a16:creationId xmlns:a16="http://schemas.microsoft.com/office/drawing/2014/main" id="{28C3907E-9AEB-DB4C-9A93-AEAC0C4B5F6D}"/>
              </a:ext>
            </a:extLst>
          </p:cNvPr>
          <p:cNvSpPr>
            <a:spLocks noGrp="1"/>
          </p:cNvSpPr>
          <p:nvPr>
            <p:ph type="body" sz="quarter" idx="16"/>
          </p:nvPr>
        </p:nvSpPr>
        <p:spPr>
          <a:xfrm>
            <a:off x="5703294" y="2127149"/>
            <a:ext cx="5985123" cy="1008000"/>
          </a:xfrm>
          <a:prstGeom prst="rect">
            <a:avLst/>
          </a:prstGeom>
          <a:noFill/>
          <a:ln>
            <a:noFill/>
          </a:ln>
        </p:spPr>
        <p:txBody>
          <a:bodyPr lIns="252000" anchor="ctr" anchorCtr="0"/>
          <a:lstStyle>
            <a:lvl1pPr marL="0" indent="0">
              <a:spcAft>
                <a:spcPts val="0"/>
              </a:spcAft>
              <a:buNone/>
              <a:defRPr sz="1400">
                <a:solidFill>
                  <a:schemeClr val="accent2"/>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2" name="Text Placeholder 10">
            <a:extLst>
              <a:ext uri="{FF2B5EF4-FFF2-40B4-BE49-F238E27FC236}">
                <a16:creationId xmlns:a16="http://schemas.microsoft.com/office/drawing/2014/main" id="{870AAB8D-F760-D54B-A6B0-7985A362E655}"/>
              </a:ext>
            </a:extLst>
          </p:cNvPr>
          <p:cNvSpPr>
            <a:spLocks noGrp="1"/>
          </p:cNvSpPr>
          <p:nvPr>
            <p:ph type="body" sz="quarter" idx="19"/>
          </p:nvPr>
        </p:nvSpPr>
        <p:spPr>
          <a:xfrm>
            <a:off x="5703294" y="3495595"/>
            <a:ext cx="5985123" cy="1008000"/>
          </a:xfrm>
          <a:prstGeom prst="rect">
            <a:avLst/>
          </a:prstGeom>
          <a:noFill/>
          <a:ln>
            <a:noFill/>
          </a:ln>
        </p:spPr>
        <p:txBody>
          <a:bodyPr lIns="252000" anchor="ctr" anchorCtr="0"/>
          <a:lstStyle>
            <a:lvl1pPr marL="0" indent="0">
              <a:spcAft>
                <a:spcPts val="0"/>
              </a:spcAft>
              <a:buNone/>
              <a:defRPr sz="1400">
                <a:solidFill>
                  <a:schemeClr val="accent2"/>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3" name="Text Placeholder 10">
            <a:extLst>
              <a:ext uri="{FF2B5EF4-FFF2-40B4-BE49-F238E27FC236}">
                <a16:creationId xmlns:a16="http://schemas.microsoft.com/office/drawing/2014/main" id="{55364C55-C3AA-044A-AC78-EEC4123D949C}"/>
              </a:ext>
            </a:extLst>
          </p:cNvPr>
          <p:cNvSpPr>
            <a:spLocks noGrp="1"/>
          </p:cNvSpPr>
          <p:nvPr>
            <p:ph type="body" sz="quarter" idx="22"/>
          </p:nvPr>
        </p:nvSpPr>
        <p:spPr>
          <a:xfrm>
            <a:off x="5703294" y="4864040"/>
            <a:ext cx="5985123" cy="1008000"/>
          </a:xfrm>
          <a:prstGeom prst="rect">
            <a:avLst/>
          </a:prstGeom>
          <a:noFill/>
          <a:ln>
            <a:noFill/>
          </a:ln>
        </p:spPr>
        <p:txBody>
          <a:bodyPr lIns="252000" anchor="ctr" anchorCtr="0"/>
          <a:lstStyle>
            <a:lvl1pPr marL="0" indent="0">
              <a:spcAft>
                <a:spcPts val="0"/>
              </a:spcAft>
              <a:buNone/>
              <a:defRPr sz="1400">
                <a:solidFill>
                  <a:schemeClr val="accent2"/>
                </a:solidFill>
              </a:defRPr>
            </a:lvl1pPr>
            <a:lvl2pPr marL="0" indent="0">
              <a:spcAft>
                <a:spcPts val="0"/>
              </a:spcAft>
              <a:buNone/>
              <a:defRPr sz="1400"/>
            </a:lvl2pPr>
          </a:lstStyle>
          <a:p>
            <a:pPr lvl="0"/>
            <a:r>
              <a:rPr lang="en-US"/>
              <a:t>Click to edit Master text styles</a:t>
            </a:r>
          </a:p>
          <a:p>
            <a:pPr lvl="1"/>
            <a:r>
              <a:rPr lang="en-US"/>
              <a:t>Second level</a:t>
            </a:r>
          </a:p>
        </p:txBody>
      </p:sp>
      <p:sp>
        <p:nvSpPr>
          <p:cNvPr id="2" name="Picture Placeholder 5">
            <a:extLst>
              <a:ext uri="{FF2B5EF4-FFF2-40B4-BE49-F238E27FC236}">
                <a16:creationId xmlns:a16="http://schemas.microsoft.com/office/drawing/2014/main" id="{EAFD9C50-5750-4AA2-50DE-E256E7A1F870}"/>
              </a:ext>
            </a:extLst>
          </p:cNvPr>
          <p:cNvSpPr>
            <a:spLocks noGrp="1"/>
          </p:cNvSpPr>
          <p:nvPr>
            <p:ph type="pic" sz="quarter" idx="37"/>
          </p:nvPr>
        </p:nvSpPr>
        <p:spPr>
          <a:xfrm>
            <a:off x="4739921" y="758703"/>
            <a:ext cx="763200" cy="763200"/>
          </a:xfrm>
          <a:prstGeom prst="rect">
            <a:avLst/>
          </a:prstGeom>
        </p:spPr>
        <p:txBody>
          <a:bodyPr/>
          <a:lstStyle>
            <a:lvl1pPr marL="0" indent="0">
              <a:buNone/>
              <a:defRPr sz="800"/>
            </a:lvl1pPr>
          </a:lstStyle>
          <a:p>
            <a:r>
              <a:rPr lang="en-US"/>
              <a:t>Click icon to add picture</a:t>
            </a:r>
            <a:endParaRPr lang="en-GB" dirty="0"/>
          </a:p>
        </p:txBody>
      </p:sp>
      <p:sp>
        <p:nvSpPr>
          <p:cNvPr id="6" name="Picture Placeholder 5">
            <a:extLst>
              <a:ext uri="{FF2B5EF4-FFF2-40B4-BE49-F238E27FC236}">
                <a16:creationId xmlns:a16="http://schemas.microsoft.com/office/drawing/2014/main" id="{45CFBAEA-4F9C-B0EE-7FE5-FEE17E915BBC}"/>
              </a:ext>
            </a:extLst>
          </p:cNvPr>
          <p:cNvSpPr>
            <a:spLocks noGrp="1"/>
          </p:cNvSpPr>
          <p:nvPr>
            <p:ph type="pic" sz="quarter" idx="38"/>
          </p:nvPr>
        </p:nvSpPr>
        <p:spPr>
          <a:xfrm>
            <a:off x="4739921" y="2127149"/>
            <a:ext cx="763200" cy="763200"/>
          </a:xfrm>
          <a:prstGeom prst="rect">
            <a:avLst/>
          </a:prstGeom>
        </p:spPr>
        <p:txBody>
          <a:bodyPr/>
          <a:lstStyle>
            <a:lvl1pPr marL="0" indent="0">
              <a:buNone/>
              <a:defRPr sz="800"/>
            </a:lvl1pPr>
          </a:lstStyle>
          <a:p>
            <a:r>
              <a:rPr lang="en-US"/>
              <a:t>Click icon to add picture</a:t>
            </a:r>
            <a:endParaRPr lang="en-GB" dirty="0"/>
          </a:p>
        </p:txBody>
      </p:sp>
      <p:sp>
        <p:nvSpPr>
          <p:cNvPr id="7" name="Picture Placeholder 5">
            <a:extLst>
              <a:ext uri="{FF2B5EF4-FFF2-40B4-BE49-F238E27FC236}">
                <a16:creationId xmlns:a16="http://schemas.microsoft.com/office/drawing/2014/main" id="{98D2757F-3DD5-E433-7C6D-DE9856DDEC1F}"/>
              </a:ext>
            </a:extLst>
          </p:cNvPr>
          <p:cNvSpPr>
            <a:spLocks noGrp="1"/>
          </p:cNvSpPr>
          <p:nvPr>
            <p:ph type="pic" sz="quarter" idx="39"/>
          </p:nvPr>
        </p:nvSpPr>
        <p:spPr>
          <a:xfrm>
            <a:off x="4739921" y="3495595"/>
            <a:ext cx="763200" cy="763200"/>
          </a:xfrm>
          <a:prstGeom prst="rect">
            <a:avLst/>
          </a:prstGeom>
        </p:spPr>
        <p:txBody>
          <a:bodyPr/>
          <a:lstStyle>
            <a:lvl1pPr marL="0" indent="0">
              <a:buNone/>
              <a:defRPr sz="800"/>
            </a:lvl1pPr>
          </a:lstStyle>
          <a:p>
            <a:r>
              <a:rPr lang="en-US"/>
              <a:t>Click icon to add picture</a:t>
            </a:r>
            <a:endParaRPr lang="en-GB" dirty="0"/>
          </a:p>
        </p:txBody>
      </p:sp>
      <p:sp>
        <p:nvSpPr>
          <p:cNvPr id="8" name="Picture Placeholder 5">
            <a:extLst>
              <a:ext uri="{FF2B5EF4-FFF2-40B4-BE49-F238E27FC236}">
                <a16:creationId xmlns:a16="http://schemas.microsoft.com/office/drawing/2014/main" id="{F2FF5D93-9C43-D38B-C362-53C129419375}"/>
              </a:ext>
            </a:extLst>
          </p:cNvPr>
          <p:cNvSpPr>
            <a:spLocks noGrp="1"/>
          </p:cNvSpPr>
          <p:nvPr>
            <p:ph type="pic" sz="quarter" idx="49"/>
          </p:nvPr>
        </p:nvSpPr>
        <p:spPr>
          <a:xfrm>
            <a:off x="4739921" y="4864040"/>
            <a:ext cx="763200" cy="763200"/>
          </a:xfrm>
          <a:prstGeom prst="rect">
            <a:avLst/>
          </a:prstGeom>
        </p:spPr>
        <p:txBody>
          <a:bodyPr/>
          <a:lstStyle>
            <a:lvl1pPr marL="0" indent="0">
              <a:buNone/>
              <a:defRPr sz="800"/>
            </a:lvl1pPr>
          </a:lstStyle>
          <a:p>
            <a:r>
              <a:rPr lang="en-US"/>
              <a:t>Click icon to add picture</a:t>
            </a:r>
            <a:endParaRPr lang="en-GB" dirty="0"/>
          </a:p>
        </p:txBody>
      </p:sp>
      <p:sp>
        <p:nvSpPr>
          <p:cNvPr id="9" name="Footer Placeholder 4">
            <a:extLst>
              <a:ext uri="{FF2B5EF4-FFF2-40B4-BE49-F238E27FC236}">
                <a16:creationId xmlns:a16="http://schemas.microsoft.com/office/drawing/2014/main" id="{FAC20BDA-7501-3265-3163-11B7890EA57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5" name="Title 1">
            <a:extLst>
              <a:ext uri="{FF2B5EF4-FFF2-40B4-BE49-F238E27FC236}">
                <a16:creationId xmlns:a16="http://schemas.microsoft.com/office/drawing/2014/main" id="{D565167A-0920-5150-258A-9C62D9DC62B4}"/>
              </a:ext>
            </a:extLst>
          </p:cNvPr>
          <p:cNvSpPr>
            <a:spLocks noGrp="1"/>
          </p:cNvSpPr>
          <p:nvPr>
            <p:ph type="title"/>
          </p:nvPr>
        </p:nvSpPr>
        <p:spPr>
          <a:xfrm>
            <a:off x="479425" y="476250"/>
            <a:ext cx="3508375" cy="1257109"/>
          </a:xfrm>
          <a:prstGeom prst="rect">
            <a:avLst/>
          </a:prstGeom>
        </p:spPr>
        <p:txBody>
          <a:bodyPr lIns="0" tIns="0" rIns="0" bIns="0"/>
          <a:lstStyle/>
          <a:p>
            <a:r>
              <a:rPr lang="en-US"/>
              <a:t>Click to edit Master title style</a:t>
            </a:r>
            <a:endParaRPr lang="en-AU" dirty="0"/>
          </a:p>
        </p:txBody>
      </p:sp>
      <p:sp>
        <p:nvSpPr>
          <p:cNvPr id="4" name="Text Placeholder 3">
            <a:extLst>
              <a:ext uri="{FF2B5EF4-FFF2-40B4-BE49-F238E27FC236}">
                <a16:creationId xmlns:a16="http://schemas.microsoft.com/office/drawing/2014/main" id="{8CFAF949-3EA9-5759-A334-6B20DF5A4472}"/>
              </a:ext>
            </a:extLst>
          </p:cNvPr>
          <p:cNvSpPr>
            <a:spLocks noGrp="1"/>
          </p:cNvSpPr>
          <p:nvPr>
            <p:ph type="body" sz="quarter" idx="17"/>
          </p:nvPr>
        </p:nvSpPr>
        <p:spPr>
          <a:xfrm>
            <a:off x="480575" y="2097087"/>
            <a:ext cx="3507225" cy="396081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Rectangle 9">
            <a:extLst>
              <a:ext uri="{FF2B5EF4-FFF2-40B4-BE49-F238E27FC236}">
                <a16:creationId xmlns:a16="http://schemas.microsoft.com/office/drawing/2014/main" id="{DDE83213-35DF-891B-DD7B-74064FC65C2B}"/>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a:extLst>
              <a:ext uri="{FF2B5EF4-FFF2-40B4-BE49-F238E27FC236}">
                <a16:creationId xmlns:a16="http://schemas.microsoft.com/office/drawing/2014/main" id="{A5B25B19-FC00-1508-245E-657EF4355B0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2833480931"/>
      </p:ext>
    </p:extLst>
  </p:cSld>
  <p:clrMapOvr>
    <a:masterClrMapping/>
  </p:clrMapOvr>
  <p:extLst>
    <p:ext uri="{DCECCB84-F9BA-43D5-87BE-67443E8EF086}">
      <p15:sldGuideLst xmlns:p15="http://schemas.microsoft.com/office/powerpoint/2012/main">
        <p15:guide id="3" pos="2512">
          <p15:clr>
            <a:srgbClr val="FBAE40"/>
          </p15:clr>
        </p15:guide>
        <p15:guide id="4" pos="281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7_content _5_elements">
    <p:spTree>
      <p:nvGrpSpPr>
        <p:cNvPr id="1" name=""/>
        <p:cNvGrpSpPr/>
        <p:nvPr/>
      </p:nvGrpSpPr>
      <p:grpSpPr>
        <a:xfrm>
          <a:off x="0" y="0"/>
          <a:ext cx="0" cy="0"/>
          <a:chOff x="0" y="0"/>
          <a:chExt cx="0" cy="0"/>
        </a:xfrm>
      </p:grpSpPr>
      <p:sp>
        <p:nvSpPr>
          <p:cNvPr id="29" name="Slide Number Placeholder 1">
            <a:extLst>
              <a:ext uri="{FF2B5EF4-FFF2-40B4-BE49-F238E27FC236}">
                <a16:creationId xmlns:a16="http://schemas.microsoft.com/office/drawing/2014/main" id="{27B2FE85-B23D-4FCF-1DF9-6F0DA6D03115}"/>
              </a:ext>
            </a:extLst>
          </p:cNvPr>
          <p:cNvSpPr>
            <a:spLocks noGrp="1"/>
          </p:cNvSpPr>
          <p:nvPr>
            <p:ph type="sldNum" sz="quarter" idx="32"/>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30" name="Title 3">
            <a:extLst>
              <a:ext uri="{FF2B5EF4-FFF2-40B4-BE49-F238E27FC236}">
                <a16:creationId xmlns:a16="http://schemas.microsoft.com/office/drawing/2014/main" id="{205B40F4-45D0-7443-8322-D06A298A9F09}"/>
              </a:ext>
            </a:extLst>
          </p:cNvPr>
          <p:cNvSpPr>
            <a:spLocks noGrp="1"/>
          </p:cNvSpPr>
          <p:nvPr>
            <p:ph type="title"/>
          </p:nvPr>
        </p:nvSpPr>
        <p:spPr>
          <a:xfrm>
            <a:off x="479425" y="476251"/>
            <a:ext cx="2860489" cy="1576070"/>
          </a:xfrm>
          <a:prstGeom prst="rect">
            <a:avLst/>
          </a:prstGeom>
        </p:spPr>
        <p:txBody>
          <a:bodyPr lIns="0" tIns="0" rIns="0" bIns="0"/>
          <a:lstStyle/>
          <a:p>
            <a:r>
              <a:rPr lang="en-US"/>
              <a:t>Click to edit Master title style</a:t>
            </a:r>
            <a:endParaRPr lang="en-AU" dirty="0"/>
          </a:p>
        </p:txBody>
      </p:sp>
      <p:sp>
        <p:nvSpPr>
          <p:cNvPr id="2" name="Text Placeholder 10">
            <a:extLst>
              <a:ext uri="{FF2B5EF4-FFF2-40B4-BE49-F238E27FC236}">
                <a16:creationId xmlns:a16="http://schemas.microsoft.com/office/drawing/2014/main" id="{0A2DD6D3-0DD0-96B2-30E8-B955E5AFD0C6}"/>
              </a:ext>
            </a:extLst>
          </p:cNvPr>
          <p:cNvSpPr>
            <a:spLocks noGrp="1"/>
          </p:cNvSpPr>
          <p:nvPr>
            <p:ph type="body" sz="quarter" idx="33"/>
          </p:nvPr>
        </p:nvSpPr>
        <p:spPr>
          <a:xfrm>
            <a:off x="4809388" y="628049"/>
            <a:ext cx="6903186" cy="898040"/>
          </a:xfrm>
          <a:prstGeom prst="rect">
            <a:avLst/>
          </a:prstGeom>
          <a:noFill/>
        </p:spPr>
        <p:txBody>
          <a:bodyPr lIns="25200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3" name="Text Placeholder 10">
            <a:extLst>
              <a:ext uri="{FF2B5EF4-FFF2-40B4-BE49-F238E27FC236}">
                <a16:creationId xmlns:a16="http://schemas.microsoft.com/office/drawing/2014/main" id="{A8DF2ECC-3A90-9A18-A2E8-A6063F2FADEF}"/>
              </a:ext>
            </a:extLst>
          </p:cNvPr>
          <p:cNvSpPr>
            <a:spLocks noGrp="1"/>
          </p:cNvSpPr>
          <p:nvPr>
            <p:ph type="body" sz="quarter" idx="36"/>
          </p:nvPr>
        </p:nvSpPr>
        <p:spPr>
          <a:xfrm>
            <a:off x="4809388" y="1673618"/>
            <a:ext cx="6903186" cy="898040"/>
          </a:xfrm>
          <a:prstGeom prst="rect">
            <a:avLst/>
          </a:prstGeom>
          <a:noFill/>
        </p:spPr>
        <p:txBody>
          <a:bodyPr lIns="25200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4" name="Text Placeholder 10">
            <a:extLst>
              <a:ext uri="{FF2B5EF4-FFF2-40B4-BE49-F238E27FC236}">
                <a16:creationId xmlns:a16="http://schemas.microsoft.com/office/drawing/2014/main" id="{449B0152-3939-E8E7-DD35-963C0FD1F7C9}"/>
              </a:ext>
            </a:extLst>
          </p:cNvPr>
          <p:cNvSpPr>
            <a:spLocks noGrp="1"/>
          </p:cNvSpPr>
          <p:nvPr>
            <p:ph type="body" sz="quarter" idx="37"/>
          </p:nvPr>
        </p:nvSpPr>
        <p:spPr>
          <a:xfrm>
            <a:off x="4809388" y="2719187"/>
            <a:ext cx="6903186" cy="898040"/>
          </a:xfrm>
          <a:prstGeom prst="rect">
            <a:avLst/>
          </a:prstGeom>
          <a:noFill/>
        </p:spPr>
        <p:txBody>
          <a:bodyPr lIns="25200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5" name="Text Placeholder 10">
            <a:extLst>
              <a:ext uri="{FF2B5EF4-FFF2-40B4-BE49-F238E27FC236}">
                <a16:creationId xmlns:a16="http://schemas.microsoft.com/office/drawing/2014/main" id="{9FD8CF15-B11E-9A4A-B73A-53704257FC4A}"/>
              </a:ext>
            </a:extLst>
          </p:cNvPr>
          <p:cNvSpPr>
            <a:spLocks noGrp="1"/>
          </p:cNvSpPr>
          <p:nvPr>
            <p:ph type="body" sz="quarter" idx="38"/>
          </p:nvPr>
        </p:nvSpPr>
        <p:spPr>
          <a:xfrm>
            <a:off x="4809388" y="3764756"/>
            <a:ext cx="6903186" cy="898040"/>
          </a:xfrm>
          <a:prstGeom prst="rect">
            <a:avLst/>
          </a:prstGeom>
          <a:noFill/>
        </p:spPr>
        <p:txBody>
          <a:bodyPr lIns="252000" tIns="0" rIns="0" bIns="0" anchor="t" anchorCtr="0"/>
          <a:lstStyle>
            <a:lvl1pPr marL="0" indent="0">
              <a:spcAft>
                <a:spcPts val="0"/>
              </a:spcAft>
              <a:buNone/>
              <a:defRPr sz="1800">
                <a:solidFill>
                  <a:schemeClr val="accent5"/>
                </a:solidFill>
              </a:defRPr>
            </a:lvl1pPr>
            <a:lvl2pPr marL="0" indent="0">
              <a:spcAft>
                <a:spcPts val="0"/>
              </a:spcAft>
              <a:buNone/>
              <a:defRPr/>
            </a:lvl2pPr>
          </a:lstStyle>
          <a:p>
            <a:pPr lvl="0"/>
            <a:r>
              <a:rPr lang="en-US"/>
              <a:t>Click to edit Master text styles</a:t>
            </a:r>
          </a:p>
          <a:p>
            <a:pPr lvl="1"/>
            <a:r>
              <a:rPr lang="en-US"/>
              <a:t>Second level</a:t>
            </a:r>
          </a:p>
        </p:txBody>
      </p:sp>
      <p:sp>
        <p:nvSpPr>
          <p:cNvPr id="7" name="Picture Placeholder 5">
            <a:extLst>
              <a:ext uri="{FF2B5EF4-FFF2-40B4-BE49-F238E27FC236}">
                <a16:creationId xmlns:a16="http://schemas.microsoft.com/office/drawing/2014/main" id="{C8E59874-D487-84B2-792D-6F7FD81D85FD}"/>
              </a:ext>
            </a:extLst>
          </p:cNvPr>
          <p:cNvSpPr>
            <a:spLocks noGrp="1"/>
          </p:cNvSpPr>
          <p:nvPr>
            <p:ph type="pic" sz="quarter" idx="39"/>
          </p:nvPr>
        </p:nvSpPr>
        <p:spPr>
          <a:xfrm>
            <a:off x="4287389" y="628049"/>
            <a:ext cx="522000" cy="522000"/>
          </a:xfrm>
          <a:prstGeom prst="rect">
            <a:avLst/>
          </a:prstGeom>
        </p:spPr>
        <p:txBody>
          <a:bodyPr/>
          <a:lstStyle>
            <a:lvl1pPr marL="0" indent="0">
              <a:buNone/>
              <a:defRPr sz="800"/>
            </a:lvl1pPr>
          </a:lstStyle>
          <a:p>
            <a:r>
              <a:rPr lang="en-US"/>
              <a:t>Click icon to add picture</a:t>
            </a:r>
            <a:endParaRPr lang="en-GB" dirty="0"/>
          </a:p>
        </p:txBody>
      </p:sp>
      <p:sp>
        <p:nvSpPr>
          <p:cNvPr id="9" name="Picture Placeholder 5">
            <a:extLst>
              <a:ext uri="{FF2B5EF4-FFF2-40B4-BE49-F238E27FC236}">
                <a16:creationId xmlns:a16="http://schemas.microsoft.com/office/drawing/2014/main" id="{86389DB5-439E-A5B3-F90E-37371B1AE4B3}"/>
              </a:ext>
            </a:extLst>
          </p:cNvPr>
          <p:cNvSpPr>
            <a:spLocks noGrp="1"/>
          </p:cNvSpPr>
          <p:nvPr>
            <p:ph type="pic" sz="quarter" idx="40"/>
          </p:nvPr>
        </p:nvSpPr>
        <p:spPr>
          <a:xfrm>
            <a:off x="4287389" y="1673618"/>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0" name="Picture Placeholder 5">
            <a:extLst>
              <a:ext uri="{FF2B5EF4-FFF2-40B4-BE49-F238E27FC236}">
                <a16:creationId xmlns:a16="http://schemas.microsoft.com/office/drawing/2014/main" id="{689BD7CA-A635-5E0B-D8D1-2FA87B52F1D8}"/>
              </a:ext>
            </a:extLst>
          </p:cNvPr>
          <p:cNvSpPr>
            <a:spLocks noGrp="1"/>
          </p:cNvSpPr>
          <p:nvPr>
            <p:ph type="pic" sz="quarter" idx="41"/>
          </p:nvPr>
        </p:nvSpPr>
        <p:spPr>
          <a:xfrm>
            <a:off x="4287389" y="2719187"/>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4" name="Picture Placeholder 5">
            <a:extLst>
              <a:ext uri="{FF2B5EF4-FFF2-40B4-BE49-F238E27FC236}">
                <a16:creationId xmlns:a16="http://schemas.microsoft.com/office/drawing/2014/main" id="{EC6FAD8F-77EE-6EB6-DB3D-C72E4086A4EE}"/>
              </a:ext>
            </a:extLst>
          </p:cNvPr>
          <p:cNvSpPr>
            <a:spLocks noGrp="1"/>
          </p:cNvSpPr>
          <p:nvPr>
            <p:ph type="pic" sz="quarter" idx="49"/>
          </p:nvPr>
        </p:nvSpPr>
        <p:spPr>
          <a:xfrm>
            <a:off x="4287389" y="3764756"/>
            <a:ext cx="522000" cy="522000"/>
          </a:xfrm>
          <a:prstGeom prst="rect">
            <a:avLst/>
          </a:prstGeom>
        </p:spPr>
        <p:txBody>
          <a:bodyPr/>
          <a:lstStyle>
            <a:lvl1pPr marL="0" indent="0">
              <a:buNone/>
              <a:defRPr sz="800"/>
            </a:lvl1pPr>
          </a:lstStyle>
          <a:p>
            <a:r>
              <a:rPr lang="en-US"/>
              <a:t>Click icon to add picture</a:t>
            </a:r>
            <a:endParaRPr lang="en-GB" dirty="0"/>
          </a:p>
        </p:txBody>
      </p:sp>
      <p:sp>
        <p:nvSpPr>
          <p:cNvPr id="17" name="Text Placeholder 10">
            <a:extLst>
              <a:ext uri="{FF2B5EF4-FFF2-40B4-BE49-F238E27FC236}">
                <a16:creationId xmlns:a16="http://schemas.microsoft.com/office/drawing/2014/main" id="{E11BF719-7F71-37E9-B2B5-AA1415A65916}"/>
              </a:ext>
            </a:extLst>
          </p:cNvPr>
          <p:cNvSpPr>
            <a:spLocks noGrp="1"/>
          </p:cNvSpPr>
          <p:nvPr>
            <p:ph type="body" sz="quarter" idx="50"/>
          </p:nvPr>
        </p:nvSpPr>
        <p:spPr>
          <a:xfrm>
            <a:off x="4809388" y="4810323"/>
            <a:ext cx="6903186" cy="898040"/>
          </a:xfrm>
          <a:prstGeom prst="rect">
            <a:avLst/>
          </a:prstGeom>
          <a:noFill/>
        </p:spPr>
        <p:txBody>
          <a:bodyPr lIns="252000" tIns="0" rIns="0" bIns="0" anchor="t" anchorCtr="0"/>
          <a:lstStyle>
            <a:lvl1pPr marL="0" indent="0">
              <a:spcAft>
                <a:spcPts val="0"/>
              </a:spcAft>
              <a:buNone/>
              <a:defRPr sz="1800">
                <a:solidFill>
                  <a:schemeClr val="accent6"/>
                </a:solidFill>
              </a:defRPr>
            </a:lvl1pPr>
            <a:lvl2pPr marL="0" indent="0">
              <a:spcAft>
                <a:spcPts val="0"/>
              </a:spcAft>
              <a:buNone/>
              <a:defRPr/>
            </a:lvl2pPr>
          </a:lstStyle>
          <a:p>
            <a:pPr lvl="0"/>
            <a:r>
              <a:rPr lang="en-US"/>
              <a:t>Click to edit Master text styles</a:t>
            </a:r>
          </a:p>
          <a:p>
            <a:pPr lvl="1"/>
            <a:r>
              <a:rPr lang="en-US"/>
              <a:t>Second level</a:t>
            </a:r>
          </a:p>
        </p:txBody>
      </p:sp>
      <p:sp>
        <p:nvSpPr>
          <p:cNvPr id="20" name="Picture Placeholder 5">
            <a:extLst>
              <a:ext uri="{FF2B5EF4-FFF2-40B4-BE49-F238E27FC236}">
                <a16:creationId xmlns:a16="http://schemas.microsoft.com/office/drawing/2014/main" id="{2C0E62BF-EA76-4833-AA8D-E900A1551664}"/>
              </a:ext>
            </a:extLst>
          </p:cNvPr>
          <p:cNvSpPr>
            <a:spLocks noGrp="1"/>
          </p:cNvSpPr>
          <p:nvPr>
            <p:ph type="pic" sz="quarter" idx="51"/>
          </p:nvPr>
        </p:nvSpPr>
        <p:spPr>
          <a:xfrm>
            <a:off x="4287389" y="4810323"/>
            <a:ext cx="522000" cy="522000"/>
          </a:xfrm>
          <a:prstGeom prst="rect">
            <a:avLst/>
          </a:prstGeom>
        </p:spPr>
        <p:txBody>
          <a:bodyPr/>
          <a:lstStyle>
            <a:lvl1pPr marL="0" indent="0">
              <a:buNone/>
              <a:defRPr sz="800"/>
            </a:lvl1pPr>
          </a:lstStyle>
          <a:p>
            <a:r>
              <a:rPr lang="en-US"/>
              <a:t>Click icon to add picture</a:t>
            </a:r>
            <a:endParaRPr lang="en-GB" dirty="0"/>
          </a:p>
        </p:txBody>
      </p:sp>
      <p:sp>
        <p:nvSpPr>
          <p:cNvPr id="6" name="Footer Placeholder 4">
            <a:extLst>
              <a:ext uri="{FF2B5EF4-FFF2-40B4-BE49-F238E27FC236}">
                <a16:creationId xmlns:a16="http://schemas.microsoft.com/office/drawing/2014/main" id="{530F742C-6397-9A09-C8F8-118F551BB8BA}"/>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8" name="Text Placeholder 3">
            <a:extLst>
              <a:ext uri="{FF2B5EF4-FFF2-40B4-BE49-F238E27FC236}">
                <a16:creationId xmlns:a16="http://schemas.microsoft.com/office/drawing/2014/main" id="{469DED87-0B5F-4546-9FE6-4A06AA7FFDCF}"/>
              </a:ext>
            </a:extLst>
          </p:cNvPr>
          <p:cNvSpPr>
            <a:spLocks noGrp="1"/>
          </p:cNvSpPr>
          <p:nvPr>
            <p:ph type="body" sz="quarter" idx="17"/>
          </p:nvPr>
        </p:nvSpPr>
        <p:spPr>
          <a:xfrm>
            <a:off x="480575" y="2097087"/>
            <a:ext cx="2859339" cy="396081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Rectangle 10">
            <a:extLst>
              <a:ext uri="{FF2B5EF4-FFF2-40B4-BE49-F238E27FC236}">
                <a16:creationId xmlns:a16="http://schemas.microsoft.com/office/drawing/2014/main" id="{63A417BF-93CD-A786-FFB0-AD046997DBF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11">
            <a:extLst>
              <a:ext uri="{FF2B5EF4-FFF2-40B4-BE49-F238E27FC236}">
                <a16:creationId xmlns:a16="http://schemas.microsoft.com/office/drawing/2014/main" id="{A7FED1C9-2369-927A-BE9A-3331DF47F41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14369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8_content _horizontal_3_elements_title_white">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1B2E24D8-414B-A734-0BE4-D1FCA9281EBF}"/>
              </a:ext>
            </a:extLst>
          </p:cNvPr>
          <p:cNvSpPr>
            <a:spLocks noGrp="1"/>
          </p:cNvSpPr>
          <p:nvPr>
            <p:ph type="sldNum" sz="quarter" idx="2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13" name="Text Placeholder 10">
            <a:extLst>
              <a:ext uri="{FF2B5EF4-FFF2-40B4-BE49-F238E27FC236}">
                <a16:creationId xmlns:a16="http://schemas.microsoft.com/office/drawing/2014/main" id="{E3DF9007-54E8-3C2F-7D8D-BF0745BBF267}"/>
              </a:ext>
            </a:extLst>
          </p:cNvPr>
          <p:cNvSpPr>
            <a:spLocks noGrp="1"/>
          </p:cNvSpPr>
          <p:nvPr>
            <p:ph type="body" sz="quarter" idx="38"/>
          </p:nvPr>
        </p:nvSpPr>
        <p:spPr>
          <a:xfrm>
            <a:off x="479425" y="4116158"/>
            <a:ext cx="3290484" cy="1762128"/>
          </a:xfrm>
          <a:prstGeom prst="rect">
            <a:avLst/>
          </a:prstGeom>
          <a:noFill/>
        </p:spPr>
        <p:txBody>
          <a:bodyPr lIns="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14" name="Text Placeholder 10">
            <a:extLst>
              <a:ext uri="{FF2B5EF4-FFF2-40B4-BE49-F238E27FC236}">
                <a16:creationId xmlns:a16="http://schemas.microsoft.com/office/drawing/2014/main" id="{8B68450B-A2D8-1410-DC84-A994413989B0}"/>
              </a:ext>
            </a:extLst>
          </p:cNvPr>
          <p:cNvSpPr>
            <a:spLocks noGrp="1"/>
          </p:cNvSpPr>
          <p:nvPr>
            <p:ph type="body" sz="quarter" idx="39"/>
          </p:nvPr>
        </p:nvSpPr>
        <p:spPr>
          <a:xfrm>
            <a:off x="4381497" y="4116158"/>
            <a:ext cx="3290484" cy="1762128"/>
          </a:xfrm>
          <a:prstGeom prst="rect">
            <a:avLst/>
          </a:prstGeom>
          <a:noFill/>
        </p:spPr>
        <p:txBody>
          <a:bodyPr lIns="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15" name="Text Placeholder 10">
            <a:extLst>
              <a:ext uri="{FF2B5EF4-FFF2-40B4-BE49-F238E27FC236}">
                <a16:creationId xmlns:a16="http://schemas.microsoft.com/office/drawing/2014/main" id="{8273DA92-4D83-9C03-15CD-2BFEB34F3B9A}"/>
              </a:ext>
            </a:extLst>
          </p:cNvPr>
          <p:cNvSpPr>
            <a:spLocks noGrp="1"/>
          </p:cNvSpPr>
          <p:nvPr>
            <p:ph type="body" sz="quarter" idx="40"/>
          </p:nvPr>
        </p:nvSpPr>
        <p:spPr>
          <a:xfrm>
            <a:off x="8226838" y="4116158"/>
            <a:ext cx="3290484" cy="1762128"/>
          </a:xfrm>
          <a:prstGeom prst="rect">
            <a:avLst/>
          </a:prstGeom>
          <a:noFill/>
        </p:spPr>
        <p:txBody>
          <a:bodyPr lIns="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16" name="Picture Placeholder 9">
            <a:extLst>
              <a:ext uri="{FF2B5EF4-FFF2-40B4-BE49-F238E27FC236}">
                <a16:creationId xmlns:a16="http://schemas.microsoft.com/office/drawing/2014/main" id="{14811265-DF9D-7C26-1FDA-F4768A9C9148}"/>
              </a:ext>
            </a:extLst>
          </p:cNvPr>
          <p:cNvSpPr>
            <a:spLocks noGrp="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dirty="0"/>
              <a:t>Click on icon to insert image and send to back</a:t>
            </a:r>
          </a:p>
        </p:txBody>
      </p:sp>
      <p:sp>
        <p:nvSpPr>
          <p:cNvPr id="17" name="Title 32">
            <a:extLst>
              <a:ext uri="{FF2B5EF4-FFF2-40B4-BE49-F238E27FC236}">
                <a16:creationId xmlns:a16="http://schemas.microsoft.com/office/drawing/2014/main" id="{6D732B95-F79C-7F91-3A50-7F5BEB4DBCF1}"/>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bg1"/>
                </a:solidFill>
              </a:defRPr>
            </a:lvl1pPr>
          </a:lstStyle>
          <a:p>
            <a:r>
              <a:rPr lang="en-US"/>
              <a:t>Click to edit Master title style</a:t>
            </a:r>
            <a:endParaRPr lang="en-AU" dirty="0"/>
          </a:p>
        </p:txBody>
      </p:sp>
      <p:sp>
        <p:nvSpPr>
          <p:cNvPr id="2" name="Picture Placeholder 5">
            <a:extLst>
              <a:ext uri="{FF2B5EF4-FFF2-40B4-BE49-F238E27FC236}">
                <a16:creationId xmlns:a16="http://schemas.microsoft.com/office/drawing/2014/main" id="{A98C2F7E-B0E9-AF2B-0BCB-54B752C0EBFC}"/>
              </a:ext>
            </a:extLst>
          </p:cNvPr>
          <p:cNvSpPr>
            <a:spLocks noGrp="1"/>
          </p:cNvSpPr>
          <p:nvPr>
            <p:ph type="pic" sz="quarter" idx="42"/>
          </p:nvPr>
        </p:nvSpPr>
        <p:spPr>
          <a:xfrm>
            <a:off x="47942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3" name="Picture Placeholder 5">
            <a:extLst>
              <a:ext uri="{FF2B5EF4-FFF2-40B4-BE49-F238E27FC236}">
                <a16:creationId xmlns:a16="http://schemas.microsoft.com/office/drawing/2014/main" id="{E8467C0C-8107-6C63-CDCB-D40338DE2A9D}"/>
              </a:ext>
            </a:extLst>
          </p:cNvPr>
          <p:cNvSpPr>
            <a:spLocks noGrp="1"/>
          </p:cNvSpPr>
          <p:nvPr>
            <p:ph type="pic" sz="quarter" idx="43"/>
          </p:nvPr>
        </p:nvSpPr>
        <p:spPr>
          <a:xfrm>
            <a:off x="4381497"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4" name="Picture Placeholder 5">
            <a:extLst>
              <a:ext uri="{FF2B5EF4-FFF2-40B4-BE49-F238E27FC236}">
                <a16:creationId xmlns:a16="http://schemas.microsoft.com/office/drawing/2014/main" id="{2096AB77-438F-96E8-A694-903344C9A4DB}"/>
              </a:ext>
            </a:extLst>
          </p:cNvPr>
          <p:cNvSpPr>
            <a:spLocks noGrp="1"/>
          </p:cNvSpPr>
          <p:nvPr>
            <p:ph type="pic" sz="quarter" idx="44"/>
          </p:nvPr>
        </p:nvSpPr>
        <p:spPr>
          <a:xfrm>
            <a:off x="8226838"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5" name="Footer Placeholder 4">
            <a:extLst>
              <a:ext uri="{FF2B5EF4-FFF2-40B4-BE49-F238E27FC236}">
                <a16:creationId xmlns:a16="http://schemas.microsoft.com/office/drawing/2014/main" id="{149FB304-48FD-B3C2-F07C-5906A6CFE0C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6" name="Text Placeholder 4">
            <a:extLst>
              <a:ext uri="{FF2B5EF4-FFF2-40B4-BE49-F238E27FC236}">
                <a16:creationId xmlns:a16="http://schemas.microsoft.com/office/drawing/2014/main" id="{6A818518-599F-233F-10C2-D55AFC9D65AF}"/>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pic>
        <p:nvPicPr>
          <p:cNvPr id="7" name="Graphic 6">
            <a:extLst>
              <a:ext uri="{FF2B5EF4-FFF2-40B4-BE49-F238E27FC236}">
                <a16:creationId xmlns:a16="http://schemas.microsoft.com/office/drawing/2014/main" id="{8523717D-33E1-8616-B8D3-DDAC6387635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441351563"/>
      </p:ext>
    </p:extLst>
  </p:cSld>
  <p:clrMapOvr>
    <a:masterClrMapping/>
  </p:clrMapOvr>
  <p:extLst>
    <p:ext uri="{DCECCB84-F9BA-43D5-87BE-67443E8EF086}">
      <p15:sldGuideLst xmlns:p15="http://schemas.microsoft.com/office/powerpoint/2012/main">
        <p15:guide id="5" pos="2389" userDrawn="1">
          <p15:clr>
            <a:srgbClr val="FBAE40"/>
          </p15:clr>
        </p15:guide>
        <p15:guide id="6" pos="2816" userDrawn="1">
          <p15:clr>
            <a:srgbClr val="FBAE40"/>
          </p15:clr>
        </p15:guide>
        <p15:guide id="7" pos="4872" userDrawn="1">
          <p15:clr>
            <a:srgbClr val="FBAE40"/>
          </p15:clr>
        </p15:guide>
        <p15:guide id="8" pos="5292"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8_content _horizontal_3_elements_title_black">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1B2E24D8-414B-A734-0BE4-D1FCA9281EBF}"/>
              </a:ext>
            </a:extLst>
          </p:cNvPr>
          <p:cNvSpPr>
            <a:spLocks noGrp="1"/>
          </p:cNvSpPr>
          <p:nvPr>
            <p:ph type="sldNum" sz="quarter" idx="2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13" name="Text Placeholder 10">
            <a:extLst>
              <a:ext uri="{FF2B5EF4-FFF2-40B4-BE49-F238E27FC236}">
                <a16:creationId xmlns:a16="http://schemas.microsoft.com/office/drawing/2014/main" id="{E3DF9007-54E8-3C2F-7D8D-BF0745BBF267}"/>
              </a:ext>
            </a:extLst>
          </p:cNvPr>
          <p:cNvSpPr>
            <a:spLocks noGrp="1"/>
          </p:cNvSpPr>
          <p:nvPr>
            <p:ph type="body" sz="quarter" idx="38"/>
          </p:nvPr>
        </p:nvSpPr>
        <p:spPr>
          <a:xfrm>
            <a:off x="479425" y="4116158"/>
            <a:ext cx="3290484" cy="1762128"/>
          </a:xfrm>
          <a:prstGeom prst="rect">
            <a:avLst/>
          </a:prstGeom>
          <a:noFill/>
        </p:spPr>
        <p:txBody>
          <a:bodyPr lIns="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14" name="Text Placeholder 10">
            <a:extLst>
              <a:ext uri="{FF2B5EF4-FFF2-40B4-BE49-F238E27FC236}">
                <a16:creationId xmlns:a16="http://schemas.microsoft.com/office/drawing/2014/main" id="{8B68450B-A2D8-1410-DC84-A994413989B0}"/>
              </a:ext>
            </a:extLst>
          </p:cNvPr>
          <p:cNvSpPr>
            <a:spLocks noGrp="1"/>
          </p:cNvSpPr>
          <p:nvPr>
            <p:ph type="body" sz="quarter" idx="39"/>
          </p:nvPr>
        </p:nvSpPr>
        <p:spPr>
          <a:xfrm>
            <a:off x="4381497" y="4116158"/>
            <a:ext cx="3290484" cy="1762128"/>
          </a:xfrm>
          <a:prstGeom prst="rect">
            <a:avLst/>
          </a:prstGeom>
          <a:noFill/>
        </p:spPr>
        <p:txBody>
          <a:bodyPr lIns="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15" name="Text Placeholder 10">
            <a:extLst>
              <a:ext uri="{FF2B5EF4-FFF2-40B4-BE49-F238E27FC236}">
                <a16:creationId xmlns:a16="http://schemas.microsoft.com/office/drawing/2014/main" id="{8273DA92-4D83-9C03-15CD-2BFEB34F3B9A}"/>
              </a:ext>
            </a:extLst>
          </p:cNvPr>
          <p:cNvSpPr>
            <a:spLocks noGrp="1"/>
          </p:cNvSpPr>
          <p:nvPr>
            <p:ph type="body" sz="quarter" idx="40"/>
          </p:nvPr>
        </p:nvSpPr>
        <p:spPr>
          <a:xfrm>
            <a:off x="8226838" y="4116158"/>
            <a:ext cx="3290484" cy="1762128"/>
          </a:xfrm>
          <a:prstGeom prst="rect">
            <a:avLst/>
          </a:prstGeom>
          <a:noFill/>
        </p:spPr>
        <p:txBody>
          <a:bodyPr lIns="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16" name="Picture Placeholder 9">
            <a:extLst>
              <a:ext uri="{FF2B5EF4-FFF2-40B4-BE49-F238E27FC236}">
                <a16:creationId xmlns:a16="http://schemas.microsoft.com/office/drawing/2014/main" id="{14811265-DF9D-7C26-1FDA-F4768A9C9148}"/>
              </a:ext>
            </a:extLst>
          </p:cNvPr>
          <p:cNvSpPr>
            <a:spLocks noGrp="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dirty="0"/>
              <a:t>Click on icon to insert image and send to back</a:t>
            </a:r>
          </a:p>
        </p:txBody>
      </p:sp>
      <p:sp>
        <p:nvSpPr>
          <p:cNvPr id="17" name="Title 32">
            <a:extLst>
              <a:ext uri="{FF2B5EF4-FFF2-40B4-BE49-F238E27FC236}">
                <a16:creationId xmlns:a16="http://schemas.microsoft.com/office/drawing/2014/main" id="{6D732B95-F79C-7F91-3A50-7F5BEB4DBCF1}"/>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2" name="Picture Placeholder 5">
            <a:extLst>
              <a:ext uri="{FF2B5EF4-FFF2-40B4-BE49-F238E27FC236}">
                <a16:creationId xmlns:a16="http://schemas.microsoft.com/office/drawing/2014/main" id="{A98C2F7E-B0E9-AF2B-0BCB-54B752C0EBFC}"/>
              </a:ext>
            </a:extLst>
          </p:cNvPr>
          <p:cNvSpPr>
            <a:spLocks noGrp="1"/>
          </p:cNvSpPr>
          <p:nvPr>
            <p:ph type="pic" sz="quarter" idx="42"/>
          </p:nvPr>
        </p:nvSpPr>
        <p:spPr>
          <a:xfrm>
            <a:off x="47942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3" name="Picture Placeholder 5">
            <a:extLst>
              <a:ext uri="{FF2B5EF4-FFF2-40B4-BE49-F238E27FC236}">
                <a16:creationId xmlns:a16="http://schemas.microsoft.com/office/drawing/2014/main" id="{E8467C0C-8107-6C63-CDCB-D40338DE2A9D}"/>
              </a:ext>
            </a:extLst>
          </p:cNvPr>
          <p:cNvSpPr>
            <a:spLocks noGrp="1"/>
          </p:cNvSpPr>
          <p:nvPr>
            <p:ph type="pic" sz="quarter" idx="43"/>
          </p:nvPr>
        </p:nvSpPr>
        <p:spPr>
          <a:xfrm>
            <a:off x="4381497"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4" name="Picture Placeholder 5">
            <a:extLst>
              <a:ext uri="{FF2B5EF4-FFF2-40B4-BE49-F238E27FC236}">
                <a16:creationId xmlns:a16="http://schemas.microsoft.com/office/drawing/2014/main" id="{2096AB77-438F-96E8-A694-903344C9A4DB}"/>
              </a:ext>
            </a:extLst>
          </p:cNvPr>
          <p:cNvSpPr>
            <a:spLocks noGrp="1"/>
          </p:cNvSpPr>
          <p:nvPr>
            <p:ph type="pic" sz="quarter" idx="44"/>
          </p:nvPr>
        </p:nvSpPr>
        <p:spPr>
          <a:xfrm>
            <a:off x="8226838"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5" name="Footer Placeholder 4">
            <a:extLst>
              <a:ext uri="{FF2B5EF4-FFF2-40B4-BE49-F238E27FC236}">
                <a16:creationId xmlns:a16="http://schemas.microsoft.com/office/drawing/2014/main" id="{149FB304-48FD-B3C2-F07C-5906A6CFE0C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6" name="Text Placeholder 4">
            <a:extLst>
              <a:ext uri="{FF2B5EF4-FFF2-40B4-BE49-F238E27FC236}">
                <a16:creationId xmlns:a16="http://schemas.microsoft.com/office/drawing/2014/main" id="{04DF9293-6DAA-8AF0-2226-7C81DFE789E8}"/>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pic>
        <p:nvPicPr>
          <p:cNvPr id="7" name="Graphic 6">
            <a:extLst>
              <a:ext uri="{FF2B5EF4-FFF2-40B4-BE49-F238E27FC236}">
                <a16:creationId xmlns:a16="http://schemas.microsoft.com/office/drawing/2014/main" id="{968FC4F1-4B98-7255-5C3B-96A126E5691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040548114"/>
      </p:ext>
    </p:extLst>
  </p:cSld>
  <p:clrMapOvr>
    <a:masterClrMapping/>
  </p:clrMapOvr>
  <p:extLst>
    <p:ext uri="{DCECCB84-F9BA-43D5-87BE-67443E8EF086}">
      <p15:sldGuideLst xmlns:p15="http://schemas.microsoft.com/office/powerpoint/2012/main">
        <p15:guide id="5" pos="2389" userDrawn="1">
          <p15:clr>
            <a:srgbClr val="FBAE40"/>
          </p15:clr>
        </p15:guide>
        <p15:guide id="6" pos="2816" userDrawn="1">
          <p15:clr>
            <a:srgbClr val="FBAE40"/>
          </p15:clr>
        </p15:guide>
        <p15:guide id="7" pos="4872" userDrawn="1">
          <p15:clr>
            <a:srgbClr val="FBAE40"/>
          </p15:clr>
        </p15:guide>
        <p15:guide id="8" pos="5292"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8_content _horizontal_4_elements_title_whit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D38BFAA-B20C-8D78-163E-1695453E5DA6}"/>
              </a:ext>
            </a:extLst>
          </p:cNvPr>
          <p:cNvSpPr>
            <a:spLocks noGrp="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dirty="0"/>
              <a:t>Click on icon to insert image and send to back</a:t>
            </a:r>
          </a:p>
        </p:txBody>
      </p:sp>
      <p:sp>
        <p:nvSpPr>
          <p:cNvPr id="33" name="Title 32">
            <a:extLst>
              <a:ext uri="{FF2B5EF4-FFF2-40B4-BE49-F238E27FC236}">
                <a16:creationId xmlns:a16="http://schemas.microsoft.com/office/drawing/2014/main" id="{6AEF0995-26CE-99A3-3325-282CAD29B916}"/>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bg1"/>
                </a:solidFill>
              </a:defRPr>
            </a:lvl1pPr>
          </a:lstStyle>
          <a:p>
            <a:r>
              <a:rPr lang="en-US"/>
              <a:t>Click to edit Master title style</a:t>
            </a:r>
            <a:endParaRPr lang="en-AU" dirty="0"/>
          </a:p>
        </p:txBody>
      </p:sp>
      <p:sp>
        <p:nvSpPr>
          <p:cNvPr id="4" name="Slide Number Placeholder 3">
            <a:extLst>
              <a:ext uri="{FF2B5EF4-FFF2-40B4-BE49-F238E27FC236}">
                <a16:creationId xmlns:a16="http://schemas.microsoft.com/office/drawing/2014/main" id="{3BE7BC2F-9BDE-EF28-6583-07B9003B15A3}"/>
              </a:ext>
            </a:extLst>
          </p:cNvPr>
          <p:cNvSpPr>
            <a:spLocks noGrp="1"/>
          </p:cNvSpPr>
          <p:nvPr>
            <p:ph type="sldNum" sz="quarter" idx="2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Text Placeholder 10">
            <a:extLst>
              <a:ext uri="{FF2B5EF4-FFF2-40B4-BE49-F238E27FC236}">
                <a16:creationId xmlns:a16="http://schemas.microsoft.com/office/drawing/2014/main" id="{323EE0F5-ED38-6609-AEFD-969B1A755ECA}"/>
              </a:ext>
            </a:extLst>
          </p:cNvPr>
          <p:cNvSpPr>
            <a:spLocks noGrp="1"/>
          </p:cNvSpPr>
          <p:nvPr>
            <p:ph type="body" sz="quarter" idx="38"/>
          </p:nvPr>
        </p:nvSpPr>
        <p:spPr>
          <a:xfrm>
            <a:off x="479425" y="4114800"/>
            <a:ext cx="2592000" cy="1762128"/>
          </a:xfrm>
          <a:prstGeom prst="rect">
            <a:avLst/>
          </a:prstGeom>
          <a:noFill/>
        </p:spPr>
        <p:txBody>
          <a:bodyPr lIns="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9" name="Text Placeholder 10">
            <a:extLst>
              <a:ext uri="{FF2B5EF4-FFF2-40B4-BE49-F238E27FC236}">
                <a16:creationId xmlns:a16="http://schemas.microsoft.com/office/drawing/2014/main" id="{E7EE042B-3C24-D878-F301-3F28CEBCA916}"/>
              </a:ext>
            </a:extLst>
          </p:cNvPr>
          <p:cNvSpPr>
            <a:spLocks noGrp="1"/>
          </p:cNvSpPr>
          <p:nvPr>
            <p:ph type="body" sz="quarter" idx="39"/>
          </p:nvPr>
        </p:nvSpPr>
        <p:spPr>
          <a:xfrm>
            <a:off x="3359809" y="4114800"/>
            <a:ext cx="2592000" cy="1762128"/>
          </a:xfrm>
          <a:prstGeom prst="rect">
            <a:avLst/>
          </a:prstGeom>
          <a:noFill/>
        </p:spPr>
        <p:txBody>
          <a:bodyPr lIns="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12" name="Text Placeholder 10">
            <a:extLst>
              <a:ext uri="{FF2B5EF4-FFF2-40B4-BE49-F238E27FC236}">
                <a16:creationId xmlns:a16="http://schemas.microsoft.com/office/drawing/2014/main" id="{F05D9B4D-51D2-67B8-E1D6-8E6096CE0F47}"/>
              </a:ext>
            </a:extLst>
          </p:cNvPr>
          <p:cNvSpPr>
            <a:spLocks noGrp="1"/>
          </p:cNvSpPr>
          <p:nvPr>
            <p:ph type="body" sz="quarter" idx="40"/>
          </p:nvPr>
        </p:nvSpPr>
        <p:spPr>
          <a:xfrm>
            <a:off x="6240104" y="4114800"/>
            <a:ext cx="2592000" cy="1762128"/>
          </a:xfrm>
          <a:prstGeom prst="rect">
            <a:avLst/>
          </a:prstGeom>
          <a:noFill/>
        </p:spPr>
        <p:txBody>
          <a:bodyPr lIns="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13" name="Text Placeholder 10">
            <a:extLst>
              <a:ext uri="{FF2B5EF4-FFF2-40B4-BE49-F238E27FC236}">
                <a16:creationId xmlns:a16="http://schemas.microsoft.com/office/drawing/2014/main" id="{C3B0E7A9-FBB2-6B8A-0E51-63FA12715E7B}"/>
              </a:ext>
            </a:extLst>
          </p:cNvPr>
          <p:cNvSpPr>
            <a:spLocks noGrp="1"/>
          </p:cNvSpPr>
          <p:nvPr>
            <p:ph type="body" sz="quarter" idx="41"/>
          </p:nvPr>
        </p:nvSpPr>
        <p:spPr>
          <a:xfrm>
            <a:off x="9120455" y="4114800"/>
            <a:ext cx="2592000" cy="1762128"/>
          </a:xfrm>
          <a:prstGeom prst="rect">
            <a:avLst/>
          </a:prstGeom>
          <a:noFill/>
        </p:spPr>
        <p:txBody>
          <a:bodyPr lIns="0" tIns="0" rIns="0" bIns="0" anchor="t" anchorCtr="0"/>
          <a:lstStyle>
            <a:lvl1pPr marL="0" indent="0">
              <a:spcAft>
                <a:spcPts val="0"/>
              </a:spcAft>
              <a:buNone/>
              <a:defRPr sz="1800">
                <a:solidFill>
                  <a:schemeClr val="accent5"/>
                </a:solidFill>
              </a:defRPr>
            </a:lvl1pPr>
            <a:lvl2pPr marL="0" indent="0">
              <a:spcAft>
                <a:spcPts val="0"/>
              </a:spcAft>
              <a:buNone/>
              <a:defRPr/>
            </a:lvl2pPr>
          </a:lstStyle>
          <a:p>
            <a:pPr lvl="0"/>
            <a:r>
              <a:rPr lang="en-US"/>
              <a:t>Click to edit Master text styles</a:t>
            </a:r>
          </a:p>
          <a:p>
            <a:pPr lvl="1"/>
            <a:r>
              <a:rPr lang="en-US"/>
              <a:t>Second level</a:t>
            </a:r>
          </a:p>
        </p:txBody>
      </p:sp>
      <p:sp>
        <p:nvSpPr>
          <p:cNvPr id="5" name="Picture Placeholder 5">
            <a:extLst>
              <a:ext uri="{FF2B5EF4-FFF2-40B4-BE49-F238E27FC236}">
                <a16:creationId xmlns:a16="http://schemas.microsoft.com/office/drawing/2014/main" id="{1663C430-52A9-4EC5-1F3A-E0E66AC54E59}"/>
              </a:ext>
            </a:extLst>
          </p:cNvPr>
          <p:cNvSpPr>
            <a:spLocks noGrp="1"/>
          </p:cNvSpPr>
          <p:nvPr>
            <p:ph type="pic" sz="quarter" idx="42"/>
          </p:nvPr>
        </p:nvSpPr>
        <p:spPr>
          <a:xfrm>
            <a:off x="47942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6" name="Picture Placeholder 5">
            <a:extLst>
              <a:ext uri="{FF2B5EF4-FFF2-40B4-BE49-F238E27FC236}">
                <a16:creationId xmlns:a16="http://schemas.microsoft.com/office/drawing/2014/main" id="{3482576E-BFE9-63A0-BFC6-4E2CCEB7C53E}"/>
              </a:ext>
            </a:extLst>
          </p:cNvPr>
          <p:cNvSpPr>
            <a:spLocks noGrp="1"/>
          </p:cNvSpPr>
          <p:nvPr>
            <p:ph type="pic" sz="quarter" idx="43"/>
          </p:nvPr>
        </p:nvSpPr>
        <p:spPr>
          <a:xfrm>
            <a:off x="3359809"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7" name="Picture Placeholder 5">
            <a:extLst>
              <a:ext uri="{FF2B5EF4-FFF2-40B4-BE49-F238E27FC236}">
                <a16:creationId xmlns:a16="http://schemas.microsoft.com/office/drawing/2014/main" id="{8F520135-EA5F-5E5F-A9E4-34215A15A71F}"/>
              </a:ext>
            </a:extLst>
          </p:cNvPr>
          <p:cNvSpPr>
            <a:spLocks noGrp="1"/>
          </p:cNvSpPr>
          <p:nvPr>
            <p:ph type="pic" sz="quarter" idx="44"/>
          </p:nvPr>
        </p:nvSpPr>
        <p:spPr>
          <a:xfrm>
            <a:off x="6240104"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F28E2292-926F-FD08-8C2B-F7A967D0CB9F}"/>
              </a:ext>
            </a:extLst>
          </p:cNvPr>
          <p:cNvSpPr>
            <a:spLocks noGrp="1"/>
          </p:cNvSpPr>
          <p:nvPr>
            <p:ph type="pic" sz="quarter" idx="49"/>
          </p:nvPr>
        </p:nvSpPr>
        <p:spPr>
          <a:xfrm>
            <a:off x="912045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8" name="Footer Placeholder 4">
            <a:extLst>
              <a:ext uri="{FF2B5EF4-FFF2-40B4-BE49-F238E27FC236}">
                <a16:creationId xmlns:a16="http://schemas.microsoft.com/office/drawing/2014/main" id="{21378F9B-1DB2-CF6E-EAD8-448AF8F5CC0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Text Placeholder 4">
            <a:extLst>
              <a:ext uri="{FF2B5EF4-FFF2-40B4-BE49-F238E27FC236}">
                <a16:creationId xmlns:a16="http://schemas.microsoft.com/office/drawing/2014/main" id="{E804CFEF-3CA0-5B85-0AD8-B9261E1B473A}"/>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pic>
        <p:nvPicPr>
          <p:cNvPr id="14" name="Graphic 13">
            <a:extLst>
              <a:ext uri="{FF2B5EF4-FFF2-40B4-BE49-F238E27FC236}">
                <a16:creationId xmlns:a16="http://schemas.microsoft.com/office/drawing/2014/main" id="{ABCFEABC-313E-5ADF-2063-13D74045E59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993442075"/>
      </p:ext>
    </p:extLst>
  </p:cSld>
  <p:clrMapOvr>
    <a:masterClrMapping/>
  </p:clrMapOvr>
  <p:extLst>
    <p:ext uri="{DCECCB84-F9BA-43D5-87BE-67443E8EF086}">
      <p15:sldGuideLst xmlns:p15="http://schemas.microsoft.com/office/powerpoint/2012/main">
        <p15:guide id="7" pos="1935" userDrawn="1">
          <p15:clr>
            <a:srgbClr val="FBAE40"/>
          </p15:clr>
        </p15:guide>
        <p15:guide id="8" pos="2116" userDrawn="1">
          <p15:clr>
            <a:srgbClr val="FBAE40"/>
          </p15:clr>
        </p15:guide>
        <p15:guide id="9" pos="3752" userDrawn="1">
          <p15:clr>
            <a:srgbClr val="FBAE40"/>
          </p15:clr>
        </p15:guide>
        <p15:guide id="10" pos="3936"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8_content _horizontal_4_elements_title_black">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D38BFAA-B20C-8D78-163E-1695453E5DA6}"/>
              </a:ext>
            </a:extLst>
          </p:cNvPr>
          <p:cNvSpPr>
            <a:spLocks noGrp="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bg1">
              <a:lumMod val="95000"/>
            </a:schemeClr>
          </a:solidFill>
        </p:spPr>
        <p:txBody>
          <a:bodyPr wrap="square">
            <a:noAutofit/>
          </a:bodyPr>
          <a:lstStyle>
            <a:lvl1pPr algn="r">
              <a:defRPr/>
            </a:lvl1pPr>
          </a:lstStyle>
          <a:p>
            <a:r>
              <a:rPr lang="en-AU" dirty="0"/>
              <a:t>Click on icon to insert image and send to back</a:t>
            </a:r>
          </a:p>
        </p:txBody>
      </p:sp>
      <p:sp>
        <p:nvSpPr>
          <p:cNvPr id="33" name="Title 32">
            <a:extLst>
              <a:ext uri="{FF2B5EF4-FFF2-40B4-BE49-F238E27FC236}">
                <a16:creationId xmlns:a16="http://schemas.microsoft.com/office/drawing/2014/main" id="{6AEF0995-26CE-99A3-3325-282CAD29B916}"/>
              </a:ext>
            </a:extLst>
          </p:cNvPr>
          <p:cNvSpPr>
            <a:spLocks noGrp="1"/>
          </p:cNvSpPr>
          <p:nvPr>
            <p:ph type="title"/>
          </p:nvPr>
        </p:nvSpPr>
        <p:spPr>
          <a:xfrm>
            <a:off x="479425" y="476250"/>
            <a:ext cx="11233150" cy="746695"/>
          </a:xfrm>
          <a:prstGeom prst="rect">
            <a:avLst/>
          </a:prstGeom>
        </p:spPr>
        <p:txBody>
          <a:bodyPr lIns="0" tIns="0" rIns="0" bIns="0"/>
          <a:lstStyle>
            <a:lvl1pPr>
              <a:defRPr>
                <a:solidFill>
                  <a:schemeClr val="tx1"/>
                </a:solidFill>
              </a:defRPr>
            </a:lvl1pPr>
          </a:lstStyle>
          <a:p>
            <a:r>
              <a:rPr lang="en-US"/>
              <a:t>Click to edit Master title style</a:t>
            </a:r>
            <a:endParaRPr lang="en-AU" dirty="0"/>
          </a:p>
        </p:txBody>
      </p:sp>
      <p:sp>
        <p:nvSpPr>
          <p:cNvPr id="4" name="Slide Number Placeholder 3">
            <a:extLst>
              <a:ext uri="{FF2B5EF4-FFF2-40B4-BE49-F238E27FC236}">
                <a16:creationId xmlns:a16="http://schemas.microsoft.com/office/drawing/2014/main" id="{3BE7BC2F-9BDE-EF28-6583-07B9003B15A3}"/>
              </a:ext>
            </a:extLst>
          </p:cNvPr>
          <p:cNvSpPr>
            <a:spLocks noGrp="1"/>
          </p:cNvSpPr>
          <p:nvPr>
            <p:ph type="sldNum" sz="quarter" idx="28"/>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2" name="Text Placeholder 10">
            <a:extLst>
              <a:ext uri="{FF2B5EF4-FFF2-40B4-BE49-F238E27FC236}">
                <a16:creationId xmlns:a16="http://schemas.microsoft.com/office/drawing/2014/main" id="{323EE0F5-ED38-6609-AEFD-969B1A755ECA}"/>
              </a:ext>
            </a:extLst>
          </p:cNvPr>
          <p:cNvSpPr>
            <a:spLocks noGrp="1"/>
          </p:cNvSpPr>
          <p:nvPr>
            <p:ph type="body" sz="quarter" idx="38"/>
          </p:nvPr>
        </p:nvSpPr>
        <p:spPr>
          <a:xfrm>
            <a:off x="479425" y="4114800"/>
            <a:ext cx="2592000" cy="1762128"/>
          </a:xfrm>
          <a:prstGeom prst="rect">
            <a:avLst/>
          </a:prstGeom>
          <a:noFill/>
        </p:spPr>
        <p:txBody>
          <a:bodyPr lIns="0" tIns="0" rIns="0" bIns="0" anchor="t" anchorCtr="0"/>
          <a:lstStyle>
            <a:lvl1pPr marL="0" indent="0">
              <a:spcAft>
                <a:spcPts val="0"/>
              </a:spcAft>
              <a:buNone/>
              <a:defRPr sz="1800">
                <a:solidFill>
                  <a:schemeClr val="accent2"/>
                </a:solidFill>
              </a:defRPr>
            </a:lvl1pPr>
            <a:lvl2pPr marL="0" indent="0">
              <a:spcAft>
                <a:spcPts val="0"/>
              </a:spcAft>
              <a:buNone/>
              <a:defRPr/>
            </a:lvl2pPr>
          </a:lstStyle>
          <a:p>
            <a:pPr lvl="0"/>
            <a:r>
              <a:rPr lang="en-US"/>
              <a:t>Click to edit Master text styles</a:t>
            </a:r>
          </a:p>
          <a:p>
            <a:pPr lvl="1"/>
            <a:r>
              <a:rPr lang="en-US"/>
              <a:t>Second level</a:t>
            </a:r>
          </a:p>
        </p:txBody>
      </p:sp>
      <p:sp>
        <p:nvSpPr>
          <p:cNvPr id="9" name="Text Placeholder 10">
            <a:extLst>
              <a:ext uri="{FF2B5EF4-FFF2-40B4-BE49-F238E27FC236}">
                <a16:creationId xmlns:a16="http://schemas.microsoft.com/office/drawing/2014/main" id="{E7EE042B-3C24-D878-F301-3F28CEBCA916}"/>
              </a:ext>
            </a:extLst>
          </p:cNvPr>
          <p:cNvSpPr>
            <a:spLocks noGrp="1"/>
          </p:cNvSpPr>
          <p:nvPr>
            <p:ph type="body" sz="quarter" idx="39"/>
          </p:nvPr>
        </p:nvSpPr>
        <p:spPr>
          <a:xfrm>
            <a:off x="3359809" y="4114800"/>
            <a:ext cx="2592000" cy="1762128"/>
          </a:xfrm>
          <a:prstGeom prst="rect">
            <a:avLst/>
          </a:prstGeom>
          <a:noFill/>
        </p:spPr>
        <p:txBody>
          <a:bodyPr lIns="0" tIns="0" rIns="0" bIns="0" anchor="t" anchorCtr="0"/>
          <a:lstStyle>
            <a:lvl1pPr marL="0" indent="0">
              <a:spcAft>
                <a:spcPts val="0"/>
              </a:spcAft>
              <a:buNone/>
              <a:defRPr sz="1800">
                <a:solidFill>
                  <a:schemeClr val="accent3"/>
                </a:solidFill>
              </a:defRPr>
            </a:lvl1pPr>
            <a:lvl2pPr marL="0" indent="0">
              <a:spcAft>
                <a:spcPts val="0"/>
              </a:spcAft>
              <a:buNone/>
              <a:defRPr/>
            </a:lvl2pPr>
          </a:lstStyle>
          <a:p>
            <a:pPr lvl="0"/>
            <a:r>
              <a:rPr lang="en-US"/>
              <a:t>Click to edit Master text styles</a:t>
            </a:r>
          </a:p>
          <a:p>
            <a:pPr lvl="1"/>
            <a:r>
              <a:rPr lang="en-US"/>
              <a:t>Second level</a:t>
            </a:r>
          </a:p>
        </p:txBody>
      </p:sp>
      <p:sp>
        <p:nvSpPr>
          <p:cNvPr id="12" name="Text Placeholder 10">
            <a:extLst>
              <a:ext uri="{FF2B5EF4-FFF2-40B4-BE49-F238E27FC236}">
                <a16:creationId xmlns:a16="http://schemas.microsoft.com/office/drawing/2014/main" id="{F05D9B4D-51D2-67B8-E1D6-8E6096CE0F47}"/>
              </a:ext>
            </a:extLst>
          </p:cNvPr>
          <p:cNvSpPr>
            <a:spLocks noGrp="1"/>
          </p:cNvSpPr>
          <p:nvPr>
            <p:ph type="body" sz="quarter" idx="40"/>
          </p:nvPr>
        </p:nvSpPr>
        <p:spPr>
          <a:xfrm>
            <a:off x="6240104" y="4114800"/>
            <a:ext cx="2592000" cy="1762128"/>
          </a:xfrm>
          <a:prstGeom prst="rect">
            <a:avLst/>
          </a:prstGeom>
          <a:noFill/>
        </p:spPr>
        <p:txBody>
          <a:bodyPr lIns="0" tIns="0" rIns="0" bIns="0" anchor="t" anchorCtr="0"/>
          <a:lstStyle>
            <a:lvl1pPr marL="0" indent="0">
              <a:spcAft>
                <a:spcPts val="0"/>
              </a:spcAft>
              <a:buNone/>
              <a:defRPr sz="1800">
                <a:solidFill>
                  <a:schemeClr val="accent4"/>
                </a:solidFill>
              </a:defRPr>
            </a:lvl1pPr>
            <a:lvl2pPr marL="0" indent="0">
              <a:spcAft>
                <a:spcPts val="0"/>
              </a:spcAft>
              <a:buNone/>
              <a:defRPr/>
            </a:lvl2pPr>
          </a:lstStyle>
          <a:p>
            <a:pPr lvl="0"/>
            <a:r>
              <a:rPr lang="en-US"/>
              <a:t>Click to edit Master text styles</a:t>
            </a:r>
          </a:p>
          <a:p>
            <a:pPr lvl="1"/>
            <a:r>
              <a:rPr lang="en-US"/>
              <a:t>Second level</a:t>
            </a:r>
          </a:p>
        </p:txBody>
      </p:sp>
      <p:sp>
        <p:nvSpPr>
          <p:cNvPr id="13" name="Text Placeholder 10">
            <a:extLst>
              <a:ext uri="{FF2B5EF4-FFF2-40B4-BE49-F238E27FC236}">
                <a16:creationId xmlns:a16="http://schemas.microsoft.com/office/drawing/2014/main" id="{C3B0E7A9-FBB2-6B8A-0E51-63FA12715E7B}"/>
              </a:ext>
            </a:extLst>
          </p:cNvPr>
          <p:cNvSpPr>
            <a:spLocks noGrp="1"/>
          </p:cNvSpPr>
          <p:nvPr>
            <p:ph type="body" sz="quarter" idx="41"/>
          </p:nvPr>
        </p:nvSpPr>
        <p:spPr>
          <a:xfrm>
            <a:off x="9120455" y="4114800"/>
            <a:ext cx="2592000" cy="1762128"/>
          </a:xfrm>
          <a:prstGeom prst="rect">
            <a:avLst/>
          </a:prstGeom>
          <a:noFill/>
        </p:spPr>
        <p:txBody>
          <a:bodyPr lIns="0" tIns="0" rIns="0" bIns="0" anchor="t" anchorCtr="0"/>
          <a:lstStyle>
            <a:lvl1pPr marL="0" indent="0">
              <a:spcAft>
                <a:spcPts val="0"/>
              </a:spcAft>
              <a:buNone/>
              <a:defRPr sz="1800">
                <a:solidFill>
                  <a:schemeClr val="accent5"/>
                </a:solidFill>
              </a:defRPr>
            </a:lvl1pPr>
            <a:lvl2pPr marL="0" indent="0">
              <a:spcAft>
                <a:spcPts val="0"/>
              </a:spcAft>
              <a:buNone/>
              <a:defRPr/>
            </a:lvl2pPr>
          </a:lstStyle>
          <a:p>
            <a:pPr lvl="0"/>
            <a:r>
              <a:rPr lang="en-US"/>
              <a:t>Click to edit Master text styles</a:t>
            </a:r>
          </a:p>
          <a:p>
            <a:pPr lvl="1"/>
            <a:r>
              <a:rPr lang="en-US"/>
              <a:t>Second level</a:t>
            </a:r>
          </a:p>
        </p:txBody>
      </p:sp>
      <p:sp>
        <p:nvSpPr>
          <p:cNvPr id="5" name="Picture Placeholder 5">
            <a:extLst>
              <a:ext uri="{FF2B5EF4-FFF2-40B4-BE49-F238E27FC236}">
                <a16:creationId xmlns:a16="http://schemas.microsoft.com/office/drawing/2014/main" id="{1663C430-52A9-4EC5-1F3A-E0E66AC54E59}"/>
              </a:ext>
            </a:extLst>
          </p:cNvPr>
          <p:cNvSpPr>
            <a:spLocks noGrp="1"/>
          </p:cNvSpPr>
          <p:nvPr>
            <p:ph type="pic" sz="quarter" idx="42"/>
          </p:nvPr>
        </p:nvSpPr>
        <p:spPr>
          <a:xfrm>
            <a:off x="47942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6" name="Picture Placeholder 5">
            <a:extLst>
              <a:ext uri="{FF2B5EF4-FFF2-40B4-BE49-F238E27FC236}">
                <a16:creationId xmlns:a16="http://schemas.microsoft.com/office/drawing/2014/main" id="{3482576E-BFE9-63A0-BFC6-4E2CCEB7C53E}"/>
              </a:ext>
            </a:extLst>
          </p:cNvPr>
          <p:cNvSpPr>
            <a:spLocks noGrp="1"/>
          </p:cNvSpPr>
          <p:nvPr>
            <p:ph type="pic" sz="quarter" idx="43"/>
          </p:nvPr>
        </p:nvSpPr>
        <p:spPr>
          <a:xfrm>
            <a:off x="3359809"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7" name="Picture Placeholder 5">
            <a:extLst>
              <a:ext uri="{FF2B5EF4-FFF2-40B4-BE49-F238E27FC236}">
                <a16:creationId xmlns:a16="http://schemas.microsoft.com/office/drawing/2014/main" id="{8F520135-EA5F-5E5F-A9E4-34215A15A71F}"/>
              </a:ext>
            </a:extLst>
          </p:cNvPr>
          <p:cNvSpPr>
            <a:spLocks noGrp="1"/>
          </p:cNvSpPr>
          <p:nvPr>
            <p:ph type="pic" sz="quarter" idx="44"/>
          </p:nvPr>
        </p:nvSpPr>
        <p:spPr>
          <a:xfrm>
            <a:off x="6240104"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F28E2292-926F-FD08-8C2B-F7A967D0CB9F}"/>
              </a:ext>
            </a:extLst>
          </p:cNvPr>
          <p:cNvSpPr>
            <a:spLocks noGrp="1"/>
          </p:cNvSpPr>
          <p:nvPr>
            <p:ph type="pic" sz="quarter" idx="49"/>
          </p:nvPr>
        </p:nvSpPr>
        <p:spPr>
          <a:xfrm>
            <a:off x="9120455" y="3271420"/>
            <a:ext cx="612000" cy="612000"/>
          </a:xfrm>
          <a:prstGeom prst="rect">
            <a:avLst/>
          </a:prstGeom>
        </p:spPr>
        <p:txBody>
          <a:bodyPr/>
          <a:lstStyle>
            <a:lvl1pPr marL="0" indent="0">
              <a:buNone/>
              <a:defRPr sz="800"/>
            </a:lvl1pPr>
          </a:lstStyle>
          <a:p>
            <a:r>
              <a:rPr lang="en-US"/>
              <a:t>Click icon to add picture</a:t>
            </a:r>
            <a:endParaRPr lang="en-GB" dirty="0"/>
          </a:p>
        </p:txBody>
      </p:sp>
      <p:sp>
        <p:nvSpPr>
          <p:cNvPr id="8" name="Footer Placeholder 4">
            <a:extLst>
              <a:ext uri="{FF2B5EF4-FFF2-40B4-BE49-F238E27FC236}">
                <a16:creationId xmlns:a16="http://schemas.microsoft.com/office/drawing/2014/main" id="{21378F9B-1DB2-CF6E-EAD8-448AF8F5CC0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3" name="Text Placeholder 4">
            <a:extLst>
              <a:ext uri="{FF2B5EF4-FFF2-40B4-BE49-F238E27FC236}">
                <a16:creationId xmlns:a16="http://schemas.microsoft.com/office/drawing/2014/main" id="{6758EC63-258A-77C1-B89A-9A7EC98581EE}"/>
              </a:ext>
            </a:extLst>
          </p:cNvPr>
          <p:cNvSpPr>
            <a:spLocks noGrp="1"/>
          </p:cNvSpPr>
          <p:nvPr>
            <p:ph type="body" sz="quarter" idx="35"/>
          </p:nvPr>
        </p:nvSpPr>
        <p:spPr>
          <a:xfrm>
            <a:off x="0" y="0"/>
            <a:ext cx="12193200" cy="108000"/>
          </a:xfrm>
          <a:prstGeom prst="rect">
            <a:avLst/>
          </a:prstGeom>
          <a:solidFill>
            <a:schemeClr val="bg1"/>
          </a:solidFill>
        </p:spPr>
        <p:txBody>
          <a:bodyPr/>
          <a:lstStyle>
            <a:lvl1pPr marL="0" indent="0">
              <a:buNone/>
              <a:defRPr>
                <a:noFill/>
              </a:defRPr>
            </a:lvl1pPr>
          </a:lstStyle>
          <a:p>
            <a:pPr lvl="0"/>
            <a:r>
              <a:rPr lang="en-US"/>
              <a:t>Click to edit Master text styles</a:t>
            </a:r>
          </a:p>
        </p:txBody>
      </p:sp>
      <p:pic>
        <p:nvPicPr>
          <p:cNvPr id="14" name="Graphic 13">
            <a:extLst>
              <a:ext uri="{FF2B5EF4-FFF2-40B4-BE49-F238E27FC236}">
                <a16:creationId xmlns:a16="http://schemas.microsoft.com/office/drawing/2014/main" id="{1140A777-8A54-C087-5DB7-917DDD3A428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949845926"/>
      </p:ext>
    </p:extLst>
  </p:cSld>
  <p:clrMapOvr>
    <a:masterClrMapping/>
  </p:clrMapOvr>
  <p:extLst>
    <p:ext uri="{DCECCB84-F9BA-43D5-87BE-67443E8EF086}">
      <p15:sldGuideLst xmlns:p15="http://schemas.microsoft.com/office/powerpoint/2012/main">
        <p15:guide id="7" pos="1935" userDrawn="1">
          <p15:clr>
            <a:srgbClr val="FBAE40"/>
          </p15:clr>
        </p15:guide>
        <p15:guide id="8" pos="2116" userDrawn="1">
          <p15:clr>
            <a:srgbClr val="FBAE40"/>
          </p15:clr>
        </p15:guide>
        <p15:guide id="9" pos="3752" userDrawn="1">
          <p15:clr>
            <a:srgbClr val="FBAE40"/>
          </p15:clr>
        </p15:guide>
        <p15:guide id="10" pos="3936"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9_content _4_element_coll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CC497-8C5B-42EA-ACBD-4C1A71D6C0C7}"/>
              </a:ext>
            </a:extLst>
          </p:cNvPr>
          <p:cNvSpPr>
            <a:spLocks noGrp="1"/>
          </p:cNvSpPr>
          <p:nvPr>
            <p:ph type="title"/>
          </p:nvPr>
        </p:nvSpPr>
        <p:spPr>
          <a:xfrm>
            <a:off x="472440" y="476250"/>
            <a:ext cx="11189335" cy="746695"/>
          </a:xfrm>
          <a:prstGeom prst="rect">
            <a:avLst/>
          </a:prstGeom>
        </p:spPr>
        <p:txBody>
          <a:bodyPr lIns="0" tIns="0" rIns="0" bIns="0"/>
          <a:lstStyle/>
          <a:p>
            <a:r>
              <a:rPr lang="en-US"/>
              <a:t>Click to edit Master title style</a:t>
            </a:r>
            <a:endParaRPr lang="en-AU" dirty="0"/>
          </a:p>
        </p:txBody>
      </p:sp>
      <p:sp>
        <p:nvSpPr>
          <p:cNvPr id="8" name="Picture Placeholder 3">
            <a:extLst>
              <a:ext uri="{FF2B5EF4-FFF2-40B4-BE49-F238E27FC236}">
                <a16:creationId xmlns:a16="http://schemas.microsoft.com/office/drawing/2014/main" id="{76879E1A-01F4-4C68-99E0-66948BE75074}"/>
              </a:ext>
            </a:extLst>
          </p:cNvPr>
          <p:cNvSpPr>
            <a:spLocks noGrp="1"/>
          </p:cNvSpPr>
          <p:nvPr>
            <p:ph type="pic" sz="quarter" idx="18" hasCustomPrompt="1"/>
          </p:nvPr>
        </p:nvSpPr>
        <p:spPr>
          <a:xfrm>
            <a:off x="483700" y="2097089"/>
            <a:ext cx="2592000" cy="2479738"/>
          </a:xfrm>
          <a:prstGeom prst="rect">
            <a:avLst/>
          </a:prstGeom>
          <a:solidFill>
            <a:schemeClr val="bg1">
              <a:lumMod val="95000"/>
            </a:schemeClr>
          </a:solidFill>
        </p:spPr>
        <p:txBody>
          <a:bodyPr anchor="ctr"/>
          <a:lstStyle>
            <a:lvl1pPr marL="0" indent="0" algn="ctr">
              <a:buNone/>
              <a:defRPr>
                <a:solidFill>
                  <a:schemeClr val="accent1"/>
                </a:solidFill>
              </a:defRPr>
            </a:lvl1pPr>
          </a:lstStyle>
          <a:p>
            <a:r>
              <a:rPr lang="en-AU" dirty="0"/>
              <a:t>image</a:t>
            </a:r>
          </a:p>
        </p:txBody>
      </p:sp>
      <p:sp>
        <p:nvSpPr>
          <p:cNvPr id="9" name="Picture Placeholder 3">
            <a:extLst>
              <a:ext uri="{FF2B5EF4-FFF2-40B4-BE49-F238E27FC236}">
                <a16:creationId xmlns:a16="http://schemas.microsoft.com/office/drawing/2014/main" id="{530CBA8C-CE2D-4E72-A0B0-C6DF286503F5}"/>
              </a:ext>
            </a:extLst>
          </p:cNvPr>
          <p:cNvSpPr>
            <a:spLocks noGrp="1"/>
          </p:cNvSpPr>
          <p:nvPr>
            <p:ph type="pic" sz="quarter" idx="22" hasCustomPrompt="1"/>
          </p:nvPr>
        </p:nvSpPr>
        <p:spPr>
          <a:xfrm>
            <a:off x="3359808" y="3413062"/>
            <a:ext cx="2592000" cy="2479738"/>
          </a:xfrm>
          <a:prstGeom prst="rect">
            <a:avLst/>
          </a:prstGeom>
          <a:solidFill>
            <a:schemeClr val="bg1">
              <a:lumMod val="95000"/>
            </a:schemeClr>
          </a:solidFill>
        </p:spPr>
        <p:txBody>
          <a:bodyPr anchor="ctr"/>
          <a:lstStyle>
            <a:lvl1pPr marL="0" indent="0" algn="ctr">
              <a:buNone/>
              <a:defRPr>
                <a:solidFill>
                  <a:schemeClr val="accent1"/>
                </a:solidFill>
              </a:defRPr>
            </a:lvl1pPr>
          </a:lstStyle>
          <a:p>
            <a:r>
              <a:rPr lang="en-AU" dirty="0"/>
              <a:t>image</a:t>
            </a:r>
          </a:p>
        </p:txBody>
      </p:sp>
      <p:sp>
        <p:nvSpPr>
          <p:cNvPr id="10" name="Picture Placeholder 3">
            <a:extLst>
              <a:ext uri="{FF2B5EF4-FFF2-40B4-BE49-F238E27FC236}">
                <a16:creationId xmlns:a16="http://schemas.microsoft.com/office/drawing/2014/main" id="{70EF95D0-315E-4B85-98A3-B5E68A7BEB81}"/>
              </a:ext>
            </a:extLst>
          </p:cNvPr>
          <p:cNvSpPr>
            <a:spLocks noGrp="1"/>
          </p:cNvSpPr>
          <p:nvPr>
            <p:ph type="pic" sz="quarter" idx="24" hasCustomPrompt="1"/>
          </p:nvPr>
        </p:nvSpPr>
        <p:spPr>
          <a:xfrm>
            <a:off x="6241616" y="2097089"/>
            <a:ext cx="2592000" cy="2479738"/>
          </a:xfrm>
          <a:prstGeom prst="rect">
            <a:avLst/>
          </a:prstGeom>
          <a:solidFill>
            <a:schemeClr val="bg1">
              <a:lumMod val="95000"/>
            </a:schemeClr>
          </a:solidFill>
        </p:spPr>
        <p:txBody>
          <a:bodyPr anchor="ctr"/>
          <a:lstStyle>
            <a:lvl1pPr marL="0" indent="0" algn="ctr">
              <a:buNone/>
              <a:defRPr>
                <a:solidFill>
                  <a:schemeClr val="accent1"/>
                </a:solidFill>
              </a:defRPr>
            </a:lvl1pPr>
          </a:lstStyle>
          <a:p>
            <a:r>
              <a:rPr lang="en-AU" dirty="0"/>
              <a:t>image</a:t>
            </a:r>
          </a:p>
        </p:txBody>
      </p:sp>
      <p:sp>
        <p:nvSpPr>
          <p:cNvPr id="11" name="Picture Placeholder 3">
            <a:extLst>
              <a:ext uri="{FF2B5EF4-FFF2-40B4-BE49-F238E27FC236}">
                <a16:creationId xmlns:a16="http://schemas.microsoft.com/office/drawing/2014/main" id="{5DD21A6A-074D-4CB0-A3FD-88124639F2FC}"/>
              </a:ext>
            </a:extLst>
          </p:cNvPr>
          <p:cNvSpPr>
            <a:spLocks noGrp="1"/>
          </p:cNvSpPr>
          <p:nvPr>
            <p:ph type="pic" sz="quarter" idx="26" hasCustomPrompt="1"/>
          </p:nvPr>
        </p:nvSpPr>
        <p:spPr>
          <a:xfrm>
            <a:off x="9120575" y="3413062"/>
            <a:ext cx="2592000" cy="2479738"/>
          </a:xfrm>
          <a:prstGeom prst="rect">
            <a:avLst/>
          </a:prstGeom>
          <a:solidFill>
            <a:schemeClr val="bg1">
              <a:lumMod val="95000"/>
            </a:schemeClr>
          </a:solidFill>
        </p:spPr>
        <p:txBody>
          <a:bodyPr anchor="ctr"/>
          <a:lstStyle>
            <a:lvl1pPr marL="0" indent="0" algn="ctr">
              <a:buNone/>
              <a:defRPr>
                <a:solidFill>
                  <a:schemeClr val="accent1"/>
                </a:solidFill>
              </a:defRPr>
            </a:lvl1pPr>
          </a:lstStyle>
          <a:p>
            <a:r>
              <a:rPr lang="en-AU" dirty="0"/>
              <a:t>image</a:t>
            </a:r>
          </a:p>
        </p:txBody>
      </p:sp>
      <p:sp>
        <p:nvSpPr>
          <p:cNvPr id="4" name="Slide Number Placeholder 3">
            <a:extLst>
              <a:ext uri="{FF2B5EF4-FFF2-40B4-BE49-F238E27FC236}">
                <a16:creationId xmlns:a16="http://schemas.microsoft.com/office/drawing/2014/main" id="{92C85A66-D23B-A8CF-DC3A-EB7DB35A0ECB}"/>
              </a:ext>
            </a:extLst>
          </p:cNvPr>
          <p:cNvSpPr>
            <a:spLocks noGrp="1"/>
          </p:cNvSpPr>
          <p:nvPr>
            <p:ph type="sldNum" sz="quarter" idx="67"/>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5" name="Footer Placeholder 4">
            <a:extLst>
              <a:ext uri="{FF2B5EF4-FFF2-40B4-BE49-F238E27FC236}">
                <a16:creationId xmlns:a16="http://schemas.microsoft.com/office/drawing/2014/main" id="{9F5A1E5E-8C68-9A23-1AA0-D5FA164C83E1}"/>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6" name="Text Placeholder 3">
            <a:extLst>
              <a:ext uri="{FF2B5EF4-FFF2-40B4-BE49-F238E27FC236}">
                <a16:creationId xmlns:a16="http://schemas.microsoft.com/office/drawing/2014/main" id="{283A04C0-ABBD-80CB-59FA-A2129B85B458}"/>
              </a:ext>
            </a:extLst>
          </p:cNvPr>
          <p:cNvSpPr>
            <a:spLocks noGrp="1"/>
          </p:cNvSpPr>
          <p:nvPr>
            <p:ph type="body" sz="quarter" idx="17"/>
          </p:nvPr>
        </p:nvSpPr>
        <p:spPr>
          <a:xfrm>
            <a:off x="480575" y="4690254"/>
            <a:ext cx="2595125" cy="120254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3">
            <a:extLst>
              <a:ext uri="{FF2B5EF4-FFF2-40B4-BE49-F238E27FC236}">
                <a16:creationId xmlns:a16="http://schemas.microsoft.com/office/drawing/2014/main" id="{7F6E8FFC-243A-1E8F-2796-3B1AEC62F828}"/>
              </a:ext>
            </a:extLst>
          </p:cNvPr>
          <p:cNvSpPr>
            <a:spLocks noGrp="1"/>
          </p:cNvSpPr>
          <p:nvPr>
            <p:ph type="body" sz="quarter" idx="70"/>
          </p:nvPr>
        </p:nvSpPr>
        <p:spPr>
          <a:xfrm>
            <a:off x="3356025" y="2097088"/>
            <a:ext cx="2595125" cy="120254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3">
            <a:extLst>
              <a:ext uri="{FF2B5EF4-FFF2-40B4-BE49-F238E27FC236}">
                <a16:creationId xmlns:a16="http://schemas.microsoft.com/office/drawing/2014/main" id="{1C1BC27E-EE77-0FBB-33FB-A29A09D60BBF}"/>
              </a:ext>
            </a:extLst>
          </p:cNvPr>
          <p:cNvSpPr>
            <a:spLocks noGrp="1"/>
          </p:cNvSpPr>
          <p:nvPr>
            <p:ph type="body" sz="quarter" idx="71"/>
          </p:nvPr>
        </p:nvSpPr>
        <p:spPr>
          <a:xfrm>
            <a:off x="6241842" y="4690254"/>
            <a:ext cx="2595125" cy="120254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3">
            <a:extLst>
              <a:ext uri="{FF2B5EF4-FFF2-40B4-BE49-F238E27FC236}">
                <a16:creationId xmlns:a16="http://schemas.microsoft.com/office/drawing/2014/main" id="{E68348DA-603B-BF8E-67ED-008539E23F6A}"/>
              </a:ext>
            </a:extLst>
          </p:cNvPr>
          <p:cNvSpPr>
            <a:spLocks noGrp="1"/>
          </p:cNvSpPr>
          <p:nvPr>
            <p:ph type="body" sz="quarter" idx="72"/>
          </p:nvPr>
        </p:nvSpPr>
        <p:spPr>
          <a:xfrm>
            <a:off x="9120575" y="2097088"/>
            <a:ext cx="2595125" cy="1202546"/>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Rectangle 2">
            <a:extLst>
              <a:ext uri="{FF2B5EF4-FFF2-40B4-BE49-F238E27FC236}">
                <a16:creationId xmlns:a16="http://schemas.microsoft.com/office/drawing/2014/main" id="{B4C82C19-DE6E-3055-006D-B5F2CA0AFA37}"/>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D62A97BD-A52E-1E4E-F61F-B3B46598DF6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944194648"/>
      </p:ext>
    </p:extLst>
  </p:cSld>
  <p:clrMapOvr>
    <a:masterClrMapping/>
  </p:clrMapOvr>
  <p:extLst>
    <p:ext uri="{DCECCB84-F9BA-43D5-87BE-67443E8EF086}">
      <p15:sldGuideLst xmlns:p15="http://schemas.microsoft.com/office/powerpoint/2012/main">
        <p15:guide id="7" pos="1958" userDrawn="1">
          <p15:clr>
            <a:srgbClr val="FBAE40"/>
          </p15:clr>
        </p15:guide>
        <p15:guide id="8" pos="2116" userDrawn="1">
          <p15:clr>
            <a:srgbClr val="FBAE40"/>
          </p15:clr>
        </p15:guide>
        <p15:guide id="9" pos="3760" userDrawn="1">
          <p15:clr>
            <a:srgbClr val="FBAE40"/>
          </p15:clr>
        </p15:guide>
        <p15:guide id="10" pos="3928" userDrawn="1">
          <p15:clr>
            <a:srgbClr val="FBAE40"/>
          </p15:clr>
        </p15:guide>
        <p15:guide id="11" pos="5564" userDrawn="1">
          <p15:clr>
            <a:srgbClr val="FBAE40"/>
          </p15:clr>
        </p15:guide>
        <p15:guide id="12" pos="5745"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0_content _factoids">
    <p:bg>
      <p:bgPr>
        <a:solidFill>
          <a:schemeClr val="tx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954C90F5-C9BC-48CA-B77A-ACA7AEBD07BA}"/>
              </a:ext>
            </a:extLst>
          </p:cNvPr>
          <p:cNvSpPr>
            <a:spLocks noGrp="1"/>
          </p:cNvSpPr>
          <p:nvPr>
            <p:ph type="pic" sz="quarter" idx="54" hasCustomPrompt="1"/>
          </p:nvPr>
        </p:nvSpPr>
        <p:spPr>
          <a:xfrm>
            <a:off x="6418629" y="1918790"/>
            <a:ext cx="2700838" cy="2700000"/>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a:defRPr lang="en-AU" sz="1800" dirty="0">
                <a:solidFill>
                  <a:schemeClr val="tx1">
                    <a:alpha val="0"/>
                  </a:schemeClr>
                </a:solidFill>
                <a:latin typeface="+mn-lt"/>
                <a:cs typeface="+mn-cs"/>
              </a:defRPr>
            </a:lvl1pPr>
          </a:lstStyle>
          <a:p>
            <a:pPr lvl="0" algn="ctr"/>
            <a:r>
              <a:rPr lang="en-AU" dirty="0"/>
              <a:t>Image placeholder</a:t>
            </a:r>
          </a:p>
        </p:txBody>
      </p:sp>
      <p:sp>
        <p:nvSpPr>
          <p:cNvPr id="8" name="Content Placeholder 58">
            <a:extLst>
              <a:ext uri="{FF2B5EF4-FFF2-40B4-BE49-F238E27FC236}">
                <a16:creationId xmlns:a16="http://schemas.microsoft.com/office/drawing/2014/main" id="{355945AA-164A-4F0C-8563-99900CB69B7A}"/>
              </a:ext>
            </a:extLst>
          </p:cNvPr>
          <p:cNvSpPr>
            <a:spLocks noGrp="1"/>
          </p:cNvSpPr>
          <p:nvPr>
            <p:ph sz="quarter" idx="78" hasCustomPrompt="1"/>
          </p:nvPr>
        </p:nvSpPr>
        <p:spPr>
          <a:xfrm>
            <a:off x="7203900" y="2382319"/>
            <a:ext cx="1130298" cy="678480"/>
          </a:xfrm>
          <a:prstGeom prst="rect">
            <a:avLst/>
          </a:prstGeom>
        </p:spPr>
        <p:txBody>
          <a:bodyPr anchor="ctr"/>
          <a:lstStyle>
            <a:lvl1pPr marL="0" indent="0" algn="ctr">
              <a:buNone/>
              <a:defRPr sz="3200" b="1">
                <a:solidFill>
                  <a:schemeClr val="bg1"/>
                </a:solidFill>
                <a:latin typeface="+mn-lt"/>
              </a:defRPr>
            </a:lvl1pPr>
          </a:lstStyle>
          <a:p>
            <a:pPr lvl="0"/>
            <a:r>
              <a:rPr lang="en-AU" dirty="0"/>
              <a:t>99%</a:t>
            </a:r>
          </a:p>
        </p:txBody>
      </p:sp>
      <p:sp>
        <p:nvSpPr>
          <p:cNvPr id="10" name="Text Placeholder 58">
            <a:extLst>
              <a:ext uri="{FF2B5EF4-FFF2-40B4-BE49-F238E27FC236}">
                <a16:creationId xmlns:a16="http://schemas.microsoft.com/office/drawing/2014/main" id="{47743944-8EE0-4915-8C37-6F1A933F6199}"/>
              </a:ext>
            </a:extLst>
          </p:cNvPr>
          <p:cNvSpPr>
            <a:spLocks noGrp="1"/>
          </p:cNvSpPr>
          <p:nvPr>
            <p:ph type="body" sz="quarter" idx="80"/>
          </p:nvPr>
        </p:nvSpPr>
        <p:spPr>
          <a:xfrm>
            <a:off x="6697437" y="3200198"/>
            <a:ext cx="2143222" cy="738952"/>
          </a:xfrm>
          <a:prstGeom prst="rect">
            <a:avLst/>
          </a:prstGeom>
        </p:spPr>
        <p:txBody>
          <a:bodyPr anchor="t"/>
          <a:lstStyle>
            <a:lvl1pPr marL="0" indent="0" algn="ctr">
              <a:spcAft>
                <a:spcPts val="0"/>
              </a:spcAft>
              <a:buNone/>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6" name="Picture Placeholder 13">
            <a:extLst>
              <a:ext uri="{FF2B5EF4-FFF2-40B4-BE49-F238E27FC236}">
                <a16:creationId xmlns:a16="http://schemas.microsoft.com/office/drawing/2014/main" id="{63CC16D4-E7FD-480C-8179-F4C78FB2D717}"/>
              </a:ext>
            </a:extLst>
          </p:cNvPr>
          <p:cNvSpPr>
            <a:spLocks noGrp="1"/>
          </p:cNvSpPr>
          <p:nvPr>
            <p:ph type="pic" sz="quarter" idx="55" hasCustomPrompt="1"/>
          </p:nvPr>
        </p:nvSpPr>
        <p:spPr>
          <a:xfrm>
            <a:off x="8641724" y="4004320"/>
            <a:ext cx="2098954" cy="2028856"/>
          </a:xfrm>
          <a:prstGeom prst="ellipse">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a:defRPr lang="en-AU" sz="1800" dirty="0">
                <a:solidFill>
                  <a:schemeClr val="tx1">
                    <a:alpha val="0"/>
                  </a:schemeClr>
                </a:solidFill>
                <a:latin typeface="+mn-lt"/>
                <a:cs typeface="+mn-cs"/>
              </a:defRPr>
            </a:lvl1pPr>
          </a:lstStyle>
          <a:p>
            <a:pPr lvl="0" algn="ctr"/>
            <a:r>
              <a:rPr lang="en-AU" dirty="0"/>
              <a:t>Image placeholder</a:t>
            </a:r>
          </a:p>
        </p:txBody>
      </p:sp>
      <p:sp>
        <p:nvSpPr>
          <p:cNvPr id="9" name="Content Placeholder 58">
            <a:extLst>
              <a:ext uri="{FF2B5EF4-FFF2-40B4-BE49-F238E27FC236}">
                <a16:creationId xmlns:a16="http://schemas.microsoft.com/office/drawing/2014/main" id="{68416E2B-D32F-4F96-BA7F-7F845269C448}"/>
              </a:ext>
            </a:extLst>
          </p:cNvPr>
          <p:cNvSpPr>
            <a:spLocks noGrp="1"/>
          </p:cNvSpPr>
          <p:nvPr>
            <p:ph sz="quarter" idx="79" hasCustomPrompt="1"/>
          </p:nvPr>
        </p:nvSpPr>
        <p:spPr>
          <a:xfrm>
            <a:off x="9208134" y="4237798"/>
            <a:ext cx="966136" cy="579940"/>
          </a:xfrm>
          <a:prstGeom prst="rect">
            <a:avLst/>
          </a:prstGeom>
        </p:spPr>
        <p:txBody>
          <a:bodyPr anchor="ctr"/>
          <a:lstStyle>
            <a:lvl1pPr marL="0" indent="0" algn="ctr">
              <a:buNone/>
              <a:defRPr sz="3200" b="1">
                <a:solidFill>
                  <a:schemeClr val="bg1"/>
                </a:solidFill>
                <a:latin typeface="+mn-lt"/>
              </a:defRPr>
            </a:lvl1pPr>
          </a:lstStyle>
          <a:p>
            <a:pPr lvl="0"/>
            <a:r>
              <a:rPr lang="en-AU" dirty="0"/>
              <a:t>55%</a:t>
            </a:r>
          </a:p>
        </p:txBody>
      </p:sp>
      <p:sp>
        <p:nvSpPr>
          <p:cNvPr id="11" name="Text Placeholder 58">
            <a:extLst>
              <a:ext uri="{FF2B5EF4-FFF2-40B4-BE49-F238E27FC236}">
                <a16:creationId xmlns:a16="http://schemas.microsoft.com/office/drawing/2014/main" id="{877C08CD-3FE0-4A80-84FB-D9088A4AC1DB}"/>
              </a:ext>
            </a:extLst>
          </p:cNvPr>
          <p:cNvSpPr>
            <a:spLocks noGrp="1"/>
          </p:cNvSpPr>
          <p:nvPr>
            <p:ph type="body" sz="quarter" idx="81"/>
          </p:nvPr>
        </p:nvSpPr>
        <p:spPr>
          <a:xfrm>
            <a:off x="8775229" y="4955997"/>
            <a:ext cx="1831944" cy="639720"/>
          </a:xfrm>
          <a:prstGeom prst="rect">
            <a:avLst/>
          </a:prstGeom>
        </p:spPr>
        <p:txBody>
          <a:bodyPr anchor="t"/>
          <a:lstStyle>
            <a:lvl1pPr marL="0" indent="0" algn="ctr">
              <a:spcAft>
                <a:spcPts val="0"/>
              </a:spcAft>
              <a:buNone/>
              <a:defRPr sz="1400" b="1">
                <a:solidFill>
                  <a:schemeClr val="bg1"/>
                </a:solidFill>
                <a:latin typeface="+mn-lt"/>
              </a:defRPr>
            </a:lvl1pPr>
            <a:lvl2pPr marL="0" indent="0" algn="ctr">
              <a:spcAft>
                <a:spcPts val="0"/>
              </a:spcAft>
              <a:buNone/>
              <a:defRPr sz="1200" b="0">
                <a:solidFill>
                  <a:schemeClr val="bg1"/>
                </a:solidFill>
                <a:latin typeface="+mn-lt"/>
              </a:defRPr>
            </a:lvl2pPr>
            <a:lvl3pPr marL="0" indent="0">
              <a:buNone/>
              <a:defRPr/>
            </a:lvl3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5286B89D-2C55-BB7D-053A-05AC730ABFCC}"/>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3" name="Slide Number Placeholder 3">
            <a:extLst>
              <a:ext uri="{FF2B5EF4-FFF2-40B4-BE49-F238E27FC236}">
                <a16:creationId xmlns:a16="http://schemas.microsoft.com/office/drawing/2014/main" id="{7A6FABFB-D00A-3FAC-DBA2-2A7A5D51BD44}"/>
              </a:ext>
            </a:extLst>
          </p:cNvPr>
          <p:cNvSpPr>
            <a:spLocks noGrp="1"/>
          </p:cNvSpPr>
          <p:nvPr>
            <p:ph type="sldNum" sz="quarter" idx="67"/>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7" name="Footer Placeholder 4">
            <a:extLst>
              <a:ext uri="{FF2B5EF4-FFF2-40B4-BE49-F238E27FC236}">
                <a16:creationId xmlns:a16="http://schemas.microsoft.com/office/drawing/2014/main" id="{70D1E36D-5A90-47AA-145B-EF2B4635580D}"/>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2" name="Text Placeholder 3">
            <a:extLst>
              <a:ext uri="{FF2B5EF4-FFF2-40B4-BE49-F238E27FC236}">
                <a16:creationId xmlns:a16="http://schemas.microsoft.com/office/drawing/2014/main" id="{BE96ABEA-9524-7DE6-A403-65E6ECBCC557}"/>
              </a:ext>
            </a:extLst>
          </p:cNvPr>
          <p:cNvSpPr>
            <a:spLocks noGrp="1"/>
          </p:cNvSpPr>
          <p:nvPr>
            <p:ph type="body" sz="quarter" idx="17"/>
          </p:nvPr>
        </p:nvSpPr>
        <p:spPr>
          <a:xfrm>
            <a:off x="480575" y="2097086"/>
            <a:ext cx="5107425" cy="3795713"/>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Rectangle 11">
            <a:extLst>
              <a:ext uri="{FF2B5EF4-FFF2-40B4-BE49-F238E27FC236}">
                <a16:creationId xmlns:a16="http://schemas.microsoft.com/office/drawing/2014/main" id="{4F2DA0E7-BD21-C784-6AC9-294B76DDB691}"/>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a:extLst>
              <a:ext uri="{FF2B5EF4-FFF2-40B4-BE49-F238E27FC236}">
                <a16:creationId xmlns:a16="http://schemas.microsoft.com/office/drawing/2014/main" id="{8C0C7047-06EB-C1DB-2CA3-48F0BCEF39D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1300370067"/>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1_content _horizontal_4_elements_logo_black">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26AF362E-0C64-5A7B-97BC-7BC191E4FA55}"/>
              </a:ext>
            </a:extLst>
          </p:cNvPr>
          <p:cNvSpPr>
            <a:spLocks noGrp="1"/>
          </p:cNvSpPr>
          <p:nvPr>
            <p:ph type="pic" sz="quarter" idx="5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1">
              <a:alpha val="20000"/>
            </a:schemeClr>
          </a:solidFill>
        </p:spPr>
        <p:txBody>
          <a:bodyPr wrap="square" lIns="0" rIns="0" anchor="b" anchorCtr="1">
            <a:noAutofit/>
          </a:bodyPr>
          <a:lstStyle>
            <a:lvl1pPr algn="ctr">
              <a:defRPr/>
            </a:lvl1pPr>
          </a:lstStyle>
          <a:p>
            <a:r>
              <a:rPr lang="en-AU" dirty="0"/>
              <a:t> </a:t>
            </a:r>
          </a:p>
        </p:txBody>
      </p:sp>
      <p:sp>
        <p:nvSpPr>
          <p:cNvPr id="8" name="Picture Placeholder 10">
            <a:extLst>
              <a:ext uri="{FF2B5EF4-FFF2-40B4-BE49-F238E27FC236}">
                <a16:creationId xmlns:a16="http://schemas.microsoft.com/office/drawing/2014/main" id="{8AAE1BA5-EA96-2CA9-0103-C09C7104CFC0}"/>
              </a:ext>
            </a:extLst>
          </p:cNvPr>
          <p:cNvSpPr>
            <a:spLocks noGrp="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20" name="Text Placeholder 19">
            <a:extLst>
              <a:ext uri="{FF2B5EF4-FFF2-40B4-BE49-F238E27FC236}">
                <a16:creationId xmlns:a16="http://schemas.microsoft.com/office/drawing/2014/main" id="{340BA62A-590F-4C2C-BBD5-5A53EA82F37E}"/>
              </a:ext>
            </a:extLst>
          </p:cNvPr>
          <p:cNvSpPr>
            <a:spLocks noGrp="1"/>
          </p:cNvSpPr>
          <p:nvPr>
            <p:ph type="body" sz="quarter" idx="19" hasCustomPrompt="1"/>
          </p:nvPr>
        </p:nvSpPr>
        <p:spPr>
          <a:xfrm>
            <a:off x="443681" y="4885705"/>
            <a:ext cx="1915477" cy="1007095"/>
          </a:xfrm>
          <a:prstGeom prst="rect">
            <a:avLst/>
          </a:prstGeom>
        </p:spPr>
        <p:txBody>
          <a:bodyPr/>
          <a:lstStyle>
            <a:lvl1pPr marL="0" indent="0">
              <a:lnSpc>
                <a:spcPct val="100000"/>
              </a:lnSpc>
              <a:spcBef>
                <a:spcPts val="0"/>
              </a:spcBef>
              <a:spcAft>
                <a:spcPts val="0"/>
              </a:spcAft>
              <a:buNone/>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22" name="Text Placeholder 19">
            <a:extLst>
              <a:ext uri="{FF2B5EF4-FFF2-40B4-BE49-F238E27FC236}">
                <a16:creationId xmlns:a16="http://schemas.microsoft.com/office/drawing/2014/main" id="{4E934AF0-667D-4EFD-9E56-14D14E492C4C}"/>
              </a:ext>
            </a:extLst>
          </p:cNvPr>
          <p:cNvSpPr>
            <a:spLocks noGrp="1"/>
          </p:cNvSpPr>
          <p:nvPr>
            <p:ph type="body" sz="quarter" idx="21" hasCustomPrompt="1"/>
          </p:nvPr>
        </p:nvSpPr>
        <p:spPr>
          <a:xfrm>
            <a:off x="2928331" y="4885705"/>
            <a:ext cx="1915477" cy="1007095"/>
          </a:xfrm>
          <a:prstGeom prst="rect">
            <a:avLst/>
          </a:prstGeom>
        </p:spPr>
        <p:txBody>
          <a:bodyPr/>
          <a:lstStyle>
            <a:lvl1pPr marL="0" indent="0">
              <a:lnSpc>
                <a:spcPct val="100000"/>
              </a:lnSpc>
              <a:spcBef>
                <a:spcPts val="0"/>
              </a:spcBef>
              <a:spcAft>
                <a:spcPts val="0"/>
              </a:spcAft>
              <a:buNone/>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24" name="Text Placeholder 19">
            <a:extLst>
              <a:ext uri="{FF2B5EF4-FFF2-40B4-BE49-F238E27FC236}">
                <a16:creationId xmlns:a16="http://schemas.microsoft.com/office/drawing/2014/main" id="{8C15FB2A-52D1-4976-B95C-A8335C5CEA69}"/>
              </a:ext>
            </a:extLst>
          </p:cNvPr>
          <p:cNvSpPr>
            <a:spLocks noGrp="1"/>
          </p:cNvSpPr>
          <p:nvPr>
            <p:ph type="body" sz="quarter" idx="23" hasCustomPrompt="1"/>
          </p:nvPr>
        </p:nvSpPr>
        <p:spPr>
          <a:xfrm>
            <a:off x="5383303" y="4885705"/>
            <a:ext cx="1915477" cy="1007095"/>
          </a:xfrm>
          <a:prstGeom prst="rect">
            <a:avLst/>
          </a:prstGeom>
        </p:spPr>
        <p:txBody>
          <a:bodyPr/>
          <a:lstStyle>
            <a:lvl1pPr marL="0" indent="0">
              <a:lnSpc>
                <a:spcPct val="100000"/>
              </a:lnSpc>
              <a:spcBef>
                <a:spcPts val="0"/>
              </a:spcBef>
              <a:spcAft>
                <a:spcPts val="0"/>
              </a:spcAft>
              <a:buNone/>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31" name="Text Placeholder 19">
            <a:extLst>
              <a:ext uri="{FF2B5EF4-FFF2-40B4-BE49-F238E27FC236}">
                <a16:creationId xmlns:a16="http://schemas.microsoft.com/office/drawing/2014/main" id="{E10F307D-AA6D-4390-AFBD-EA5C9846CD80}"/>
              </a:ext>
            </a:extLst>
          </p:cNvPr>
          <p:cNvSpPr>
            <a:spLocks noGrp="1"/>
          </p:cNvSpPr>
          <p:nvPr>
            <p:ph type="body" sz="quarter" idx="31" hasCustomPrompt="1"/>
          </p:nvPr>
        </p:nvSpPr>
        <p:spPr>
          <a:xfrm>
            <a:off x="7897631" y="4885705"/>
            <a:ext cx="1915477" cy="1007095"/>
          </a:xfrm>
          <a:prstGeom prst="rect">
            <a:avLst/>
          </a:prstGeom>
        </p:spPr>
        <p:txBody>
          <a:bodyPr/>
          <a:lstStyle>
            <a:lvl1pPr marL="0" indent="0">
              <a:lnSpc>
                <a:spcPct val="100000"/>
              </a:lnSpc>
              <a:spcBef>
                <a:spcPts val="0"/>
              </a:spcBef>
              <a:spcAft>
                <a:spcPts val="0"/>
              </a:spcAft>
              <a:buNone/>
              <a:defRPr lang="en-US" sz="4000" b="1" kern="1200" dirty="0" smtClean="0">
                <a:solidFill>
                  <a:schemeClr val="bg1"/>
                </a:solidFill>
                <a:latin typeface="+mj-lt"/>
                <a:ea typeface="+mn-ea"/>
                <a:cs typeface="+mn-cs"/>
              </a:defRPr>
            </a:lvl1pPr>
            <a:lvl2pPr marL="0" indent="0">
              <a:lnSpc>
                <a:spcPct val="100000"/>
              </a:lnSpc>
              <a:spcBef>
                <a:spcPts val="0"/>
              </a:spcBef>
              <a:spcAft>
                <a:spcPts val="0"/>
              </a:spcAft>
              <a:buNone/>
              <a:defRPr lang="en-US" sz="1400" kern="1200" dirty="0" smtClean="0">
                <a:solidFill>
                  <a:schemeClr val="bg1"/>
                </a:solidFill>
                <a:latin typeface="+mn-lt"/>
                <a:ea typeface="+mn-ea"/>
                <a:cs typeface="+mn-cs"/>
              </a:defRPr>
            </a:lvl2pPr>
          </a:lstStyle>
          <a:p>
            <a:pPr lvl="0"/>
            <a:r>
              <a:rPr lang="en-US" dirty="0"/>
              <a:t>##</a:t>
            </a:r>
          </a:p>
          <a:p>
            <a:pPr lvl="1"/>
            <a:r>
              <a:rPr lang="en-US" dirty="0"/>
              <a:t>Second level</a:t>
            </a:r>
            <a:endParaRPr lang="en-AU" dirty="0"/>
          </a:p>
        </p:txBody>
      </p:sp>
      <p:sp>
        <p:nvSpPr>
          <p:cNvPr id="5" name="Slide Number Placeholder 4">
            <a:extLst>
              <a:ext uri="{FF2B5EF4-FFF2-40B4-BE49-F238E27FC236}">
                <a16:creationId xmlns:a16="http://schemas.microsoft.com/office/drawing/2014/main" id="{63CE5F13-5902-5B22-8E1F-7EE207133FF7}"/>
              </a:ext>
            </a:extLst>
          </p:cNvPr>
          <p:cNvSpPr>
            <a:spLocks noGrp="1"/>
          </p:cNvSpPr>
          <p:nvPr>
            <p:ph type="sldNum" sz="quarter" idx="53"/>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7" name="Picture Placeholder 5">
            <a:extLst>
              <a:ext uri="{FF2B5EF4-FFF2-40B4-BE49-F238E27FC236}">
                <a16:creationId xmlns:a16="http://schemas.microsoft.com/office/drawing/2014/main" id="{9506383C-06C7-1EFF-E3B2-8949B6AB75D2}"/>
              </a:ext>
            </a:extLst>
          </p:cNvPr>
          <p:cNvSpPr>
            <a:spLocks noGrp="1"/>
          </p:cNvSpPr>
          <p:nvPr>
            <p:ph type="pic" sz="quarter" idx="42"/>
          </p:nvPr>
        </p:nvSpPr>
        <p:spPr>
          <a:xfrm>
            <a:off x="443681" y="4159991"/>
            <a:ext cx="504000" cy="504000"/>
          </a:xfrm>
          <a:prstGeom prst="rect">
            <a:avLst/>
          </a:prstGeom>
        </p:spPr>
        <p:txBody>
          <a:bodyPr/>
          <a:lstStyle>
            <a:lvl1pPr>
              <a:defRPr sz="800"/>
            </a:lvl1pPr>
          </a:lstStyle>
          <a:p>
            <a:r>
              <a:rPr lang="en-US"/>
              <a:t>Click icon to add picture</a:t>
            </a:r>
            <a:endParaRPr lang="en-GB" dirty="0"/>
          </a:p>
        </p:txBody>
      </p:sp>
      <p:sp>
        <p:nvSpPr>
          <p:cNvPr id="10" name="Picture Placeholder 5">
            <a:extLst>
              <a:ext uri="{FF2B5EF4-FFF2-40B4-BE49-F238E27FC236}">
                <a16:creationId xmlns:a16="http://schemas.microsoft.com/office/drawing/2014/main" id="{3E4A84B4-6B0B-20E7-7467-DDAB41C66C31}"/>
              </a:ext>
            </a:extLst>
          </p:cNvPr>
          <p:cNvSpPr>
            <a:spLocks noGrp="1"/>
          </p:cNvSpPr>
          <p:nvPr>
            <p:ph type="pic" sz="quarter" idx="43"/>
          </p:nvPr>
        </p:nvSpPr>
        <p:spPr>
          <a:xfrm>
            <a:off x="5383303" y="4159991"/>
            <a:ext cx="504000" cy="504000"/>
          </a:xfrm>
          <a:prstGeom prst="rect">
            <a:avLst/>
          </a:prstGeom>
        </p:spPr>
        <p:txBody>
          <a:bodyPr/>
          <a:lstStyle>
            <a:lvl1pPr>
              <a:defRPr sz="800"/>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A4C9A676-EA0F-A171-70A7-0F2D566CD817}"/>
              </a:ext>
            </a:extLst>
          </p:cNvPr>
          <p:cNvSpPr>
            <a:spLocks noGrp="1"/>
          </p:cNvSpPr>
          <p:nvPr>
            <p:ph type="pic" sz="quarter" idx="44"/>
          </p:nvPr>
        </p:nvSpPr>
        <p:spPr>
          <a:xfrm>
            <a:off x="7897631" y="4159991"/>
            <a:ext cx="504000" cy="504000"/>
          </a:xfrm>
          <a:prstGeom prst="rect">
            <a:avLst/>
          </a:prstGeom>
        </p:spPr>
        <p:txBody>
          <a:bodyPr/>
          <a:lstStyle>
            <a:lvl1pPr>
              <a:defRPr sz="800"/>
            </a:lvl1pPr>
          </a:lstStyle>
          <a:p>
            <a:r>
              <a:rPr lang="en-US"/>
              <a:t>Click icon to add picture</a:t>
            </a:r>
            <a:endParaRPr lang="en-GB" dirty="0"/>
          </a:p>
        </p:txBody>
      </p:sp>
      <p:sp>
        <p:nvSpPr>
          <p:cNvPr id="12" name="Picture Placeholder 5">
            <a:extLst>
              <a:ext uri="{FF2B5EF4-FFF2-40B4-BE49-F238E27FC236}">
                <a16:creationId xmlns:a16="http://schemas.microsoft.com/office/drawing/2014/main" id="{965109F7-7C31-6127-4C3B-D6A476D04EB3}"/>
              </a:ext>
            </a:extLst>
          </p:cNvPr>
          <p:cNvSpPr>
            <a:spLocks noGrp="1"/>
          </p:cNvSpPr>
          <p:nvPr>
            <p:ph type="pic" sz="quarter" idx="55"/>
          </p:nvPr>
        </p:nvSpPr>
        <p:spPr>
          <a:xfrm>
            <a:off x="2928331" y="4159991"/>
            <a:ext cx="504000" cy="504000"/>
          </a:xfrm>
          <a:prstGeom prst="rect">
            <a:avLst/>
          </a:prstGeom>
        </p:spPr>
        <p:txBody>
          <a:bodyPr/>
          <a:lstStyle>
            <a:lvl1pPr>
              <a:defRPr sz="800"/>
            </a:lvl1pPr>
          </a:lstStyle>
          <a:p>
            <a:r>
              <a:rPr lang="en-US"/>
              <a:t>Click icon to add picture</a:t>
            </a:r>
            <a:endParaRPr lang="en-GB" dirty="0"/>
          </a:p>
        </p:txBody>
      </p:sp>
      <p:sp>
        <p:nvSpPr>
          <p:cNvPr id="13" name="Footer Placeholder 4">
            <a:extLst>
              <a:ext uri="{FF2B5EF4-FFF2-40B4-BE49-F238E27FC236}">
                <a16:creationId xmlns:a16="http://schemas.microsoft.com/office/drawing/2014/main" id="{B0D3F8FC-957D-8D9C-D30D-CE34BBE87F2F}"/>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3" name="Title 3">
            <a:extLst>
              <a:ext uri="{FF2B5EF4-FFF2-40B4-BE49-F238E27FC236}">
                <a16:creationId xmlns:a16="http://schemas.microsoft.com/office/drawing/2014/main" id="{F781FC24-B706-25FF-E42D-9FD95F34020E}"/>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2" name="Text Placeholder 3">
            <a:extLst>
              <a:ext uri="{FF2B5EF4-FFF2-40B4-BE49-F238E27FC236}">
                <a16:creationId xmlns:a16="http://schemas.microsoft.com/office/drawing/2014/main" id="{68EC848A-9F82-DFAC-9642-7323BC3A87A6}"/>
              </a:ext>
            </a:extLst>
          </p:cNvPr>
          <p:cNvSpPr>
            <a:spLocks noGrp="1"/>
          </p:cNvSpPr>
          <p:nvPr>
            <p:ph type="body" sz="quarter" idx="17"/>
          </p:nvPr>
        </p:nvSpPr>
        <p:spPr>
          <a:xfrm>
            <a:off x="480575" y="2097087"/>
            <a:ext cx="11228824" cy="167916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logo_black">
            <a:extLst>
              <a:ext uri="{FF2B5EF4-FFF2-40B4-BE49-F238E27FC236}">
                <a16:creationId xmlns:a16="http://schemas.microsoft.com/office/drawing/2014/main" id="{5E4FC764-938A-907A-6EA3-18CE52AA3A40}"/>
              </a:ext>
            </a:extLst>
          </p:cNvPr>
          <p:cNvSpPr>
            <a:spLocks noGrp="1"/>
          </p:cNvSpPr>
          <p:nvPr>
            <p:ph type="body" sz="quarter" idx="56"/>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6" name="Rectangle 5">
            <a:extLst>
              <a:ext uri="{FF2B5EF4-FFF2-40B4-BE49-F238E27FC236}">
                <a16:creationId xmlns:a16="http://schemas.microsoft.com/office/drawing/2014/main" id="{5D05E9BA-8CE7-FFE0-22F2-9D7A8BE90C91}"/>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65958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1_content _horizontal_4_elements_logo_white">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8AAE1BA5-EA96-2CA9-0103-C09C7104CFC0}"/>
              </a:ext>
            </a:extLst>
          </p:cNvPr>
          <p:cNvSpPr>
            <a:spLocks noGrp="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bg1">
              <a:lumMod val="95000"/>
            </a:schemeClr>
          </a:solidFill>
        </p:spPr>
        <p:txBody>
          <a:bodyPr wrap="square" lIns="0" rIns="0" anchor="b" anchorCtr="1">
            <a:noAutofit/>
          </a:bodyPr>
          <a:lstStyle>
            <a:lvl1pPr algn="ctr">
              <a:defRPr/>
            </a:lvl1pPr>
          </a:lstStyle>
          <a:p>
            <a:r>
              <a:rPr lang="en-AU" dirty="0"/>
              <a:t>Click on icon to insert image and send to back</a:t>
            </a:r>
          </a:p>
        </p:txBody>
      </p:sp>
      <p:sp>
        <p:nvSpPr>
          <p:cNvPr id="5" name="Slide Number Placeholder 4">
            <a:extLst>
              <a:ext uri="{FF2B5EF4-FFF2-40B4-BE49-F238E27FC236}">
                <a16:creationId xmlns:a16="http://schemas.microsoft.com/office/drawing/2014/main" id="{63CE5F13-5902-5B22-8E1F-7EE207133FF7}"/>
              </a:ext>
            </a:extLst>
          </p:cNvPr>
          <p:cNvSpPr>
            <a:spLocks noGrp="1"/>
          </p:cNvSpPr>
          <p:nvPr>
            <p:ph type="sldNum" sz="quarter" idx="53"/>
          </p:nvPr>
        </p:nvSpPr>
        <p:spPr>
          <a:xfrm>
            <a:off x="479425" y="6339948"/>
            <a:ext cx="173038" cy="169200"/>
          </a:xfrm>
          <a:prstGeom prst="rect">
            <a:avLst/>
          </a:prstGeom>
        </p:spPr>
        <p:txBody>
          <a:bodyPr/>
          <a:lstStyle>
            <a:lvl1pPr>
              <a:defRPr>
                <a:solidFill>
                  <a:schemeClr val="bg1"/>
                </a:solidFill>
              </a:defRPr>
            </a:lvl1pPr>
          </a:lstStyle>
          <a:p>
            <a:fld id="{E4C2AD82-1025-4508-97C1-6F7EE5C92734}" type="slidenum">
              <a:rPr lang="en-AU" smtClean="0"/>
              <a:pPr/>
              <a:t>‹#›</a:t>
            </a:fld>
            <a:endParaRPr lang="en-AU" dirty="0"/>
          </a:p>
        </p:txBody>
      </p:sp>
      <p:sp>
        <p:nvSpPr>
          <p:cNvPr id="4" name="Footer Placeholder 4">
            <a:extLst>
              <a:ext uri="{FF2B5EF4-FFF2-40B4-BE49-F238E27FC236}">
                <a16:creationId xmlns:a16="http://schemas.microsoft.com/office/drawing/2014/main" id="{C391192F-0C63-3B0C-92BF-3FB97FCD304B}"/>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3" name="Title 3">
            <a:extLst>
              <a:ext uri="{FF2B5EF4-FFF2-40B4-BE49-F238E27FC236}">
                <a16:creationId xmlns:a16="http://schemas.microsoft.com/office/drawing/2014/main" id="{C3D34A27-97C7-10C1-5C67-59F142CD698D}"/>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2" name="Text Placeholder 3">
            <a:extLst>
              <a:ext uri="{FF2B5EF4-FFF2-40B4-BE49-F238E27FC236}">
                <a16:creationId xmlns:a16="http://schemas.microsoft.com/office/drawing/2014/main" id="{8E39E484-2261-1364-6E06-34A1E625A0B6}"/>
              </a:ext>
            </a:extLst>
          </p:cNvPr>
          <p:cNvSpPr>
            <a:spLocks noGrp="1"/>
          </p:cNvSpPr>
          <p:nvPr>
            <p:ph type="body" sz="quarter" idx="17"/>
          </p:nvPr>
        </p:nvSpPr>
        <p:spPr>
          <a:xfrm>
            <a:off x="480576" y="2097087"/>
            <a:ext cx="3310850" cy="167926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3">
            <a:extLst>
              <a:ext uri="{FF2B5EF4-FFF2-40B4-BE49-F238E27FC236}">
                <a16:creationId xmlns:a16="http://schemas.microsoft.com/office/drawing/2014/main" id="{035B474E-FF78-83C2-B691-8317E2987CBF}"/>
              </a:ext>
            </a:extLst>
          </p:cNvPr>
          <p:cNvSpPr>
            <a:spLocks noGrp="1"/>
          </p:cNvSpPr>
          <p:nvPr>
            <p:ph type="body" sz="quarter" idx="57"/>
          </p:nvPr>
        </p:nvSpPr>
        <p:spPr>
          <a:xfrm>
            <a:off x="4439840" y="2097087"/>
            <a:ext cx="3310850" cy="167926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3">
            <a:extLst>
              <a:ext uri="{FF2B5EF4-FFF2-40B4-BE49-F238E27FC236}">
                <a16:creationId xmlns:a16="http://schemas.microsoft.com/office/drawing/2014/main" id="{3E28BD06-B511-185D-CC38-A6F25F602FE2}"/>
              </a:ext>
            </a:extLst>
          </p:cNvPr>
          <p:cNvSpPr>
            <a:spLocks noGrp="1"/>
          </p:cNvSpPr>
          <p:nvPr>
            <p:ph type="body" sz="quarter" idx="58"/>
          </p:nvPr>
        </p:nvSpPr>
        <p:spPr>
          <a:xfrm>
            <a:off x="8388071" y="2097087"/>
            <a:ext cx="3310850" cy="1679260"/>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ogo_white">
            <a:extLst>
              <a:ext uri="{FF2B5EF4-FFF2-40B4-BE49-F238E27FC236}">
                <a16:creationId xmlns:a16="http://schemas.microsoft.com/office/drawing/2014/main" id="{0B20CB57-D6DE-60E6-5BC9-7480DD12DC46}"/>
              </a:ext>
            </a:extLst>
          </p:cNvPr>
          <p:cNvSpPr>
            <a:spLocks noGrp="1"/>
          </p:cNvSpPr>
          <p:nvPr>
            <p:ph type="body" sz="quarter" idx="44"/>
          </p:nvPr>
        </p:nvSpPr>
        <p:spPr>
          <a:xfrm>
            <a:off x="10902037" y="6167330"/>
            <a:ext cx="828000" cy="291600"/>
          </a:xfrm>
          <a:prstGeom prst="rect">
            <a:avLst/>
          </a:prstGeo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a:defRPr>
                <a:noFill/>
              </a:defRPr>
            </a:lvl1pPr>
          </a:lstStyle>
          <a:p>
            <a:pPr lvl="0"/>
            <a:r>
              <a:rPr lang="en-US"/>
              <a:t>Click to edit Master text styles</a:t>
            </a:r>
          </a:p>
        </p:txBody>
      </p:sp>
      <p:sp>
        <p:nvSpPr>
          <p:cNvPr id="6" name="Rectangle 5">
            <a:extLst>
              <a:ext uri="{FF2B5EF4-FFF2-40B4-BE49-F238E27FC236}">
                <a16:creationId xmlns:a16="http://schemas.microsoft.com/office/drawing/2014/main" id="{4898070B-13B8-35AE-C6F6-D13EB56112C9}"/>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44859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2_speaker_3">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AA4CF962-EF4B-7935-DBC7-D5BF55036010}"/>
              </a:ext>
            </a:extLst>
          </p:cNvPr>
          <p:cNvSpPr>
            <a:spLocks noGrp="1"/>
          </p:cNvSpPr>
          <p:nvPr>
            <p:ph type="pic" sz="quarter" idx="43"/>
          </p:nvPr>
        </p:nvSpPr>
        <p:spPr>
          <a:xfrm>
            <a:off x="479425" y="1812608"/>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11" name="Picture Placeholder 10">
            <a:extLst>
              <a:ext uri="{FF2B5EF4-FFF2-40B4-BE49-F238E27FC236}">
                <a16:creationId xmlns:a16="http://schemas.microsoft.com/office/drawing/2014/main" id="{068C090C-06EA-B09D-C552-B2DCDCF6A11F}"/>
              </a:ext>
            </a:extLst>
          </p:cNvPr>
          <p:cNvSpPr>
            <a:spLocks noGrp="1"/>
          </p:cNvSpPr>
          <p:nvPr>
            <p:ph type="pic" sz="quarter" idx="44"/>
          </p:nvPr>
        </p:nvSpPr>
        <p:spPr>
          <a:xfrm>
            <a:off x="4394795" y="1812608"/>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12" name="Picture Placeholder 11">
            <a:extLst>
              <a:ext uri="{FF2B5EF4-FFF2-40B4-BE49-F238E27FC236}">
                <a16:creationId xmlns:a16="http://schemas.microsoft.com/office/drawing/2014/main" id="{C4D78195-4C67-76F1-A75E-D0F87A64BF31}"/>
              </a:ext>
            </a:extLst>
          </p:cNvPr>
          <p:cNvSpPr>
            <a:spLocks noGrp="1"/>
          </p:cNvSpPr>
          <p:nvPr>
            <p:ph type="pic" sz="quarter" idx="45"/>
          </p:nvPr>
        </p:nvSpPr>
        <p:spPr>
          <a:xfrm>
            <a:off x="8279700" y="1812608"/>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3" name="Slide Number Placeholder 2">
            <a:extLst>
              <a:ext uri="{FF2B5EF4-FFF2-40B4-BE49-F238E27FC236}">
                <a16:creationId xmlns:a16="http://schemas.microsoft.com/office/drawing/2014/main" id="{4978B75F-8596-C551-9150-335E50FD9FF6}"/>
              </a:ext>
            </a:extLst>
          </p:cNvPr>
          <p:cNvSpPr>
            <a:spLocks noGrp="1"/>
          </p:cNvSpPr>
          <p:nvPr>
            <p:ph type="sldNum" sz="quarter" idx="46"/>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13" name="Text Placeholder 7">
            <a:extLst>
              <a:ext uri="{FF2B5EF4-FFF2-40B4-BE49-F238E27FC236}">
                <a16:creationId xmlns:a16="http://schemas.microsoft.com/office/drawing/2014/main" id="{EC3546C6-FF97-A9DD-45B0-E21F7C99A104}"/>
              </a:ext>
            </a:extLst>
          </p:cNvPr>
          <p:cNvSpPr>
            <a:spLocks noGrp="1"/>
          </p:cNvSpPr>
          <p:nvPr>
            <p:ph type="body" sz="quarter" idx="49" hasCustomPrompt="1"/>
          </p:nvPr>
        </p:nvSpPr>
        <p:spPr>
          <a:xfrm>
            <a:off x="1928813" y="2781935"/>
            <a:ext cx="187642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5" name="Text Placeholder 7">
            <a:extLst>
              <a:ext uri="{FF2B5EF4-FFF2-40B4-BE49-F238E27FC236}">
                <a16:creationId xmlns:a16="http://schemas.microsoft.com/office/drawing/2014/main" id="{0E4AEDDC-73BD-3E43-6648-CE97BD51E8B5}"/>
              </a:ext>
            </a:extLst>
          </p:cNvPr>
          <p:cNvSpPr>
            <a:spLocks noGrp="1"/>
          </p:cNvSpPr>
          <p:nvPr>
            <p:ph type="body" sz="quarter" idx="50" hasCustomPrompt="1"/>
          </p:nvPr>
        </p:nvSpPr>
        <p:spPr>
          <a:xfrm>
            <a:off x="5890285" y="2781935"/>
            <a:ext cx="187642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6" name="Text Placeholder 7">
            <a:extLst>
              <a:ext uri="{FF2B5EF4-FFF2-40B4-BE49-F238E27FC236}">
                <a16:creationId xmlns:a16="http://schemas.microsoft.com/office/drawing/2014/main" id="{F3977470-8E46-61D8-B78B-4956491B32F6}"/>
              </a:ext>
            </a:extLst>
          </p:cNvPr>
          <p:cNvSpPr>
            <a:spLocks noGrp="1"/>
          </p:cNvSpPr>
          <p:nvPr>
            <p:ph type="body" sz="quarter" idx="51" hasCustomPrompt="1"/>
          </p:nvPr>
        </p:nvSpPr>
        <p:spPr>
          <a:xfrm>
            <a:off x="9836150" y="2781935"/>
            <a:ext cx="187642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7" name="Footer Placeholder 4">
            <a:extLst>
              <a:ext uri="{FF2B5EF4-FFF2-40B4-BE49-F238E27FC236}">
                <a16:creationId xmlns:a16="http://schemas.microsoft.com/office/drawing/2014/main" id="{F45D439A-08C9-D742-4047-31170CE30D80}"/>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Title 3">
            <a:extLst>
              <a:ext uri="{FF2B5EF4-FFF2-40B4-BE49-F238E27FC236}">
                <a16:creationId xmlns:a16="http://schemas.microsoft.com/office/drawing/2014/main" id="{5978BE05-82B3-36F4-A9CD-5AFDC116C38D}"/>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2" name="Text Placeholder 3">
            <a:extLst>
              <a:ext uri="{FF2B5EF4-FFF2-40B4-BE49-F238E27FC236}">
                <a16:creationId xmlns:a16="http://schemas.microsoft.com/office/drawing/2014/main" id="{23063521-884D-0F02-A327-EDF181387AAA}"/>
              </a:ext>
            </a:extLst>
          </p:cNvPr>
          <p:cNvSpPr>
            <a:spLocks noGrp="1"/>
          </p:cNvSpPr>
          <p:nvPr>
            <p:ph type="body" sz="quarter" idx="17"/>
          </p:nvPr>
        </p:nvSpPr>
        <p:spPr>
          <a:xfrm>
            <a:off x="480576" y="3530277"/>
            <a:ext cx="2929695" cy="236252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3">
            <a:extLst>
              <a:ext uri="{FF2B5EF4-FFF2-40B4-BE49-F238E27FC236}">
                <a16:creationId xmlns:a16="http://schemas.microsoft.com/office/drawing/2014/main" id="{0985BF3E-64D9-5308-96F5-08DBC78C3604}"/>
              </a:ext>
            </a:extLst>
          </p:cNvPr>
          <p:cNvSpPr>
            <a:spLocks noGrp="1"/>
          </p:cNvSpPr>
          <p:nvPr>
            <p:ph type="body" sz="quarter" idx="57"/>
          </p:nvPr>
        </p:nvSpPr>
        <p:spPr>
          <a:xfrm>
            <a:off x="4439840" y="3530277"/>
            <a:ext cx="2929695" cy="236252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3">
            <a:extLst>
              <a:ext uri="{FF2B5EF4-FFF2-40B4-BE49-F238E27FC236}">
                <a16:creationId xmlns:a16="http://schemas.microsoft.com/office/drawing/2014/main" id="{030D9D8C-BDB1-6F65-2CAD-75E15CEDBC8D}"/>
              </a:ext>
            </a:extLst>
          </p:cNvPr>
          <p:cNvSpPr>
            <a:spLocks noGrp="1"/>
          </p:cNvSpPr>
          <p:nvPr>
            <p:ph type="body" sz="quarter" idx="58"/>
          </p:nvPr>
        </p:nvSpPr>
        <p:spPr>
          <a:xfrm>
            <a:off x="8388071" y="3530277"/>
            <a:ext cx="2929695" cy="2362521"/>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Rectangle 13">
            <a:extLst>
              <a:ext uri="{FF2B5EF4-FFF2-40B4-BE49-F238E27FC236}">
                <a16:creationId xmlns:a16="http://schemas.microsoft.com/office/drawing/2014/main" id="{E179F1D4-CEB3-5CBE-F525-E05E8871DA23}"/>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Graphic 14">
            <a:extLst>
              <a:ext uri="{FF2B5EF4-FFF2-40B4-BE49-F238E27FC236}">
                <a16:creationId xmlns:a16="http://schemas.microsoft.com/office/drawing/2014/main" id="{D23E6C7C-AC33-4A05-9B95-E42532A31B9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35190609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2_speaker_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6E3EF60-66D7-8E7C-6B17-15875880217C}"/>
              </a:ext>
            </a:extLst>
          </p:cNvPr>
          <p:cNvSpPr>
            <a:spLocks noGrp="1"/>
          </p:cNvSpPr>
          <p:nvPr>
            <p:ph type="pic" sz="quarter" idx="55"/>
          </p:nvPr>
        </p:nvSpPr>
        <p:spPr>
          <a:xfrm>
            <a:off x="479424" y="1570674"/>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5" name="Picture Placeholder 4">
            <a:extLst>
              <a:ext uri="{FF2B5EF4-FFF2-40B4-BE49-F238E27FC236}">
                <a16:creationId xmlns:a16="http://schemas.microsoft.com/office/drawing/2014/main" id="{3575652B-BC7C-3AC5-8D62-CF63BC4F22D8}"/>
              </a:ext>
            </a:extLst>
          </p:cNvPr>
          <p:cNvSpPr>
            <a:spLocks noGrp="1"/>
          </p:cNvSpPr>
          <p:nvPr>
            <p:ph type="pic" sz="quarter" idx="56"/>
          </p:nvPr>
        </p:nvSpPr>
        <p:spPr>
          <a:xfrm>
            <a:off x="3381427" y="1570674"/>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6" name="Picture Placeholder 5">
            <a:extLst>
              <a:ext uri="{FF2B5EF4-FFF2-40B4-BE49-F238E27FC236}">
                <a16:creationId xmlns:a16="http://schemas.microsoft.com/office/drawing/2014/main" id="{D0957C38-E5F3-17FB-5AD0-B122A8C6F5AC}"/>
              </a:ext>
            </a:extLst>
          </p:cNvPr>
          <p:cNvSpPr>
            <a:spLocks noGrp="1"/>
          </p:cNvSpPr>
          <p:nvPr>
            <p:ph type="pic" sz="quarter" idx="57"/>
          </p:nvPr>
        </p:nvSpPr>
        <p:spPr>
          <a:xfrm>
            <a:off x="6283430" y="1570674"/>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7" name="Picture Placeholder 6">
            <a:extLst>
              <a:ext uri="{FF2B5EF4-FFF2-40B4-BE49-F238E27FC236}">
                <a16:creationId xmlns:a16="http://schemas.microsoft.com/office/drawing/2014/main" id="{54F82259-E36E-D1B0-6A0A-C0899E3F2C61}"/>
              </a:ext>
            </a:extLst>
          </p:cNvPr>
          <p:cNvSpPr>
            <a:spLocks noGrp="1"/>
          </p:cNvSpPr>
          <p:nvPr>
            <p:ph type="pic" sz="quarter" idx="58"/>
          </p:nvPr>
        </p:nvSpPr>
        <p:spPr>
          <a:xfrm>
            <a:off x="9185433" y="1570674"/>
            <a:ext cx="1440000" cy="1440000"/>
          </a:xfrm>
          <a:prstGeom prst="ellipse">
            <a:avLst/>
          </a:prstGeom>
          <a:solidFill>
            <a:schemeClr val="bg1">
              <a:lumMod val="85000"/>
            </a:schemeClr>
          </a:solidFill>
        </p:spPr>
        <p:txBody>
          <a:bodyPr wrap="square" anchor="ctr" anchorCtr="1">
            <a:noAutofit/>
          </a:bodyPr>
          <a:lstStyle>
            <a:lvl1pPr marL="0" indent="0">
              <a:buNone/>
              <a:defRPr/>
            </a:lvl1pPr>
          </a:lstStyle>
          <a:p>
            <a:r>
              <a:rPr lang="en-US"/>
              <a:t>Click icon to add picture</a:t>
            </a:r>
            <a:endParaRPr lang="en-AU" dirty="0"/>
          </a:p>
        </p:txBody>
      </p:sp>
      <p:sp>
        <p:nvSpPr>
          <p:cNvPr id="8" name="Slide Number Placeholder 7">
            <a:extLst>
              <a:ext uri="{FF2B5EF4-FFF2-40B4-BE49-F238E27FC236}">
                <a16:creationId xmlns:a16="http://schemas.microsoft.com/office/drawing/2014/main" id="{265A11B8-1055-540F-EC0D-B4B7401969C0}"/>
              </a:ext>
            </a:extLst>
          </p:cNvPr>
          <p:cNvSpPr>
            <a:spLocks noGrp="1"/>
          </p:cNvSpPr>
          <p:nvPr>
            <p:ph type="sldNum" sz="quarter" idx="59"/>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9" name="Text Placeholder 7">
            <a:extLst>
              <a:ext uri="{FF2B5EF4-FFF2-40B4-BE49-F238E27FC236}">
                <a16:creationId xmlns:a16="http://schemas.microsoft.com/office/drawing/2014/main" id="{B3256FB0-86D9-B7ED-5818-3E3C4EB09578}"/>
              </a:ext>
            </a:extLst>
          </p:cNvPr>
          <p:cNvSpPr>
            <a:spLocks noGrp="1"/>
          </p:cNvSpPr>
          <p:nvPr>
            <p:ph type="body" sz="quarter" idx="60" hasCustomPrompt="1"/>
          </p:nvPr>
        </p:nvSpPr>
        <p:spPr>
          <a:xfrm>
            <a:off x="479425" y="3152775"/>
            <a:ext cx="245681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10" name="Text Placeholder 7">
            <a:extLst>
              <a:ext uri="{FF2B5EF4-FFF2-40B4-BE49-F238E27FC236}">
                <a16:creationId xmlns:a16="http://schemas.microsoft.com/office/drawing/2014/main" id="{E0A118BD-44EF-CC85-4811-0BDC1F239F41}"/>
              </a:ext>
            </a:extLst>
          </p:cNvPr>
          <p:cNvSpPr>
            <a:spLocks noGrp="1"/>
          </p:cNvSpPr>
          <p:nvPr>
            <p:ph type="body" sz="quarter" idx="61" hasCustomPrompt="1"/>
          </p:nvPr>
        </p:nvSpPr>
        <p:spPr>
          <a:xfrm>
            <a:off x="3409315" y="3152775"/>
            <a:ext cx="245681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11" name="Text Placeholder 7">
            <a:extLst>
              <a:ext uri="{FF2B5EF4-FFF2-40B4-BE49-F238E27FC236}">
                <a16:creationId xmlns:a16="http://schemas.microsoft.com/office/drawing/2014/main" id="{00E966BE-CCBA-0360-4F91-21E6B76D2A35}"/>
              </a:ext>
            </a:extLst>
          </p:cNvPr>
          <p:cNvSpPr>
            <a:spLocks noGrp="1"/>
          </p:cNvSpPr>
          <p:nvPr>
            <p:ph type="body" sz="quarter" idx="62" hasCustomPrompt="1"/>
          </p:nvPr>
        </p:nvSpPr>
        <p:spPr>
          <a:xfrm>
            <a:off x="6339205" y="3152775"/>
            <a:ext cx="245681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12" name="Text Placeholder 7">
            <a:extLst>
              <a:ext uri="{FF2B5EF4-FFF2-40B4-BE49-F238E27FC236}">
                <a16:creationId xmlns:a16="http://schemas.microsoft.com/office/drawing/2014/main" id="{FADBE32A-6C66-18E4-DB2A-39C2AE5B7C1A}"/>
              </a:ext>
            </a:extLst>
          </p:cNvPr>
          <p:cNvSpPr>
            <a:spLocks noGrp="1"/>
          </p:cNvSpPr>
          <p:nvPr>
            <p:ph type="body" sz="quarter" idx="63" hasCustomPrompt="1"/>
          </p:nvPr>
        </p:nvSpPr>
        <p:spPr>
          <a:xfrm>
            <a:off x="9269095" y="3152775"/>
            <a:ext cx="2456815" cy="438150"/>
          </a:xfrm>
          <a:prstGeom prst="rect">
            <a:avLst/>
          </a:prstGeom>
        </p:spPr>
        <p:txBody>
          <a:bodyPr lIns="0" tIns="0" rIns="0" bIns="0" anchor="b" anchorCtr="0"/>
          <a:lstStyle>
            <a:lvl1pPr marL="0" indent="0">
              <a:spcAft>
                <a:spcPts val="0"/>
              </a:spcAft>
              <a:buNone/>
              <a:defRPr sz="1400" b="1">
                <a:solidFill>
                  <a:schemeClr val="bg1"/>
                </a:solidFill>
                <a:latin typeface="+mn-lt"/>
                <a:cs typeface="Arial" panose="020B0604020202020204" pitchFamily="34" charset="0"/>
              </a:defRPr>
            </a:lvl1pPr>
            <a:lvl2pPr marL="0" indent="0">
              <a:spcAft>
                <a:spcPts val="0"/>
              </a:spcAft>
              <a:buNone/>
              <a:defRPr sz="1400" b="1">
                <a:solidFill>
                  <a:schemeClr val="bg1"/>
                </a:solidFill>
                <a:latin typeface="+mn-lt"/>
              </a:defRPr>
            </a:lvl2pPr>
          </a:lstStyle>
          <a:p>
            <a:pPr lvl="0"/>
            <a:r>
              <a:rPr lang="en-US" dirty="0"/>
              <a:t>Name Surname</a:t>
            </a:r>
          </a:p>
          <a:p>
            <a:pPr lvl="1"/>
            <a:r>
              <a:rPr lang="en-US" dirty="0"/>
              <a:t>Position</a:t>
            </a:r>
            <a:endParaRPr lang="en-AU" dirty="0"/>
          </a:p>
        </p:txBody>
      </p:sp>
      <p:sp>
        <p:nvSpPr>
          <p:cNvPr id="13" name="Footer Placeholder 4">
            <a:extLst>
              <a:ext uri="{FF2B5EF4-FFF2-40B4-BE49-F238E27FC236}">
                <a16:creationId xmlns:a16="http://schemas.microsoft.com/office/drawing/2014/main" id="{137EB4DC-78A3-EFD2-F64B-FCFA887F2139}"/>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Title 3">
            <a:extLst>
              <a:ext uri="{FF2B5EF4-FFF2-40B4-BE49-F238E27FC236}">
                <a16:creationId xmlns:a16="http://schemas.microsoft.com/office/drawing/2014/main" id="{ED4C3793-E6C3-8FE0-EE66-9ACE6E2C3EC2}"/>
              </a:ext>
            </a:extLst>
          </p:cNvPr>
          <p:cNvSpPr>
            <a:spLocks noGrp="1"/>
          </p:cNvSpPr>
          <p:nvPr>
            <p:ph type="title"/>
          </p:nvPr>
        </p:nvSpPr>
        <p:spPr>
          <a:xfrm>
            <a:off x="479425" y="476250"/>
            <a:ext cx="11233150" cy="746695"/>
          </a:xfrm>
          <a:prstGeom prst="rect">
            <a:avLst/>
          </a:prstGeom>
        </p:spPr>
        <p:txBody>
          <a:bodyPr lIns="0" tIns="0" rIns="0" bIns="0"/>
          <a:lstStyle/>
          <a:p>
            <a:r>
              <a:rPr lang="en-US"/>
              <a:t>Click to edit Master title style</a:t>
            </a:r>
            <a:endParaRPr lang="en-AU" dirty="0"/>
          </a:p>
        </p:txBody>
      </p:sp>
      <p:sp>
        <p:nvSpPr>
          <p:cNvPr id="2" name="Text Placeholder 3">
            <a:extLst>
              <a:ext uri="{FF2B5EF4-FFF2-40B4-BE49-F238E27FC236}">
                <a16:creationId xmlns:a16="http://schemas.microsoft.com/office/drawing/2014/main" id="{64FAEDA5-5DE6-8BFB-BC91-BABDDC261BD5}"/>
              </a:ext>
            </a:extLst>
          </p:cNvPr>
          <p:cNvSpPr>
            <a:spLocks noGrp="1"/>
          </p:cNvSpPr>
          <p:nvPr>
            <p:ph type="body" sz="quarter" idx="17"/>
          </p:nvPr>
        </p:nvSpPr>
        <p:spPr>
          <a:xfrm>
            <a:off x="480576" y="3709037"/>
            <a:ext cx="2442329" cy="2183764"/>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3">
            <a:extLst>
              <a:ext uri="{FF2B5EF4-FFF2-40B4-BE49-F238E27FC236}">
                <a16:creationId xmlns:a16="http://schemas.microsoft.com/office/drawing/2014/main" id="{41A69CD3-7AFC-7DF2-E6D0-CD7AEB1A98BA}"/>
              </a:ext>
            </a:extLst>
          </p:cNvPr>
          <p:cNvSpPr>
            <a:spLocks noGrp="1"/>
          </p:cNvSpPr>
          <p:nvPr>
            <p:ph type="body" sz="quarter" idx="65"/>
          </p:nvPr>
        </p:nvSpPr>
        <p:spPr>
          <a:xfrm>
            <a:off x="3410466" y="3709037"/>
            <a:ext cx="2442329" cy="2183764"/>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3">
            <a:extLst>
              <a:ext uri="{FF2B5EF4-FFF2-40B4-BE49-F238E27FC236}">
                <a16:creationId xmlns:a16="http://schemas.microsoft.com/office/drawing/2014/main" id="{FB5D0A3A-3F4C-C400-489E-1A3B2FD51729}"/>
              </a:ext>
            </a:extLst>
          </p:cNvPr>
          <p:cNvSpPr>
            <a:spLocks noGrp="1"/>
          </p:cNvSpPr>
          <p:nvPr>
            <p:ph type="body" sz="quarter" idx="67"/>
          </p:nvPr>
        </p:nvSpPr>
        <p:spPr>
          <a:xfrm>
            <a:off x="6339205" y="3709037"/>
            <a:ext cx="2442329" cy="2183764"/>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3">
            <a:extLst>
              <a:ext uri="{FF2B5EF4-FFF2-40B4-BE49-F238E27FC236}">
                <a16:creationId xmlns:a16="http://schemas.microsoft.com/office/drawing/2014/main" id="{E1E10FE4-76F2-CADD-A468-908F92FFCB9F}"/>
              </a:ext>
            </a:extLst>
          </p:cNvPr>
          <p:cNvSpPr>
            <a:spLocks noGrp="1"/>
          </p:cNvSpPr>
          <p:nvPr>
            <p:ph type="body" sz="quarter" idx="69"/>
          </p:nvPr>
        </p:nvSpPr>
        <p:spPr>
          <a:xfrm>
            <a:off x="9267944" y="3709037"/>
            <a:ext cx="2442329" cy="2183764"/>
          </a:xfrm>
          <a:prstGeom prst="rect">
            <a:avLst/>
          </a:prstGeom>
        </p:spPr>
        <p:txBody>
          <a:bodyPr lIns="0" tIns="0" r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Rectangle 13">
            <a:extLst>
              <a:ext uri="{FF2B5EF4-FFF2-40B4-BE49-F238E27FC236}">
                <a16:creationId xmlns:a16="http://schemas.microsoft.com/office/drawing/2014/main" id="{99EEE4F5-5A80-4DE0-0A31-BB4550209D2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Graphic 15">
            <a:extLst>
              <a:ext uri="{FF2B5EF4-FFF2-40B4-BE49-F238E27FC236}">
                <a16:creationId xmlns:a16="http://schemas.microsoft.com/office/drawing/2014/main" id="{23AE4627-AFB8-F6B5-3F98-A7FEDAAB58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2476804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3_takeaway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p>
            <a:fld id="{E4C2AD82-1025-4508-97C1-6F7EE5C92734}" type="slidenum">
              <a:rPr lang="en-AU" smtClean="0"/>
              <a:pPr/>
              <a:t>‹#›</a:t>
            </a:fld>
            <a:endParaRPr lang="en-AU" dirty="0"/>
          </a:p>
        </p:txBody>
      </p:sp>
      <p:sp>
        <p:nvSpPr>
          <p:cNvPr id="19" name="Content Placeholder 89">
            <a:extLst>
              <a:ext uri="{FF2B5EF4-FFF2-40B4-BE49-F238E27FC236}">
                <a16:creationId xmlns:a16="http://schemas.microsoft.com/office/drawing/2014/main" id="{CE105CEB-5C59-BE35-37CC-93952A71A1DF}"/>
              </a:ext>
            </a:extLst>
          </p:cNvPr>
          <p:cNvSpPr>
            <a:spLocks noGrp="1"/>
          </p:cNvSpPr>
          <p:nvPr userDrawn="1">
            <p:ph sz="quarter" idx="54"/>
          </p:nvPr>
        </p:nvSpPr>
        <p:spPr>
          <a:xfrm>
            <a:off x="479425" y="2609287"/>
            <a:ext cx="3589200" cy="140400"/>
          </a:xfrm>
          <a:prstGeom prst="rect">
            <a:avLst/>
          </a:prstGeom>
          <a:solidFill>
            <a:schemeClr val="bg1"/>
          </a:solidFill>
        </p:spPr>
        <p:txBody>
          <a:bodyPr/>
          <a:lstStyle>
            <a:lvl1pPr marL="0" indent="0">
              <a:buNone/>
              <a:defRPr>
                <a:noFill/>
              </a:defRPr>
            </a:lvl1pPr>
          </a:lstStyle>
          <a:p>
            <a:pPr lvl="0"/>
            <a:r>
              <a:rPr lang="en-US"/>
              <a:t>Click to edit Master text styles</a:t>
            </a:r>
          </a:p>
        </p:txBody>
      </p:sp>
      <p:sp>
        <p:nvSpPr>
          <p:cNvPr id="20" name="Content Placeholder 89">
            <a:extLst>
              <a:ext uri="{FF2B5EF4-FFF2-40B4-BE49-F238E27FC236}">
                <a16:creationId xmlns:a16="http://schemas.microsoft.com/office/drawing/2014/main" id="{3F083E6A-394F-2F11-9ADC-9353D3CCF977}"/>
              </a:ext>
            </a:extLst>
          </p:cNvPr>
          <p:cNvSpPr>
            <a:spLocks noGrp="1"/>
          </p:cNvSpPr>
          <p:nvPr userDrawn="1">
            <p:ph sz="quarter" idx="55"/>
          </p:nvPr>
        </p:nvSpPr>
        <p:spPr>
          <a:xfrm>
            <a:off x="4301399" y="2609287"/>
            <a:ext cx="3589200" cy="140400"/>
          </a:xfrm>
          <a:prstGeom prst="rect">
            <a:avLst/>
          </a:prstGeom>
          <a:solidFill>
            <a:schemeClr val="bg1"/>
          </a:solidFill>
        </p:spPr>
        <p:txBody>
          <a:bodyPr/>
          <a:lstStyle>
            <a:lvl1pPr marL="0" indent="0">
              <a:buNone/>
              <a:defRPr>
                <a:noFill/>
              </a:defRPr>
            </a:lvl1pPr>
          </a:lstStyle>
          <a:p>
            <a:pPr lvl="0"/>
            <a:r>
              <a:rPr lang="en-US"/>
              <a:t>Click to edit Master text styles</a:t>
            </a:r>
          </a:p>
        </p:txBody>
      </p:sp>
      <p:sp>
        <p:nvSpPr>
          <p:cNvPr id="21" name="Content Placeholder 89">
            <a:extLst>
              <a:ext uri="{FF2B5EF4-FFF2-40B4-BE49-F238E27FC236}">
                <a16:creationId xmlns:a16="http://schemas.microsoft.com/office/drawing/2014/main" id="{3B4197A3-366D-56D2-A23F-C2738CC76C1B}"/>
              </a:ext>
            </a:extLst>
          </p:cNvPr>
          <p:cNvSpPr>
            <a:spLocks noGrp="1"/>
          </p:cNvSpPr>
          <p:nvPr userDrawn="1">
            <p:ph sz="quarter" idx="56" hasCustomPrompt="1"/>
          </p:nvPr>
        </p:nvSpPr>
        <p:spPr>
          <a:xfrm>
            <a:off x="8123375" y="2609287"/>
            <a:ext cx="3589200" cy="140400"/>
          </a:xfrm>
          <a:prstGeom prst="rect">
            <a:avLst/>
          </a:prstGeom>
          <a:solidFill>
            <a:schemeClr val="bg1"/>
          </a:solidFill>
        </p:spPr>
        <p:txBody>
          <a:bodyPr/>
          <a:lstStyle>
            <a:lvl1pPr marL="0" indent="0">
              <a:buNone/>
              <a:defRPr>
                <a:noFill/>
              </a:defRPr>
            </a:lvl1pPr>
          </a:lstStyle>
          <a:p>
            <a:pPr lvl="0"/>
            <a:r>
              <a:rPr lang="en-US" dirty="0"/>
              <a:t>lick to edit Master text styles</a:t>
            </a:r>
          </a:p>
        </p:txBody>
      </p:sp>
      <p:sp>
        <p:nvSpPr>
          <p:cNvPr id="22" name="Content Placeholder 11">
            <a:extLst>
              <a:ext uri="{FF2B5EF4-FFF2-40B4-BE49-F238E27FC236}">
                <a16:creationId xmlns:a16="http://schemas.microsoft.com/office/drawing/2014/main" id="{F61B57C4-DA76-F895-EA19-A197CDFCEFD1}"/>
              </a:ext>
            </a:extLst>
          </p:cNvPr>
          <p:cNvSpPr>
            <a:spLocks noGrp="1"/>
          </p:cNvSpPr>
          <p:nvPr userDrawn="1">
            <p:ph sz="quarter" idx="20" hasCustomPrompt="1"/>
          </p:nvPr>
        </p:nvSpPr>
        <p:spPr>
          <a:xfrm>
            <a:off x="479425"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lIns="0" tIns="0" rIns="0" bIns="0">
            <a:noAutofit/>
          </a:bodyPr>
          <a:lstStyle>
            <a:lvl1pPr marL="0" indent="0">
              <a:buNone/>
              <a:defRPr sz="1800" b="1">
                <a:solidFill>
                  <a:schemeClr val="accent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dirty="0"/>
              <a:t>##</a:t>
            </a:r>
          </a:p>
        </p:txBody>
      </p:sp>
      <p:sp>
        <p:nvSpPr>
          <p:cNvPr id="23" name="Content Placeholder 11">
            <a:extLst>
              <a:ext uri="{FF2B5EF4-FFF2-40B4-BE49-F238E27FC236}">
                <a16:creationId xmlns:a16="http://schemas.microsoft.com/office/drawing/2014/main" id="{CBB83583-57C5-260D-D24C-6372E51B0BB7}"/>
              </a:ext>
            </a:extLst>
          </p:cNvPr>
          <p:cNvSpPr>
            <a:spLocks noGrp="1"/>
          </p:cNvSpPr>
          <p:nvPr userDrawn="1">
            <p:ph sz="quarter" idx="57" hasCustomPrompt="1"/>
          </p:nvPr>
        </p:nvSpPr>
        <p:spPr>
          <a:xfrm>
            <a:off x="4301401"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lIns="0" tIns="0" rIns="0" bIns="0">
            <a:noAutofit/>
          </a:bodyPr>
          <a:lstStyle>
            <a:lvl1pPr marL="0" indent="0">
              <a:buNone/>
              <a:defRPr sz="1800" b="1">
                <a:solidFill>
                  <a:schemeClr val="accent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dirty="0"/>
              <a:t>##</a:t>
            </a:r>
          </a:p>
        </p:txBody>
      </p:sp>
      <p:sp>
        <p:nvSpPr>
          <p:cNvPr id="24" name="Content Placeholder 11">
            <a:extLst>
              <a:ext uri="{FF2B5EF4-FFF2-40B4-BE49-F238E27FC236}">
                <a16:creationId xmlns:a16="http://schemas.microsoft.com/office/drawing/2014/main" id="{41D22D39-D14C-ACFA-CC56-51DFF4A514B6}"/>
              </a:ext>
            </a:extLst>
          </p:cNvPr>
          <p:cNvSpPr>
            <a:spLocks noGrp="1"/>
          </p:cNvSpPr>
          <p:nvPr userDrawn="1">
            <p:ph sz="quarter" idx="58" hasCustomPrompt="1"/>
          </p:nvPr>
        </p:nvSpPr>
        <p:spPr>
          <a:xfrm>
            <a:off x="8123375" y="2849650"/>
            <a:ext cx="1855561" cy="497707"/>
          </a:xfrm>
          <a:custGeom>
            <a:avLst/>
            <a:gdLst>
              <a:gd name="connsiteX0" fmla="*/ 0 w 3330575"/>
              <a:gd name="connsiteY0" fmla="*/ 0 h 1800000"/>
              <a:gd name="connsiteX1" fmla="*/ 3330575 w 3330575"/>
              <a:gd name="connsiteY1" fmla="*/ 0 h 1800000"/>
              <a:gd name="connsiteX2" fmla="*/ 3330575 w 3330575"/>
              <a:gd name="connsiteY2" fmla="*/ 1800000 h 1800000"/>
              <a:gd name="connsiteX3" fmla="*/ 0 w 3330575"/>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330575" h="1800000">
                <a:moveTo>
                  <a:pt x="0" y="0"/>
                </a:moveTo>
                <a:lnTo>
                  <a:pt x="3330575" y="0"/>
                </a:lnTo>
                <a:lnTo>
                  <a:pt x="3330575" y="1800000"/>
                </a:lnTo>
                <a:lnTo>
                  <a:pt x="0" y="1800000"/>
                </a:lnTo>
                <a:close/>
              </a:path>
            </a:pathLst>
          </a:custGeom>
        </p:spPr>
        <p:txBody>
          <a:bodyPr wrap="square" lIns="0" tIns="0" rIns="0" bIns="0">
            <a:noAutofit/>
          </a:bodyPr>
          <a:lstStyle>
            <a:lvl1pPr marL="0" indent="0">
              <a:buNone/>
              <a:defRPr sz="1800" b="1">
                <a:solidFill>
                  <a:schemeClr val="accent2"/>
                </a:solidFill>
              </a:defRPr>
            </a:lvl1pPr>
            <a:lvl2pPr marL="180000" indent="-180000">
              <a:spcAft>
                <a:spcPts val="600"/>
              </a:spcAft>
              <a:buFont typeface="Arial" panose="020B0604020202020204" pitchFamily="34" charset="0"/>
              <a:buChar char="•"/>
              <a:defRPr/>
            </a:lvl2pPr>
            <a:lvl3pPr marL="360363" indent="-180000">
              <a:spcAft>
                <a:spcPts val="600"/>
              </a:spcAft>
              <a:buFont typeface="Arial" panose="020B0604020202020204" pitchFamily="34" charset="0"/>
              <a:buChar char="•"/>
              <a:defRPr/>
            </a:lvl3pPr>
            <a:lvl4pPr>
              <a:spcAft>
                <a:spcPts val="600"/>
              </a:spcAft>
              <a:defRPr/>
            </a:lvl4pPr>
            <a:lvl5pPr>
              <a:spcAft>
                <a:spcPts val="600"/>
              </a:spcAft>
              <a:defRPr/>
            </a:lvl5pPr>
          </a:lstStyle>
          <a:p>
            <a:pPr lvl="0"/>
            <a:r>
              <a:rPr lang="en-US" dirty="0"/>
              <a:t>##</a:t>
            </a:r>
          </a:p>
        </p:txBody>
      </p:sp>
      <p:sp>
        <p:nvSpPr>
          <p:cNvPr id="26" name="Text Placeholder 25">
            <a:extLst>
              <a:ext uri="{FF2B5EF4-FFF2-40B4-BE49-F238E27FC236}">
                <a16:creationId xmlns:a16="http://schemas.microsoft.com/office/drawing/2014/main" id="{F0BBD79E-B4EF-F797-C676-3BC92C59F3E4}"/>
              </a:ext>
            </a:extLst>
          </p:cNvPr>
          <p:cNvSpPr>
            <a:spLocks noGrp="1"/>
          </p:cNvSpPr>
          <p:nvPr userDrawn="1">
            <p:ph type="body" sz="quarter" idx="59"/>
          </p:nvPr>
        </p:nvSpPr>
        <p:spPr>
          <a:xfrm>
            <a:off x="479425" y="3522692"/>
            <a:ext cx="3499301" cy="2322937"/>
          </a:xfrm>
          <a:prstGeom prst="rect">
            <a:avLst/>
          </a:prstGeom>
        </p:spPr>
        <p:txBody>
          <a:bodyPr lIns="0" tIns="0" rIns="0" bIns="0"/>
          <a:lstStyle>
            <a:lvl1pPr marL="0" indent="0">
              <a:buNone/>
              <a:defRPr sz="2000"/>
            </a:lvl1pPr>
          </a:lstStyle>
          <a:p>
            <a:pPr lvl="0"/>
            <a:r>
              <a:rPr lang="en-US"/>
              <a:t>Click to edit Master text styles</a:t>
            </a:r>
          </a:p>
        </p:txBody>
      </p:sp>
      <p:sp>
        <p:nvSpPr>
          <p:cNvPr id="27" name="Text Placeholder 25">
            <a:extLst>
              <a:ext uri="{FF2B5EF4-FFF2-40B4-BE49-F238E27FC236}">
                <a16:creationId xmlns:a16="http://schemas.microsoft.com/office/drawing/2014/main" id="{4EEE285A-B6D5-5172-A8C5-AB9C4EF21A8F}"/>
              </a:ext>
            </a:extLst>
          </p:cNvPr>
          <p:cNvSpPr>
            <a:spLocks noGrp="1"/>
          </p:cNvSpPr>
          <p:nvPr userDrawn="1">
            <p:ph type="body" sz="quarter" idx="60"/>
          </p:nvPr>
        </p:nvSpPr>
        <p:spPr>
          <a:xfrm>
            <a:off x="4301401" y="3522692"/>
            <a:ext cx="3499301" cy="2322937"/>
          </a:xfrm>
          <a:prstGeom prst="rect">
            <a:avLst/>
          </a:prstGeom>
        </p:spPr>
        <p:txBody>
          <a:bodyPr lIns="0" tIns="0" rIns="0" bIns="0"/>
          <a:lstStyle>
            <a:lvl1pPr marL="0" indent="0">
              <a:buNone/>
              <a:defRPr sz="2000"/>
            </a:lvl1pPr>
          </a:lstStyle>
          <a:p>
            <a:pPr lvl="0"/>
            <a:r>
              <a:rPr lang="en-US"/>
              <a:t>Click to edit Master text styles</a:t>
            </a:r>
          </a:p>
        </p:txBody>
      </p:sp>
      <p:sp>
        <p:nvSpPr>
          <p:cNvPr id="29" name="Text Placeholder 25">
            <a:extLst>
              <a:ext uri="{FF2B5EF4-FFF2-40B4-BE49-F238E27FC236}">
                <a16:creationId xmlns:a16="http://schemas.microsoft.com/office/drawing/2014/main" id="{7BF5FB76-98C4-F44D-D34F-7AD17A4FF36D}"/>
              </a:ext>
            </a:extLst>
          </p:cNvPr>
          <p:cNvSpPr>
            <a:spLocks noGrp="1"/>
          </p:cNvSpPr>
          <p:nvPr userDrawn="1">
            <p:ph type="body" sz="quarter" idx="61"/>
          </p:nvPr>
        </p:nvSpPr>
        <p:spPr>
          <a:xfrm>
            <a:off x="8123375" y="3522692"/>
            <a:ext cx="3589198" cy="2322937"/>
          </a:xfrm>
          <a:prstGeom prst="rect">
            <a:avLst/>
          </a:prstGeom>
        </p:spPr>
        <p:txBody>
          <a:bodyPr lIns="0" tIns="0" rIns="0" bIns="0"/>
          <a:lstStyle>
            <a:lvl1pPr>
              <a:defRPr sz="2000"/>
            </a:lvl1pPr>
          </a:lstStyle>
          <a:p>
            <a:pPr lvl="0"/>
            <a:r>
              <a:rPr lang="en-US"/>
              <a:t>Click to edit Master text styles</a:t>
            </a:r>
          </a:p>
        </p:txBody>
      </p:sp>
      <p:sp>
        <p:nvSpPr>
          <p:cNvPr id="30" name="Content Placeholder 89">
            <a:extLst>
              <a:ext uri="{FF2B5EF4-FFF2-40B4-BE49-F238E27FC236}">
                <a16:creationId xmlns:a16="http://schemas.microsoft.com/office/drawing/2014/main" id="{1974933D-E249-CF87-4D7F-460523602B18}"/>
              </a:ext>
            </a:extLst>
          </p:cNvPr>
          <p:cNvSpPr>
            <a:spLocks noGrp="1"/>
          </p:cNvSpPr>
          <p:nvPr>
            <p:ph sz="quarter" idx="62" hasCustomPrompt="1"/>
          </p:nvPr>
        </p:nvSpPr>
        <p:spPr>
          <a:xfrm>
            <a:off x="4181412" y="2609287"/>
            <a:ext cx="7200" cy="3236400"/>
          </a:xfrm>
          <a:prstGeom prst="rect">
            <a:avLst/>
          </a:prstGeom>
          <a:solidFill>
            <a:schemeClr val="tx1"/>
          </a:solidFill>
          <a:ln>
            <a:solidFill>
              <a:schemeClr val="bg1"/>
            </a:solidFill>
          </a:ln>
        </p:spPr>
        <p:txBody>
          <a:bodyPr/>
          <a:lstStyle>
            <a:lvl1pPr marL="0" indent="0">
              <a:buNone/>
              <a:defRPr>
                <a:noFill/>
              </a:defRPr>
            </a:lvl1pPr>
          </a:lstStyle>
          <a:p>
            <a:pPr lvl="0"/>
            <a:r>
              <a:rPr lang="en-US" dirty="0"/>
              <a:t>edit Master text styles</a:t>
            </a:r>
          </a:p>
        </p:txBody>
      </p:sp>
      <p:sp>
        <p:nvSpPr>
          <p:cNvPr id="31" name="Content Placeholder 89">
            <a:extLst>
              <a:ext uri="{FF2B5EF4-FFF2-40B4-BE49-F238E27FC236}">
                <a16:creationId xmlns:a16="http://schemas.microsoft.com/office/drawing/2014/main" id="{91660A77-4B6D-9B76-41F8-73FD63E2B13B}"/>
              </a:ext>
            </a:extLst>
          </p:cNvPr>
          <p:cNvSpPr>
            <a:spLocks noGrp="1"/>
          </p:cNvSpPr>
          <p:nvPr>
            <p:ph sz="quarter" idx="63"/>
          </p:nvPr>
        </p:nvSpPr>
        <p:spPr>
          <a:xfrm>
            <a:off x="8003386" y="2609287"/>
            <a:ext cx="7200" cy="3236400"/>
          </a:xfrm>
          <a:prstGeom prst="rect">
            <a:avLst/>
          </a:prstGeom>
          <a:solidFill>
            <a:schemeClr val="tx1"/>
          </a:solidFill>
          <a:ln>
            <a:solidFill>
              <a:schemeClr val="bg1"/>
            </a:solidFill>
          </a:ln>
        </p:spPr>
        <p:txBody>
          <a:bodyPr/>
          <a:lstStyle>
            <a:lvl1pPr marL="0" indent="0">
              <a:buNone/>
              <a:defRPr>
                <a:noFill/>
              </a:defRPr>
            </a:lvl1pPr>
          </a:lstStyle>
          <a:p>
            <a:pPr lvl="0"/>
            <a:r>
              <a:rPr lang="en-US"/>
              <a:t>Click to edit Master text styles</a:t>
            </a:r>
          </a:p>
        </p:txBody>
      </p:sp>
      <p:sp>
        <p:nvSpPr>
          <p:cNvPr id="3" name="Footer Placeholder 4">
            <a:extLst>
              <a:ext uri="{FF2B5EF4-FFF2-40B4-BE49-F238E27FC236}">
                <a16:creationId xmlns:a16="http://schemas.microsoft.com/office/drawing/2014/main" id="{EA0F1775-A767-20CD-CC6F-AB450D1D6919}"/>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lvl1pPr>
          </a:lstStyle>
          <a:p>
            <a:r>
              <a:rPr lang="en-US" dirty="0"/>
              <a:t>|    Presentation footer</a:t>
            </a:r>
            <a:endParaRPr lang="en-AU" dirty="0"/>
          </a:p>
        </p:txBody>
      </p:sp>
      <p:sp>
        <p:nvSpPr>
          <p:cNvPr id="4" name="Content Placeholder 2">
            <a:extLst>
              <a:ext uri="{FF2B5EF4-FFF2-40B4-BE49-F238E27FC236}">
                <a16:creationId xmlns:a16="http://schemas.microsoft.com/office/drawing/2014/main" id="{44D423E5-1E8E-B62E-D4C5-38827102FEC6}"/>
              </a:ext>
            </a:extLst>
          </p:cNvPr>
          <p:cNvSpPr>
            <a:spLocks noGrp="1"/>
          </p:cNvSpPr>
          <p:nvPr>
            <p:ph idx="13" hasCustomPrompt="1"/>
          </p:nvPr>
        </p:nvSpPr>
        <p:spPr>
          <a:xfrm>
            <a:off x="479424" y="1356831"/>
            <a:ext cx="11233151" cy="297717"/>
          </a:xfrm>
          <a:prstGeom prst="rect">
            <a:avLst/>
          </a:prstGeom>
        </p:spPr>
        <p:txBody>
          <a:bodyPr lIns="0" tIns="0" rIns="0" bIns="0"/>
          <a:lstStyle>
            <a:lvl1pPr marL="0" indent="0">
              <a:buNone/>
              <a:defRPr sz="1800">
                <a:solidFill>
                  <a:schemeClr val="accent2"/>
                </a:solidFill>
                <a:latin typeface="+mn-lt"/>
              </a:defRPr>
            </a:lvl1pPr>
          </a:lstStyle>
          <a:p>
            <a:pPr lvl="0"/>
            <a:r>
              <a:rPr lang="en-US" dirty="0"/>
              <a:t>Subheading Goes Here</a:t>
            </a:r>
            <a:endParaRPr lang="en-AU" dirty="0"/>
          </a:p>
        </p:txBody>
      </p:sp>
      <p:sp>
        <p:nvSpPr>
          <p:cNvPr id="5" name="Title 6">
            <a:extLst>
              <a:ext uri="{FF2B5EF4-FFF2-40B4-BE49-F238E27FC236}">
                <a16:creationId xmlns:a16="http://schemas.microsoft.com/office/drawing/2014/main" id="{2878982E-7FAE-3E81-A4E4-FBA13C8E0DB6}"/>
              </a:ext>
            </a:extLst>
          </p:cNvPr>
          <p:cNvSpPr>
            <a:spLocks noGrp="1"/>
          </p:cNvSpPr>
          <p:nvPr>
            <p:ph type="title"/>
          </p:nvPr>
        </p:nvSpPr>
        <p:spPr>
          <a:xfrm>
            <a:off x="479424" y="476250"/>
            <a:ext cx="11233151" cy="746695"/>
          </a:xfrm>
          <a:prstGeom prst="rect">
            <a:avLst/>
          </a:prstGeom>
        </p:spPr>
        <p:txBody>
          <a:bodyPr lIns="0" tIns="0" rIns="0" bIns="0"/>
          <a:lstStyle/>
          <a:p>
            <a:r>
              <a:rPr lang="en-US"/>
              <a:t>Click to edit Master title style</a:t>
            </a:r>
            <a:endParaRPr lang="en-GB" dirty="0"/>
          </a:p>
        </p:txBody>
      </p:sp>
      <p:sp>
        <p:nvSpPr>
          <p:cNvPr id="6" name="Rectangle 5">
            <a:extLst>
              <a:ext uri="{FF2B5EF4-FFF2-40B4-BE49-F238E27FC236}">
                <a16:creationId xmlns:a16="http://schemas.microsoft.com/office/drawing/2014/main" id="{7B67FE4D-BF8C-6B6F-50D1-824A627B99FF}"/>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33EF404C-1410-808E-8608-DE3870706F4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01099" y="6173769"/>
            <a:ext cx="828000" cy="290983"/>
          </a:xfrm>
          <a:prstGeom prst="rect">
            <a:avLst/>
          </a:prstGeom>
        </p:spPr>
      </p:pic>
    </p:spTree>
    <p:extLst>
      <p:ext uri="{BB962C8B-B14F-4D97-AF65-F5344CB8AC3E}">
        <p14:creationId xmlns:p14="http://schemas.microsoft.com/office/powerpoint/2010/main" val="2264190992"/>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4_closing">
    <p:bg>
      <p:bgPr>
        <a:solidFill>
          <a:schemeClr val="tx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4964198-D302-9FAF-B96B-84DB79051B4B}"/>
              </a:ext>
            </a:extLst>
          </p:cNvPr>
          <p:cNvSpPr/>
          <p:nvPr/>
        </p:nvSpPr>
        <p:spPr>
          <a:xfrm>
            <a:off x="9410218" y="6041403"/>
            <a:ext cx="2417180" cy="5214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479425" y="1689563"/>
            <a:ext cx="2555193" cy="1494091"/>
          </a:xfrm>
          <a:prstGeom prst="rect">
            <a:avLst/>
          </a:prstGeom>
        </p:spPr>
        <p:txBody>
          <a:bodyPr lIns="0" tIns="0" rIns="0" bIns="0"/>
          <a:lstStyle>
            <a:lvl1pPr>
              <a:lnSpc>
                <a:spcPct val="100000"/>
              </a:lnSpc>
              <a:tabLst>
                <a:tab pos="896938" algn="l"/>
              </a:tabLst>
              <a:defRPr sz="3400">
                <a:solidFill>
                  <a:schemeClr val="bg1"/>
                </a:solidFill>
              </a:defRPr>
            </a:lvl1pPr>
          </a:lstStyle>
          <a:p>
            <a:r>
              <a:rPr lang="en-US" dirty="0"/>
              <a:t>Thank You</a:t>
            </a:r>
            <a:endParaRPr lang="en-AU" dirty="0"/>
          </a:p>
        </p:txBody>
      </p:sp>
      <p:sp>
        <p:nvSpPr>
          <p:cNvPr id="4" name="Text Placeholder 8">
            <a:extLst>
              <a:ext uri="{FF2B5EF4-FFF2-40B4-BE49-F238E27FC236}">
                <a16:creationId xmlns:a16="http://schemas.microsoft.com/office/drawing/2014/main" id="{49395E8C-2043-558C-DB8F-2BA0BAECC652}"/>
              </a:ext>
            </a:extLst>
          </p:cNvPr>
          <p:cNvSpPr>
            <a:spLocks noGrp="1"/>
          </p:cNvSpPr>
          <p:nvPr>
            <p:ph type="body" sz="quarter" idx="10" hasCustomPrompt="1"/>
          </p:nvPr>
        </p:nvSpPr>
        <p:spPr>
          <a:xfrm>
            <a:off x="479425" y="1481895"/>
            <a:ext cx="11268000" cy="10800"/>
          </a:xfrm>
          <a:prstGeom prst="rect">
            <a:avLst/>
          </a:prstGeom>
          <a:solidFill>
            <a:schemeClr val="bg1"/>
          </a:solidFill>
        </p:spPr>
        <p:txBody>
          <a:bodyPr/>
          <a:lstStyle>
            <a:lvl1pPr marL="0" indent="0">
              <a:buNone/>
              <a:defRPr/>
            </a:lvl1pPr>
          </a:lstStyle>
          <a:p>
            <a:pPr lvl="0"/>
            <a:r>
              <a:rPr lang="en-US" dirty="0"/>
              <a:t> </a:t>
            </a:r>
            <a:endParaRPr lang="en-AU" dirty="0"/>
          </a:p>
        </p:txBody>
      </p:sp>
      <p:sp>
        <p:nvSpPr>
          <p:cNvPr id="6" name="Text Placeholder 8">
            <a:extLst>
              <a:ext uri="{FF2B5EF4-FFF2-40B4-BE49-F238E27FC236}">
                <a16:creationId xmlns:a16="http://schemas.microsoft.com/office/drawing/2014/main" id="{FE20994F-CA5A-7773-0B6C-2EC812F04F46}"/>
              </a:ext>
            </a:extLst>
          </p:cNvPr>
          <p:cNvSpPr>
            <a:spLocks noGrp="1"/>
          </p:cNvSpPr>
          <p:nvPr>
            <p:ph type="body" sz="quarter" idx="11" hasCustomPrompt="1"/>
          </p:nvPr>
        </p:nvSpPr>
        <p:spPr>
          <a:xfrm>
            <a:off x="479425" y="3566727"/>
            <a:ext cx="11268000" cy="10800"/>
          </a:xfrm>
          <a:prstGeom prst="rect">
            <a:avLst/>
          </a:prstGeom>
          <a:solidFill>
            <a:schemeClr val="bg1"/>
          </a:solidFill>
        </p:spPr>
        <p:txBody>
          <a:bodyPr/>
          <a:lstStyle>
            <a:lvl1pPr marL="0" indent="0">
              <a:buNone/>
              <a:defRPr/>
            </a:lvl1pPr>
          </a:lstStyle>
          <a:p>
            <a:pPr lvl="0"/>
            <a:r>
              <a:rPr lang="en-US" dirty="0"/>
              <a:t> </a:t>
            </a:r>
            <a:endParaRPr lang="en-AU" dirty="0"/>
          </a:p>
        </p:txBody>
      </p:sp>
      <p:sp>
        <p:nvSpPr>
          <p:cNvPr id="22" name="Text Placeholder 21">
            <a:extLst>
              <a:ext uri="{FF2B5EF4-FFF2-40B4-BE49-F238E27FC236}">
                <a16:creationId xmlns:a16="http://schemas.microsoft.com/office/drawing/2014/main" id="{4DD5F2FC-66BA-538C-441F-8B6F9CE26CAF}"/>
              </a:ext>
            </a:extLst>
          </p:cNvPr>
          <p:cNvSpPr>
            <a:spLocks noGrp="1"/>
          </p:cNvSpPr>
          <p:nvPr>
            <p:ph type="body" sz="quarter" idx="12" hasCustomPrompt="1"/>
          </p:nvPr>
        </p:nvSpPr>
        <p:spPr>
          <a:xfrm>
            <a:off x="6956907" y="1689564"/>
            <a:ext cx="4797184" cy="1412452"/>
          </a:xfrm>
          <a:prstGeom prst="rect">
            <a:avLst/>
          </a:prstGeom>
        </p:spPr>
        <p:txBody>
          <a:bodyPr lIns="0" tIns="0" rIns="0" bIns="0"/>
          <a:lstStyle>
            <a:lvl1pPr marL="0" indent="0">
              <a:spcAft>
                <a:spcPts val="0"/>
              </a:spcAft>
              <a:buNone/>
              <a:defRPr sz="1500" b="1">
                <a:solidFill>
                  <a:schemeClr val="accent2"/>
                </a:solidFill>
              </a:defRPr>
            </a:lvl1pPr>
            <a:lvl2pPr marL="0" indent="0">
              <a:spcAft>
                <a:spcPts val="0"/>
              </a:spcAft>
              <a:buNone/>
              <a:defRPr sz="1500" b="1">
                <a:solidFill>
                  <a:schemeClr val="bg1"/>
                </a:solidFill>
              </a:defRPr>
            </a:lvl2pPr>
          </a:lstStyle>
          <a:p>
            <a:pPr lvl="0"/>
            <a:r>
              <a:rPr lang="en-US" dirty="0"/>
              <a:t>Get in Touch</a:t>
            </a:r>
          </a:p>
          <a:p>
            <a:pPr lvl="1"/>
            <a:r>
              <a:rPr lang="en-US" dirty="0"/>
              <a:t>+001 123 45 678 99</a:t>
            </a:r>
          </a:p>
          <a:p>
            <a:pPr lvl="1"/>
            <a:r>
              <a:rPr lang="en-US" dirty="0"/>
              <a:t>info@softwareone.com </a:t>
            </a:r>
          </a:p>
          <a:p>
            <a:pPr lvl="1"/>
            <a:r>
              <a:rPr lang="en-US" dirty="0"/>
              <a:t>7788 One City, One Country</a:t>
            </a:r>
          </a:p>
        </p:txBody>
      </p:sp>
      <p:sp>
        <p:nvSpPr>
          <p:cNvPr id="3" name="Rectangle 2">
            <a:extLst>
              <a:ext uri="{FF2B5EF4-FFF2-40B4-BE49-F238E27FC236}">
                <a16:creationId xmlns:a16="http://schemas.microsoft.com/office/drawing/2014/main" id="{51373A4E-2151-FD5A-E7AC-BC6DDFAEF897}"/>
              </a:ext>
            </a:extLst>
          </p:cNvPr>
          <p:cNvSpPr/>
          <p:nvPr userDrawn="1"/>
        </p:nvSpPr>
        <p:spPr>
          <a:xfrm>
            <a:off x="9410218" y="6041403"/>
            <a:ext cx="2417180" cy="5214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4" name="Graphic 12">
            <a:extLst>
              <a:ext uri="{FF2B5EF4-FFF2-40B4-BE49-F238E27FC236}">
                <a16:creationId xmlns:a16="http://schemas.microsoft.com/office/drawing/2014/main" id="{4495F24D-6E27-CB42-E61E-C5A266FFB3B7}"/>
              </a:ext>
            </a:extLst>
          </p:cNvPr>
          <p:cNvGrpSpPr/>
          <p:nvPr userDrawn="1"/>
        </p:nvGrpSpPr>
        <p:grpSpPr>
          <a:xfrm>
            <a:off x="4406014" y="3950038"/>
            <a:ext cx="7306561" cy="2549145"/>
            <a:chOff x="544194" y="1803553"/>
            <a:chExt cx="11044607" cy="3853290"/>
          </a:xfrm>
          <a:solidFill>
            <a:schemeClr val="tx1"/>
          </a:solidFill>
        </p:grpSpPr>
        <p:sp>
          <p:nvSpPr>
            <p:cNvPr id="15" name="Freeform: Shape 14">
              <a:extLst>
                <a:ext uri="{FF2B5EF4-FFF2-40B4-BE49-F238E27FC236}">
                  <a16:creationId xmlns:a16="http://schemas.microsoft.com/office/drawing/2014/main" id="{0066D90C-4C99-470A-7531-C48BEEACDB34}"/>
                </a:ext>
              </a:extLst>
            </p:cNvPr>
            <p:cNvSpPr/>
            <p:nvPr/>
          </p:nvSpPr>
          <p:spPr>
            <a:xfrm>
              <a:off x="544194" y="1803553"/>
              <a:ext cx="11044607" cy="3853290"/>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solidFill>
              <a:schemeClr val="bg1"/>
            </a:solidFill>
            <a:ln w="12748" cap="flat">
              <a:noFill/>
              <a:prstDash val="solid"/>
              <a:miter/>
            </a:ln>
          </p:spPr>
          <p:txBody>
            <a:bodyPr rtlCol="0" anchor="ctr"/>
            <a:lstStyle/>
            <a:p>
              <a:endParaRPr lang="en-AU"/>
            </a:p>
          </p:txBody>
        </p:sp>
        <p:sp>
          <p:nvSpPr>
            <p:cNvPr id="16" name="Freeform: Shape 15">
              <a:extLst>
                <a:ext uri="{FF2B5EF4-FFF2-40B4-BE49-F238E27FC236}">
                  <a16:creationId xmlns:a16="http://schemas.microsoft.com/office/drawing/2014/main" id="{135EEA4B-5438-934C-F817-C6659D3C156D}"/>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grpFill/>
            <a:ln w="12748" cap="flat">
              <a:noFill/>
              <a:prstDash val="solid"/>
              <a:miter/>
            </a:ln>
          </p:spPr>
          <p:txBody>
            <a:bodyPr rtlCol="0" anchor="ctr"/>
            <a:lstStyle/>
            <a:p>
              <a:endParaRPr lang="en-AU"/>
            </a:p>
          </p:txBody>
        </p:sp>
        <p:sp>
          <p:nvSpPr>
            <p:cNvPr id="17" name="Freeform: Shape 16">
              <a:extLst>
                <a:ext uri="{FF2B5EF4-FFF2-40B4-BE49-F238E27FC236}">
                  <a16:creationId xmlns:a16="http://schemas.microsoft.com/office/drawing/2014/main" id="{6B734B65-9949-5BEF-55F4-D3F7F383618F}"/>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grpFill/>
            <a:ln w="12748" cap="flat">
              <a:noFill/>
              <a:prstDash val="solid"/>
              <a:miter/>
            </a:ln>
          </p:spPr>
          <p:txBody>
            <a:bodyPr rtlCol="0" anchor="ctr"/>
            <a:lstStyle/>
            <a:p>
              <a:endParaRPr lang="en-AU"/>
            </a:p>
          </p:txBody>
        </p:sp>
        <p:sp>
          <p:nvSpPr>
            <p:cNvPr id="18" name="Freeform: Shape 17">
              <a:extLst>
                <a:ext uri="{FF2B5EF4-FFF2-40B4-BE49-F238E27FC236}">
                  <a16:creationId xmlns:a16="http://schemas.microsoft.com/office/drawing/2014/main" id="{16EA3AB4-096C-24D7-20D0-2126EA0B2DFE}"/>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grpFill/>
            <a:ln w="12748"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0FB07BE0-1C5B-34DB-04E0-440F490C37E2}"/>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grpFill/>
            <a:ln w="12748"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69733BC0-80D2-58CF-1762-2274F7C0DFEA}"/>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grpFill/>
            <a:ln w="12748"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B8DC9914-E1A3-B3A9-9C73-C1EA0F9B13D2}"/>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grpFill/>
            <a:ln w="12748" cap="flat">
              <a:noFill/>
              <a:prstDash val="solid"/>
              <a:miter/>
            </a:ln>
          </p:spPr>
          <p:txBody>
            <a:bodyPr rtlCol="0" anchor="ctr"/>
            <a:lstStyle/>
            <a:p>
              <a:endParaRPr lang="en-AU"/>
            </a:p>
          </p:txBody>
        </p:sp>
      </p:grpSp>
      <p:sp>
        <p:nvSpPr>
          <p:cNvPr id="5" name="Rectangle 4">
            <a:extLst>
              <a:ext uri="{FF2B5EF4-FFF2-40B4-BE49-F238E27FC236}">
                <a16:creationId xmlns:a16="http://schemas.microsoft.com/office/drawing/2014/main" id="{6FF64555-70FB-2185-8E25-FF448AFA956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6241322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5_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575703" y="769888"/>
            <a:ext cx="5743210" cy="1132764"/>
          </a:xfrm>
          <a:prstGeom prst="rect">
            <a:avLst/>
          </a:prstGeom>
        </p:spPr>
        <p:txBody>
          <a:bodyPr lIns="0" tIns="0" rIns="0" bIns="0" anchor="t"/>
          <a:lstStyle>
            <a:lvl1pPr algn="l">
              <a:lnSpc>
                <a:spcPct val="100000"/>
              </a:lnSpc>
              <a:tabLst>
                <a:tab pos="896938" algn="l"/>
              </a:tabLst>
              <a:defRPr sz="7200">
                <a:solidFill>
                  <a:schemeClr val="bg1"/>
                </a:solidFill>
              </a:defRPr>
            </a:lvl1pPr>
          </a:lstStyle>
          <a:p>
            <a:r>
              <a:rPr lang="en-US" dirty="0"/>
              <a:t>Get in touch</a:t>
            </a:r>
            <a:endParaRPr lang="en-AU" dirty="0"/>
          </a:p>
        </p:txBody>
      </p:sp>
      <p:sp>
        <p:nvSpPr>
          <p:cNvPr id="3" name="Rectangle 2">
            <a:extLst>
              <a:ext uri="{FF2B5EF4-FFF2-40B4-BE49-F238E27FC236}">
                <a16:creationId xmlns:a16="http://schemas.microsoft.com/office/drawing/2014/main" id="{CB805DF4-DFC3-0FC5-A15A-95C687899E40}"/>
              </a:ext>
            </a:extLst>
          </p:cNvPr>
          <p:cNvSpPr/>
          <p:nvPr userDrawn="1"/>
        </p:nvSpPr>
        <p:spPr>
          <a:xfrm>
            <a:off x="0" y="0"/>
            <a:ext cx="12192000" cy="1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a:extLst>
              <a:ext uri="{FF2B5EF4-FFF2-40B4-BE49-F238E27FC236}">
                <a16:creationId xmlns:a16="http://schemas.microsoft.com/office/drawing/2014/main" id="{164813CF-012F-99AE-1ABD-87F006F9D262}"/>
              </a:ext>
            </a:extLst>
          </p:cNvPr>
          <p:cNvSpPr>
            <a:spLocks noGrp="1"/>
          </p:cNvSpPr>
          <p:nvPr>
            <p:ph type="body" sz="quarter" idx="10" hasCustomPrompt="1"/>
          </p:nvPr>
        </p:nvSpPr>
        <p:spPr>
          <a:xfrm>
            <a:off x="576263" y="2282825"/>
            <a:ext cx="3257550" cy="1862913"/>
          </a:xfrm>
          <a:prstGeom prst="rect">
            <a:avLst/>
          </a:prstGeom>
        </p:spPr>
        <p:txBody>
          <a:bodyPr lIns="0" tIns="0" rIns="0" bIns="0"/>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en-US" dirty="0"/>
              <a:t>+001 123 45 678 99</a:t>
            </a:r>
          </a:p>
          <a:p>
            <a:pPr lvl="0"/>
            <a:r>
              <a:rPr lang="en-US" dirty="0"/>
              <a:t>info@softwareone.com</a:t>
            </a:r>
          </a:p>
          <a:p>
            <a:pPr lvl="0"/>
            <a:r>
              <a:rPr lang="en-US" dirty="0"/>
              <a:t> </a:t>
            </a:r>
          </a:p>
          <a:p>
            <a:pPr lvl="0"/>
            <a:r>
              <a:rPr lang="en-US" dirty="0"/>
              <a:t>7788 SoftwareOne City, </a:t>
            </a:r>
          </a:p>
          <a:p>
            <a:pPr lvl="0"/>
            <a:r>
              <a:rPr lang="en-US" dirty="0"/>
              <a:t>SoftwareOne Country</a:t>
            </a:r>
          </a:p>
        </p:txBody>
      </p:sp>
      <p:grpSp>
        <p:nvGrpSpPr>
          <p:cNvPr id="17" name="Graphic 12">
            <a:extLst>
              <a:ext uri="{FF2B5EF4-FFF2-40B4-BE49-F238E27FC236}">
                <a16:creationId xmlns:a16="http://schemas.microsoft.com/office/drawing/2014/main" id="{501A8962-001E-E049-5F13-6591F855AC22}"/>
              </a:ext>
            </a:extLst>
          </p:cNvPr>
          <p:cNvGrpSpPr/>
          <p:nvPr userDrawn="1"/>
        </p:nvGrpSpPr>
        <p:grpSpPr>
          <a:xfrm>
            <a:off x="575703" y="5297346"/>
            <a:ext cx="2266557" cy="790766"/>
            <a:chOff x="544194" y="1803553"/>
            <a:chExt cx="11044607" cy="3853290"/>
          </a:xfrm>
          <a:solidFill>
            <a:schemeClr val="tx1"/>
          </a:solidFill>
        </p:grpSpPr>
        <p:sp>
          <p:nvSpPr>
            <p:cNvPr id="18" name="Freeform: Shape 17">
              <a:extLst>
                <a:ext uri="{FF2B5EF4-FFF2-40B4-BE49-F238E27FC236}">
                  <a16:creationId xmlns:a16="http://schemas.microsoft.com/office/drawing/2014/main" id="{5E106AEE-DB10-D769-2FAB-64A5A259F50D}"/>
                </a:ext>
              </a:extLst>
            </p:cNvPr>
            <p:cNvSpPr/>
            <p:nvPr/>
          </p:nvSpPr>
          <p:spPr>
            <a:xfrm>
              <a:off x="544194" y="1803553"/>
              <a:ext cx="11044607" cy="3853290"/>
            </a:xfrm>
            <a:custGeom>
              <a:avLst/>
              <a:gdLst>
                <a:gd name="connsiteX0" fmla="*/ 9185820 w 11044607"/>
                <a:gd name="connsiteY0" fmla="*/ 796494 h 3853290"/>
                <a:gd name="connsiteX1" fmla="*/ 9894834 w 11044607"/>
                <a:gd name="connsiteY1" fmla="*/ 1510737 h 3853290"/>
                <a:gd name="connsiteX2" fmla="*/ 8420696 w 11044607"/>
                <a:gd name="connsiteY2" fmla="*/ 1510737 h 3853290"/>
                <a:gd name="connsiteX3" fmla="*/ 9185820 w 11044607"/>
                <a:gd name="connsiteY3" fmla="*/ 796494 h 3853290"/>
                <a:gd name="connsiteX4" fmla="*/ 9250218 w 11044607"/>
                <a:gd name="connsiteY4" fmla="*/ 3042514 h 3853290"/>
                <a:gd name="connsiteX5" fmla="*/ 8410240 w 11044607"/>
                <a:gd name="connsiteY5" fmla="*/ 2226255 h 3853290"/>
                <a:gd name="connsiteX6" fmla="*/ 8407434 w 11044607"/>
                <a:gd name="connsiteY6" fmla="*/ 2206872 h 3853290"/>
                <a:gd name="connsiteX7" fmla="*/ 11044560 w 11044607"/>
                <a:gd name="connsiteY7" fmla="*/ 2206872 h 3853290"/>
                <a:gd name="connsiteX8" fmla="*/ 10405682 w 11044607"/>
                <a:gd name="connsiteY8" fmla="*/ 453718 h 3853290"/>
                <a:gd name="connsiteX9" fmla="*/ 9164269 w 11044607"/>
                <a:gd name="connsiteY9" fmla="*/ 0 h 3853290"/>
                <a:gd name="connsiteX10" fmla="*/ 7323892 w 11044607"/>
                <a:gd name="connsiteY10" fmla="*/ 1579853 h 3853290"/>
                <a:gd name="connsiteX11" fmla="*/ 7323892 w 11044607"/>
                <a:gd name="connsiteY11" fmla="*/ 1371867 h 3853290"/>
                <a:gd name="connsiteX12" fmla="*/ 6076230 w 11044607"/>
                <a:gd name="connsiteY12" fmla="*/ 0 h 3853290"/>
                <a:gd name="connsiteX13" fmla="*/ 4945249 w 11044607"/>
                <a:gd name="connsiteY13" fmla="*/ 608528 h 3853290"/>
                <a:gd name="connsiteX14" fmla="*/ 4923826 w 11044607"/>
                <a:gd name="connsiteY14" fmla="*/ 608528 h 3853290"/>
                <a:gd name="connsiteX15" fmla="*/ 4923826 w 11044607"/>
                <a:gd name="connsiteY15" fmla="*/ 107372 h 3853290"/>
                <a:gd name="connsiteX16" fmla="*/ 3826384 w 11044607"/>
                <a:gd name="connsiteY16" fmla="*/ 107372 h 3853290"/>
                <a:gd name="connsiteX17" fmla="*/ 3826384 w 11044607"/>
                <a:gd name="connsiteY17" fmla="*/ 1616579 h 3853290"/>
                <a:gd name="connsiteX18" fmla="*/ 1925816 w 11044607"/>
                <a:gd name="connsiteY18" fmla="*/ 1658 h 3853290"/>
                <a:gd name="connsiteX19" fmla="*/ 0 w 11044607"/>
                <a:gd name="connsiteY19" fmla="*/ 1927474 h 3853290"/>
                <a:gd name="connsiteX20" fmla="*/ 1925816 w 11044607"/>
                <a:gd name="connsiteY20" fmla="*/ 3853290 h 3853290"/>
                <a:gd name="connsiteX21" fmla="*/ 3826256 w 11044607"/>
                <a:gd name="connsiteY21" fmla="*/ 2238369 h 3853290"/>
                <a:gd name="connsiteX22" fmla="*/ 3826256 w 11044607"/>
                <a:gd name="connsiteY22" fmla="*/ 3738777 h 3853290"/>
                <a:gd name="connsiteX23" fmla="*/ 4949585 w 11044607"/>
                <a:gd name="connsiteY23" fmla="*/ 3738777 h 3853290"/>
                <a:gd name="connsiteX24" fmla="*/ 4949585 w 11044607"/>
                <a:gd name="connsiteY24" fmla="*/ 1729817 h 3853290"/>
                <a:gd name="connsiteX25" fmla="*/ 5610907 w 11044607"/>
                <a:gd name="connsiteY25" fmla="*/ 939699 h 3853290"/>
                <a:gd name="connsiteX26" fmla="*/ 6200562 w 11044607"/>
                <a:gd name="connsiteY26" fmla="*/ 1608162 h 3853290"/>
                <a:gd name="connsiteX27" fmla="*/ 6200562 w 11044607"/>
                <a:gd name="connsiteY27" fmla="*/ 3738904 h 3853290"/>
                <a:gd name="connsiteX28" fmla="*/ 7323892 w 11044607"/>
                <a:gd name="connsiteY28" fmla="*/ 3738904 h 3853290"/>
                <a:gd name="connsiteX29" fmla="*/ 7323892 w 11044607"/>
                <a:gd name="connsiteY29" fmla="*/ 2264256 h 3853290"/>
                <a:gd name="connsiteX30" fmla="*/ 9235808 w 11044607"/>
                <a:gd name="connsiteY30" fmla="*/ 3846276 h 3853290"/>
                <a:gd name="connsiteX31" fmla="*/ 10371507 w 11044607"/>
                <a:gd name="connsiteY31" fmla="*/ 3512810 h 3853290"/>
                <a:gd name="connsiteX32" fmla="*/ 10975189 w 11044607"/>
                <a:gd name="connsiteY32" fmla="*/ 2677423 h 3853290"/>
                <a:gd name="connsiteX33" fmla="*/ 9869586 w 11044607"/>
                <a:gd name="connsiteY33" fmla="*/ 2677423 h 3853290"/>
                <a:gd name="connsiteX34" fmla="*/ 9250090 w 11044607"/>
                <a:gd name="connsiteY34" fmla="*/ 3042514 h 385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44607" h="3853290">
                  <a:moveTo>
                    <a:pt x="9185820" y="796494"/>
                  </a:moveTo>
                  <a:cubicBezTo>
                    <a:pt x="9569147" y="796494"/>
                    <a:pt x="9845612" y="1076401"/>
                    <a:pt x="9894834" y="1510737"/>
                  </a:cubicBezTo>
                  <a:lnTo>
                    <a:pt x="8420696" y="1510737"/>
                  </a:lnTo>
                  <a:cubicBezTo>
                    <a:pt x="8510726" y="1036998"/>
                    <a:pt x="8767935" y="796494"/>
                    <a:pt x="9185820" y="796494"/>
                  </a:cubicBezTo>
                  <a:moveTo>
                    <a:pt x="9250218" y="3042514"/>
                  </a:moveTo>
                  <a:cubicBezTo>
                    <a:pt x="8784768" y="3042514"/>
                    <a:pt x="8486369" y="2752532"/>
                    <a:pt x="8410240" y="2226255"/>
                  </a:cubicBezTo>
                  <a:lnTo>
                    <a:pt x="8407434" y="2206872"/>
                  </a:lnTo>
                  <a:lnTo>
                    <a:pt x="11044560" y="2206872"/>
                  </a:lnTo>
                  <a:cubicBezTo>
                    <a:pt x="11048386" y="1457816"/>
                    <a:pt x="10821782" y="835770"/>
                    <a:pt x="10405682" y="453718"/>
                  </a:cubicBezTo>
                  <a:cubicBezTo>
                    <a:pt x="10074511" y="152642"/>
                    <a:pt x="9656754" y="0"/>
                    <a:pt x="9164269" y="0"/>
                  </a:cubicBezTo>
                  <a:cubicBezTo>
                    <a:pt x="8195750" y="0"/>
                    <a:pt x="7465567" y="646912"/>
                    <a:pt x="7323892" y="1579853"/>
                  </a:cubicBezTo>
                  <a:lnTo>
                    <a:pt x="7323892" y="1371867"/>
                  </a:lnTo>
                  <a:cubicBezTo>
                    <a:pt x="7323892" y="538520"/>
                    <a:pt x="6839951" y="0"/>
                    <a:pt x="6076230" y="0"/>
                  </a:cubicBezTo>
                  <a:cubicBezTo>
                    <a:pt x="5567933" y="0"/>
                    <a:pt x="5217251" y="214745"/>
                    <a:pt x="4945249" y="608528"/>
                  </a:cubicBezTo>
                  <a:lnTo>
                    <a:pt x="4923826" y="608528"/>
                  </a:lnTo>
                  <a:lnTo>
                    <a:pt x="4923826" y="107372"/>
                  </a:lnTo>
                  <a:lnTo>
                    <a:pt x="3826384" y="107372"/>
                  </a:lnTo>
                  <a:lnTo>
                    <a:pt x="3826384" y="1616579"/>
                  </a:lnTo>
                  <a:cubicBezTo>
                    <a:pt x="3677184" y="702001"/>
                    <a:pt x="2881966" y="1658"/>
                    <a:pt x="1925816" y="1658"/>
                  </a:cubicBezTo>
                  <a:cubicBezTo>
                    <a:pt x="863952" y="1658"/>
                    <a:pt x="0" y="865482"/>
                    <a:pt x="0" y="1927474"/>
                  </a:cubicBezTo>
                  <a:cubicBezTo>
                    <a:pt x="0" y="2989465"/>
                    <a:pt x="863952" y="3853290"/>
                    <a:pt x="1925816" y="3853290"/>
                  </a:cubicBezTo>
                  <a:cubicBezTo>
                    <a:pt x="2881839" y="3853290"/>
                    <a:pt x="3677057" y="3152947"/>
                    <a:pt x="3826256" y="2238369"/>
                  </a:cubicBezTo>
                  <a:lnTo>
                    <a:pt x="3826256" y="3738777"/>
                  </a:lnTo>
                  <a:lnTo>
                    <a:pt x="4949585" y="3738777"/>
                  </a:lnTo>
                  <a:lnTo>
                    <a:pt x="4949585" y="1729817"/>
                  </a:lnTo>
                  <a:cubicBezTo>
                    <a:pt x="4949585" y="1264622"/>
                    <a:pt x="5221459" y="939699"/>
                    <a:pt x="5610907" y="939699"/>
                  </a:cubicBezTo>
                  <a:cubicBezTo>
                    <a:pt x="5980080" y="939699"/>
                    <a:pt x="6200562" y="1189640"/>
                    <a:pt x="6200562" y="1608162"/>
                  </a:cubicBezTo>
                  <a:lnTo>
                    <a:pt x="6200562" y="3738904"/>
                  </a:lnTo>
                  <a:lnTo>
                    <a:pt x="7323892" y="3738904"/>
                  </a:lnTo>
                  <a:lnTo>
                    <a:pt x="7323892" y="2264256"/>
                  </a:lnTo>
                  <a:cubicBezTo>
                    <a:pt x="7465439" y="3223721"/>
                    <a:pt x="8197918" y="3846276"/>
                    <a:pt x="9235808" y="3846276"/>
                  </a:cubicBezTo>
                  <a:cubicBezTo>
                    <a:pt x="9678432" y="3846276"/>
                    <a:pt x="10050027" y="3737246"/>
                    <a:pt x="10371507" y="3512810"/>
                  </a:cubicBezTo>
                  <a:cubicBezTo>
                    <a:pt x="10677173" y="3302273"/>
                    <a:pt x="10890770" y="3006426"/>
                    <a:pt x="10975189" y="2677423"/>
                  </a:cubicBezTo>
                  <a:lnTo>
                    <a:pt x="9869586" y="2677423"/>
                  </a:lnTo>
                  <a:cubicBezTo>
                    <a:pt x="9760682" y="2916396"/>
                    <a:pt x="9546703" y="3042514"/>
                    <a:pt x="9250090" y="3042514"/>
                  </a:cubicBezTo>
                </a:path>
              </a:pathLst>
            </a:custGeom>
            <a:solidFill>
              <a:schemeClr val="bg1"/>
            </a:solidFill>
            <a:ln w="12748" cap="flat">
              <a:noFill/>
              <a:prstDash val="solid"/>
              <a:miter/>
            </a:ln>
          </p:spPr>
          <p:txBody>
            <a:bodyPr rtlCol="0" anchor="ctr"/>
            <a:lstStyle/>
            <a:p>
              <a:endParaRPr lang="en-AU"/>
            </a:p>
          </p:txBody>
        </p:sp>
        <p:sp>
          <p:nvSpPr>
            <p:cNvPr id="19" name="Freeform: Shape 18">
              <a:extLst>
                <a:ext uri="{FF2B5EF4-FFF2-40B4-BE49-F238E27FC236}">
                  <a16:creationId xmlns:a16="http://schemas.microsoft.com/office/drawing/2014/main" id="{F60DCC85-91DE-D716-A5B4-9E8E5892338D}"/>
                </a:ext>
              </a:extLst>
            </p:cNvPr>
            <p:cNvSpPr/>
            <p:nvPr/>
          </p:nvSpPr>
          <p:spPr>
            <a:xfrm>
              <a:off x="704232" y="3467314"/>
              <a:ext cx="448745" cy="511357"/>
            </a:xfrm>
            <a:custGeom>
              <a:avLst/>
              <a:gdLst>
                <a:gd name="connsiteX0" fmla="*/ 264860 w 448745"/>
                <a:gd name="connsiteY0" fmla="*/ 193066 h 511357"/>
                <a:gd name="connsiteX1" fmla="*/ 146011 w 448745"/>
                <a:gd name="connsiteY1" fmla="*/ 139635 h 511357"/>
                <a:gd name="connsiteX2" fmla="*/ 217678 w 448745"/>
                <a:gd name="connsiteY2" fmla="*/ 90667 h 511357"/>
                <a:gd name="connsiteX3" fmla="*/ 299291 w 448745"/>
                <a:gd name="connsiteY3" fmla="*/ 142313 h 511357"/>
                <a:gd name="connsiteX4" fmla="*/ 431657 w 448745"/>
                <a:gd name="connsiteY4" fmla="*/ 142313 h 511357"/>
                <a:gd name="connsiteX5" fmla="*/ 217678 w 448745"/>
                <a:gd name="connsiteY5" fmla="*/ 0 h 511357"/>
                <a:gd name="connsiteX6" fmla="*/ 14537 w 448745"/>
                <a:gd name="connsiteY6" fmla="*/ 150474 h 511357"/>
                <a:gd name="connsiteX7" fmla="*/ 187710 w 448745"/>
                <a:gd name="connsiteY7" fmla="*/ 300949 h 511357"/>
                <a:gd name="connsiteX8" fmla="*/ 311915 w 448745"/>
                <a:gd name="connsiteY8" fmla="*/ 362669 h 511357"/>
                <a:gd name="connsiteX9" fmla="*/ 232088 w 448745"/>
                <a:gd name="connsiteY9" fmla="*/ 418013 h 511357"/>
                <a:gd name="connsiteX10" fmla="*/ 134152 w 448745"/>
                <a:gd name="connsiteY10" fmla="*/ 347239 h 511357"/>
                <a:gd name="connsiteX11" fmla="*/ 0 w 448745"/>
                <a:gd name="connsiteY11" fmla="*/ 347239 h 511357"/>
                <a:gd name="connsiteX12" fmla="*/ 231195 w 448745"/>
                <a:gd name="connsiteY12" fmla="*/ 511358 h 511357"/>
                <a:gd name="connsiteX13" fmla="*/ 448745 w 448745"/>
                <a:gd name="connsiteY13" fmla="*/ 352722 h 511357"/>
                <a:gd name="connsiteX14" fmla="*/ 264733 w 448745"/>
                <a:gd name="connsiteY14" fmla="*/ 193066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8745" h="511357">
                  <a:moveTo>
                    <a:pt x="264860" y="193066"/>
                  </a:moveTo>
                  <a:cubicBezTo>
                    <a:pt x="198677" y="181334"/>
                    <a:pt x="146011" y="175851"/>
                    <a:pt x="146011" y="139635"/>
                  </a:cubicBezTo>
                  <a:cubicBezTo>
                    <a:pt x="146011" y="108775"/>
                    <a:pt x="174193" y="90667"/>
                    <a:pt x="217678" y="90667"/>
                  </a:cubicBezTo>
                  <a:cubicBezTo>
                    <a:pt x="261162" y="90667"/>
                    <a:pt x="290237" y="107882"/>
                    <a:pt x="299291" y="142313"/>
                  </a:cubicBezTo>
                  <a:lnTo>
                    <a:pt x="431657" y="142313"/>
                  </a:lnTo>
                  <a:cubicBezTo>
                    <a:pt x="418905" y="58022"/>
                    <a:pt x="351829" y="0"/>
                    <a:pt x="217678" y="0"/>
                  </a:cubicBezTo>
                  <a:cubicBezTo>
                    <a:pt x="104312" y="0"/>
                    <a:pt x="14537" y="51646"/>
                    <a:pt x="14537" y="150474"/>
                  </a:cubicBezTo>
                  <a:cubicBezTo>
                    <a:pt x="14537" y="262947"/>
                    <a:pt x="101634" y="284626"/>
                    <a:pt x="187710" y="300949"/>
                  </a:cubicBezTo>
                  <a:cubicBezTo>
                    <a:pt x="254786" y="313701"/>
                    <a:pt x="311915" y="319057"/>
                    <a:pt x="311915" y="362669"/>
                  </a:cubicBezTo>
                  <a:cubicBezTo>
                    <a:pt x="311915" y="397099"/>
                    <a:pt x="282841" y="418013"/>
                    <a:pt x="232088" y="418013"/>
                  </a:cubicBezTo>
                  <a:cubicBezTo>
                    <a:pt x="176744" y="418013"/>
                    <a:pt x="142313" y="392636"/>
                    <a:pt x="134152" y="347239"/>
                  </a:cubicBezTo>
                  <a:lnTo>
                    <a:pt x="0" y="347239"/>
                  </a:lnTo>
                  <a:cubicBezTo>
                    <a:pt x="7269" y="444282"/>
                    <a:pt x="91560" y="511358"/>
                    <a:pt x="231195" y="511358"/>
                  </a:cubicBezTo>
                  <a:cubicBezTo>
                    <a:pt x="356293" y="511358"/>
                    <a:pt x="448745" y="456906"/>
                    <a:pt x="448745" y="352722"/>
                  </a:cubicBezTo>
                  <a:cubicBezTo>
                    <a:pt x="448745" y="231195"/>
                    <a:pt x="350809" y="208496"/>
                    <a:pt x="264733" y="193066"/>
                  </a:cubicBezTo>
                </a:path>
              </a:pathLst>
            </a:custGeom>
            <a:grpFill/>
            <a:ln w="12748" cap="flat">
              <a:noFill/>
              <a:prstDash val="solid"/>
              <a:miter/>
            </a:ln>
          </p:spPr>
          <p:txBody>
            <a:bodyPr rtlCol="0" anchor="ctr"/>
            <a:lstStyle/>
            <a:p>
              <a:endParaRPr lang="en-AU"/>
            </a:p>
          </p:txBody>
        </p:sp>
        <p:sp>
          <p:nvSpPr>
            <p:cNvPr id="20" name="Freeform: Shape 19">
              <a:extLst>
                <a:ext uri="{FF2B5EF4-FFF2-40B4-BE49-F238E27FC236}">
                  <a16:creationId xmlns:a16="http://schemas.microsoft.com/office/drawing/2014/main" id="{DADB353B-DFD8-A82E-C170-6237A4E2E548}"/>
                </a:ext>
              </a:extLst>
            </p:cNvPr>
            <p:cNvSpPr/>
            <p:nvPr/>
          </p:nvSpPr>
          <p:spPr>
            <a:xfrm>
              <a:off x="1164964" y="3467186"/>
              <a:ext cx="509572" cy="511357"/>
            </a:xfrm>
            <a:custGeom>
              <a:avLst/>
              <a:gdLst>
                <a:gd name="connsiteX0" fmla="*/ 254786 w 509572"/>
                <a:gd name="connsiteY0" fmla="*/ 408066 h 511357"/>
                <a:gd name="connsiteX1" fmla="*/ 144226 w 509572"/>
                <a:gd name="connsiteY1" fmla="*/ 255679 h 511357"/>
                <a:gd name="connsiteX2" fmla="*/ 254786 w 509572"/>
                <a:gd name="connsiteY2" fmla="*/ 101506 h 511357"/>
                <a:gd name="connsiteX3" fmla="*/ 365347 w 509572"/>
                <a:gd name="connsiteY3" fmla="*/ 255679 h 511357"/>
                <a:gd name="connsiteX4" fmla="*/ 254786 w 509572"/>
                <a:gd name="connsiteY4" fmla="*/ 408066 h 511357"/>
                <a:gd name="connsiteX5" fmla="*/ 255679 w 509572"/>
                <a:gd name="connsiteY5" fmla="*/ 0 h 511357"/>
                <a:gd name="connsiteX6" fmla="*/ 0 w 509572"/>
                <a:gd name="connsiteY6" fmla="*/ 255679 h 511357"/>
                <a:gd name="connsiteX7" fmla="*/ 255679 w 509572"/>
                <a:gd name="connsiteY7" fmla="*/ 511357 h 511357"/>
                <a:gd name="connsiteX8" fmla="*/ 509572 w 509572"/>
                <a:gd name="connsiteY8" fmla="*/ 255679 h 511357"/>
                <a:gd name="connsiteX9" fmla="*/ 255679 w 509572"/>
                <a:gd name="connsiteY9" fmla="*/ 0 h 51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9572" h="511357">
                  <a:moveTo>
                    <a:pt x="254786" y="408066"/>
                  </a:moveTo>
                  <a:cubicBezTo>
                    <a:pt x="182227" y="408066"/>
                    <a:pt x="144226" y="346346"/>
                    <a:pt x="144226" y="255679"/>
                  </a:cubicBezTo>
                  <a:cubicBezTo>
                    <a:pt x="144226" y="165011"/>
                    <a:pt x="182227" y="101506"/>
                    <a:pt x="254786" y="101506"/>
                  </a:cubicBezTo>
                  <a:cubicBezTo>
                    <a:pt x="327345" y="101506"/>
                    <a:pt x="365347" y="163992"/>
                    <a:pt x="365347" y="255679"/>
                  </a:cubicBezTo>
                  <a:cubicBezTo>
                    <a:pt x="365347" y="347366"/>
                    <a:pt x="325433" y="408066"/>
                    <a:pt x="254786" y="408066"/>
                  </a:cubicBezTo>
                  <a:moveTo>
                    <a:pt x="255679" y="0"/>
                  </a:moveTo>
                  <a:cubicBezTo>
                    <a:pt x="101506" y="0"/>
                    <a:pt x="0" y="110560"/>
                    <a:pt x="0" y="255679"/>
                  </a:cubicBezTo>
                  <a:cubicBezTo>
                    <a:pt x="0" y="400797"/>
                    <a:pt x="101506" y="511357"/>
                    <a:pt x="255679" y="511357"/>
                  </a:cubicBezTo>
                  <a:cubicBezTo>
                    <a:pt x="409851" y="511357"/>
                    <a:pt x="509572" y="399905"/>
                    <a:pt x="509572" y="255679"/>
                  </a:cubicBezTo>
                  <a:cubicBezTo>
                    <a:pt x="509572" y="111453"/>
                    <a:pt x="408959" y="0"/>
                    <a:pt x="255679" y="0"/>
                  </a:cubicBezTo>
                </a:path>
              </a:pathLst>
            </a:custGeom>
            <a:grpFill/>
            <a:ln w="12748" cap="flat">
              <a:no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FD982C41-2E44-E97E-9144-391794B04049}"/>
                </a:ext>
              </a:extLst>
            </p:cNvPr>
            <p:cNvSpPr/>
            <p:nvPr/>
          </p:nvSpPr>
          <p:spPr>
            <a:xfrm>
              <a:off x="1657193" y="3288479"/>
              <a:ext cx="1320093" cy="680117"/>
            </a:xfrm>
            <a:custGeom>
              <a:avLst/>
              <a:gdLst>
                <a:gd name="connsiteX0" fmla="*/ 1179693 w 1320093"/>
                <a:gd name="connsiteY0" fmla="*/ 192352 h 680117"/>
                <a:gd name="connsiteX1" fmla="*/ 1128047 w 1320093"/>
                <a:gd name="connsiteY1" fmla="*/ 380062 h 680117"/>
                <a:gd name="connsiteX2" fmla="*/ 1098973 w 1320093"/>
                <a:gd name="connsiteY2" fmla="*/ 530536 h 680117"/>
                <a:gd name="connsiteX3" fmla="*/ 1097188 w 1320093"/>
                <a:gd name="connsiteY3" fmla="*/ 530536 h 680117"/>
                <a:gd name="connsiteX4" fmla="*/ 1065435 w 1320093"/>
                <a:gd name="connsiteY4" fmla="*/ 378149 h 680117"/>
                <a:gd name="connsiteX5" fmla="*/ 1014682 w 1320093"/>
                <a:gd name="connsiteY5" fmla="*/ 192224 h 680117"/>
                <a:gd name="connsiteX6" fmla="*/ 894047 w 1320093"/>
                <a:gd name="connsiteY6" fmla="*/ 192224 h 680117"/>
                <a:gd name="connsiteX7" fmla="*/ 845079 w 1320093"/>
                <a:gd name="connsiteY7" fmla="*/ 378149 h 680117"/>
                <a:gd name="connsiteX8" fmla="*/ 814219 w 1320093"/>
                <a:gd name="connsiteY8" fmla="*/ 529644 h 680117"/>
                <a:gd name="connsiteX9" fmla="*/ 812434 w 1320093"/>
                <a:gd name="connsiteY9" fmla="*/ 529644 h 680117"/>
                <a:gd name="connsiteX10" fmla="*/ 784379 w 1320093"/>
                <a:gd name="connsiteY10" fmla="*/ 380062 h 680117"/>
                <a:gd name="connsiteX11" fmla="*/ 733626 w 1320093"/>
                <a:gd name="connsiteY11" fmla="*/ 192352 h 680117"/>
                <a:gd name="connsiteX12" fmla="*/ 517861 w 1320093"/>
                <a:gd name="connsiteY12" fmla="*/ 192352 h 680117"/>
                <a:gd name="connsiteX13" fmla="*/ 517861 w 1320093"/>
                <a:gd name="connsiteY13" fmla="*/ 38179 h 680117"/>
                <a:gd name="connsiteX14" fmla="*/ 378226 w 1320093"/>
                <a:gd name="connsiteY14" fmla="*/ 38179 h 680117"/>
                <a:gd name="connsiteX15" fmla="*/ 378226 w 1320093"/>
                <a:gd name="connsiteY15" fmla="*/ 192352 h 680117"/>
                <a:gd name="connsiteX16" fmla="*/ 214872 w 1320093"/>
                <a:gd name="connsiteY16" fmla="*/ 192352 h 680117"/>
                <a:gd name="connsiteX17" fmla="*/ 214872 w 1320093"/>
                <a:gd name="connsiteY17" fmla="*/ 161492 h 680117"/>
                <a:gd name="connsiteX18" fmla="*/ 315486 w 1320093"/>
                <a:gd name="connsiteY18" fmla="*/ 105255 h 680117"/>
                <a:gd name="connsiteX19" fmla="*/ 315486 w 1320093"/>
                <a:gd name="connsiteY19" fmla="*/ 3621 h 680117"/>
                <a:gd name="connsiteX20" fmla="*/ 256572 w 1320093"/>
                <a:gd name="connsiteY20" fmla="*/ 51 h 680117"/>
                <a:gd name="connsiteX21" fmla="*/ 113366 w 1320093"/>
                <a:gd name="connsiteY21" fmla="*/ 38179 h 680117"/>
                <a:gd name="connsiteX22" fmla="*/ 72559 w 1320093"/>
                <a:gd name="connsiteY22" fmla="*/ 151545 h 680117"/>
                <a:gd name="connsiteX23" fmla="*/ 72559 w 1320093"/>
                <a:gd name="connsiteY23" fmla="*/ 192352 h 680117"/>
                <a:gd name="connsiteX24" fmla="*/ 0 w 1320093"/>
                <a:gd name="connsiteY24" fmla="*/ 192352 h 680117"/>
                <a:gd name="connsiteX25" fmla="*/ 0 w 1320093"/>
                <a:gd name="connsiteY25" fmla="*/ 291945 h 680117"/>
                <a:gd name="connsiteX26" fmla="*/ 72559 w 1320093"/>
                <a:gd name="connsiteY26" fmla="*/ 291945 h 680117"/>
                <a:gd name="connsiteX27" fmla="*/ 72559 w 1320093"/>
                <a:gd name="connsiteY27" fmla="*/ 674635 h 680117"/>
                <a:gd name="connsiteX28" fmla="*/ 214872 w 1320093"/>
                <a:gd name="connsiteY28" fmla="*/ 674635 h 680117"/>
                <a:gd name="connsiteX29" fmla="*/ 214872 w 1320093"/>
                <a:gd name="connsiteY29" fmla="*/ 291945 h 680117"/>
                <a:gd name="connsiteX30" fmla="*/ 378226 w 1320093"/>
                <a:gd name="connsiteY30" fmla="*/ 291945 h 680117"/>
                <a:gd name="connsiteX31" fmla="*/ 378226 w 1320093"/>
                <a:gd name="connsiteY31" fmla="*/ 553235 h 680117"/>
                <a:gd name="connsiteX32" fmla="*/ 528701 w 1320093"/>
                <a:gd name="connsiteY32" fmla="*/ 680118 h 680117"/>
                <a:gd name="connsiteX33" fmla="*/ 611206 w 1320093"/>
                <a:gd name="connsiteY33" fmla="*/ 672849 h 680117"/>
                <a:gd name="connsiteX34" fmla="*/ 611206 w 1320093"/>
                <a:gd name="connsiteY34" fmla="*/ 566752 h 680117"/>
                <a:gd name="connsiteX35" fmla="*/ 603938 w 1320093"/>
                <a:gd name="connsiteY35" fmla="*/ 566752 h 680117"/>
                <a:gd name="connsiteX36" fmla="*/ 571292 w 1320093"/>
                <a:gd name="connsiteY36" fmla="*/ 568538 h 680117"/>
                <a:gd name="connsiteX37" fmla="*/ 517861 w 1320093"/>
                <a:gd name="connsiteY37" fmla="*/ 522247 h 680117"/>
                <a:gd name="connsiteX38" fmla="*/ 517861 w 1320093"/>
                <a:gd name="connsiteY38" fmla="*/ 291818 h 680117"/>
                <a:gd name="connsiteX39" fmla="*/ 619240 w 1320093"/>
                <a:gd name="connsiteY39" fmla="*/ 291818 h 680117"/>
                <a:gd name="connsiteX40" fmla="*/ 737197 w 1320093"/>
                <a:gd name="connsiteY40" fmla="*/ 674507 h 680117"/>
                <a:gd name="connsiteX41" fmla="*/ 869563 w 1320093"/>
                <a:gd name="connsiteY41" fmla="*/ 674507 h 680117"/>
                <a:gd name="connsiteX42" fmla="*/ 922102 w 1320093"/>
                <a:gd name="connsiteY42" fmla="*/ 477743 h 680117"/>
                <a:gd name="connsiteX43" fmla="*/ 953854 w 1320093"/>
                <a:gd name="connsiteY43" fmla="*/ 329947 h 680117"/>
                <a:gd name="connsiteX44" fmla="*/ 955640 w 1320093"/>
                <a:gd name="connsiteY44" fmla="*/ 329947 h 680117"/>
                <a:gd name="connsiteX45" fmla="*/ 985607 w 1320093"/>
                <a:gd name="connsiteY45" fmla="*/ 477743 h 680117"/>
                <a:gd name="connsiteX46" fmla="*/ 1036360 w 1320093"/>
                <a:gd name="connsiteY46" fmla="*/ 674507 h 680117"/>
                <a:gd name="connsiteX47" fmla="*/ 1170512 w 1320093"/>
                <a:gd name="connsiteY47" fmla="*/ 674507 h 680117"/>
                <a:gd name="connsiteX48" fmla="*/ 1320093 w 1320093"/>
                <a:gd name="connsiteY48" fmla="*/ 192097 h 680117"/>
                <a:gd name="connsiteX49" fmla="*/ 1179566 w 1320093"/>
                <a:gd name="connsiteY49" fmla="*/ 192097 h 68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20093" h="680117">
                  <a:moveTo>
                    <a:pt x="1179693" y="192352"/>
                  </a:moveTo>
                  <a:lnTo>
                    <a:pt x="1128047" y="380062"/>
                  </a:lnTo>
                  <a:cubicBezTo>
                    <a:pt x="1111725" y="438084"/>
                    <a:pt x="1098973" y="530536"/>
                    <a:pt x="1098973" y="530536"/>
                  </a:cubicBezTo>
                  <a:lnTo>
                    <a:pt x="1097188" y="530536"/>
                  </a:lnTo>
                  <a:cubicBezTo>
                    <a:pt x="1097188" y="530536"/>
                    <a:pt x="1081757" y="436299"/>
                    <a:pt x="1065435" y="378149"/>
                  </a:cubicBezTo>
                  <a:lnTo>
                    <a:pt x="1014682" y="192224"/>
                  </a:lnTo>
                  <a:lnTo>
                    <a:pt x="894047" y="192224"/>
                  </a:lnTo>
                  <a:lnTo>
                    <a:pt x="845079" y="378149"/>
                  </a:lnTo>
                  <a:cubicBezTo>
                    <a:pt x="829649" y="436171"/>
                    <a:pt x="814219" y="529644"/>
                    <a:pt x="814219" y="529644"/>
                  </a:cubicBezTo>
                  <a:lnTo>
                    <a:pt x="812434" y="529644"/>
                  </a:lnTo>
                  <a:cubicBezTo>
                    <a:pt x="812434" y="529644"/>
                    <a:pt x="799682" y="437191"/>
                    <a:pt x="784379" y="380062"/>
                  </a:cubicBezTo>
                  <a:lnTo>
                    <a:pt x="733626" y="192352"/>
                  </a:lnTo>
                  <a:lnTo>
                    <a:pt x="517861" y="192352"/>
                  </a:lnTo>
                  <a:lnTo>
                    <a:pt x="517861" y="38179"/>
                  </a:lnTo>
                  <a:lnTo>
                    <a:pt x="378226" y="38179"/>
                  </a:lnTo>
                  <a:lnTo>
                    <a:pt x="378226" y="192352"/>
                  </a:lnTo>
                  <a:lnTo>
                    <a:pt x="214872" y="192352"/>
                  </a:lnTo>
                  <a:lnTo>
                    <a:pt x="214872" y="161492"/>
                  </a:lnTo>
                  <a:cubicBezTo>
                    <a:pt x="214872" y="107168"/>
                    <a:pt x="243947" y="102577"/>
                    <a:pt x="315486" y="105255"/>
                  </a:cubicBezTo>
                  <a:lnTo>
                    <a:pt x="315486" y="3621"/>
                  </a:lnTo>
                  <a:cubicBezTo>
                    <a:pt x="295593" y="943"/>
                    <a:pt x="275572" y="51"/>
                    <a:pt x="256572" y="51"/>
                  </a:cubicBezTo>
                  <a:cubicBezTo>
                    <a:pt x="194979" y="-842"/>
                    <a:pt x="145119" y="9997"/>
                    <a:pt x="113366" y="38179"/>
                  </a:cubicBezTo>
                  <a:cubicBezTo>
                    <a:pt x="85311" y="63556"/>
                    <a:pt x="72559" y="99899"/>
                    <a:pt x="72559" y="151545"/>
                  </a:cubicBezTo>
                  <a:lnTo>
                    <a:pt x="72559" y="192352"/>
                  </a:lnTo>
                  <a:lnTo>
                    <a:pt x="0" y="192352"/>
                  </a:lnTo>
                  <a:lnTo>
                    <a:pt x="0" y="291945"/>
                  </a:lnTo>
                  <a:lnTo>
                    <a:pt x="72559" y="291945"/>
                  </a:lnTo>
                  <a:lnTo>
                    <a:pt x="72559" y="674635"/>
                  </a:lnTo>
                  <a:lnTo>
                    <a:pt x="214872" y="674635"/>
                  </a:lnTo>
                  <a:lnTo>
                    <a:pt x="214872" y="291945"/>
                  </a:lnTo>
                  <a:lnTo>
                    <a:pt x="378226" y="291945"/>
                  </a:lnTo>
                  <a:lnTo>
                    <a:pt x="378226" y="553235"/>
                  </a:lnTo>
                  <a:cubicBezTo>
                    <a:pt x="378226" y="651171"/>
                    <a:pt x="438926" y="680118"/>
                    <a:pt x="528701" y="680118"/>
                  </a:cubicBezTo>
                  <a:cubicBezTo>
                    <a:pt x="566829" y="680118"/>
                    <a:pt x="595776" y="675527"/>
                    <a:pt x="611206" y="672849"/>
                  </a:cubicBezTo>
                  <a:lnTo>
                    <a:pt x="611206" y="566752"/>
                  </a:lnTo>
                  <a:lnTo>
                    <a:pt x="603938" y="566752"/>
                  </a:lnTo>
                  <a:cubicBezTo>
                    <a:pt x="594884" y="567645"/>
                    <a:pt x="580346" y="568538"/>
                    <a:pt x="571292" y="568538"/>
                  </a:cubicBezTo>
                  <a:cubicBezTo>
                    <a:pt x="537754" y="568538"/>
                    <a:pt x="517861" y="558591"/>
                    <a:pt x="517861" y="522247"/>
                  </a:cubicBezTo>
                  <a:lnTo>
                    <a:pt x="517861" y="291818"/>
                  </a:lnTo>
                  <a:lnTo>
                    <a:pt x="619240" y="291818"/>
                  </a:lnTo>
                  <a:lnTo>
                    <a:pt x="737197" y="674507"/>
                  </a:lnTo>
                  <a:lnTo>
                    <a:pt x="869563" y="674507"/>
                  </a:lnTo>
                  <a:lnTo>
                    <a:pt x="922102" y="477743"/>
                  </a:lnTo>
                  <a:cubicBezTo>
                    <a:pt x="936639" y="422399"/>
                    <a:pt x="953854" y="329947"/>
                    <a:pt x="953854" y="329947"/>
                  </a:cubicBezTo>
                  <a:lnTo>
                    <a:pt x="955640" y="329947"/>
                  </a:lnTo>
                  <a:cubicBezTo>
                    <a:pt x="955640" y="329947"/>
                    <a:pt x="971069" y="423292"/>
                    <a:pt x="985607" y="477743"/>
                  </a:cubicBezTo>
                  <a:lnTo>
                    <a:pt x="1036360" y="674507"/>
                  </a:lnTo>
                  <a:lnTo>
                    <a:pt x="1170512" y="674507"/>
                  </a:lnTo>
                  <a:lnTo>
                    <a:pt x="1320093" y="192097"/>
                  </a:lnTo>
                  <a:lnTo>
                    <a:pt x="1179566" y="192097"/>
                  </a:lnTo>
                  <a:close/>
                </a:path>
              </a:pathLst>
            </a:custGeom>
            <a:grpFill/>
            <a:ln w="12748" cap="flat">
              <a:no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964D1596-761D-6A44-90FB-675A88764414}"/>
                </a:ext>
              </a:extLst>
            </p:cNvPr>
            <p:cNvSpPr/>
            <p:nvPr/>
          </p:nvSpPr>
          <p:spPr>
            <a:xfrm>
              <a:off x="2945534" y="3467059"/>
              <a:ext cx="473101" cy="508679"/>
            </a:xfrm>
            <a:custGeom>
              <a:avLst/>
              <a:gdLst>
                <a:gd name="connsiteX0" fmla="*/ 314593 w 473101"/>
                <a:gd name="connsiteY0" fmla="*/ 322882 h 508679"/>
                <a:gd name="connsiteX1" fmla="*/ 209389 w 473101"/>
                <a:gd name="connsiteY1" fmla="*/ 415335 h 508679"/>
                <a:gd name="connsiteX2" fmla="*/ 138615 w 473101"/>
                <a:gd name="connsiteY2" fmla="*/ 358205 h 508679"/>
                <a:gd name="connsiteX3" fmla="*/ 231067 w 473101"/>
                <a:gd name="connsiteY3" fmla="*/ 287432 h 508679"/>
                <a:gd name="connsiteX4" fmla="*/ 314466 w 473101"/>
                <a:gd name="connsiteY4" fmla="*/ 260270 h 508679"/>
                <a:gd name="connsiteX5" fmla="*/ 314466 w 473101"/>
                <a:gd name="connsiteY5" fmla="*/ 322882 h 508679"/>
                <a:gd name="connsiteX6" fmla="*/ 473102 w 473101"/>
                <a:gd name="connsiteY6" fmla="*/ 496055 h 508679"/>
                <a:gd name="connsiteX7" fmla="*/ 449765 w 473101"/>
                <a:gd name="connsiteY7" fmla="*/ 420818 h 508679"/>
                <a:gd name="connsiteX8" fmla="*/ 449765 w 473101"/>
                <a:gd name="connsiteY8" fmla="*/ 173300 h 508679"/>
                <a:gd name="connsiteX9" fmla="*/ 376313 w 473101"/>
                <a:gd name="connsiteY9" fmla="*/ 29075 h 508679"/>
                <a:gd name="connsiteX10" fmla="*/ 237571 w 473101"/>
                <a:gd name="connsiteY10" fmla="*/ 0 h 508679"/>
                <a:gd name="connsiteX11" fmla="*/ 23591 w 473101"/>
                <a:gd name="connsiteY11" fmla="*/ 159528 h 508679"/>
                <a:gd name="connsiteX12" fmla="*/ 155065 w 473101"/>
                <a:gd name="connsiteY12" fmla="*/ 159528 h 508679"/>
                <a:gd name="connsiteX13" fmla="*/ 239356 w 473101"/>
                <a:gd name="connsiteY13" fmla="*/ 96023 h 508679"/>
                <a:gd name="connsiteX14" fmla="*/ 311023 w 473101"/>
                <a:gd name="connsiteY14" fmla="*/ 154045 h 508679"/>
                <a:gd name="connsiteX15" fmla="*/ 189496 w 473101"/>
                <a:gd name="connsiteY15" fmla="*/ 215765 h 508679"/>
                <a:gd name="connsiteX16" fmla="*/ 0 w 473101"/>
                <a:gd name="connsiteY16" fmla="*/ 362669 h 508679"/>
                <a:gd name="connsiteX17" fmla="*/ 165012 w 473101"/>
                <a:gd name="connsiteY17" fmla="*/ 508680 h 508679"/>
                <a:gd name="connsiteX18" fmla="*/ 312808 w 473101"/>
                <a:gd name="connsiteY18" fmla="*/ 437013 h 508679"/>
                <a:gd name="connsiteX19" fmla="*/ 329131 w 473101"/>
                <a:gd name="connsiteY19" fmla="*/ 495928 h 508679"/>
                <a:gd name="connsiteX20" fmla="*/ 473102 w 473101"/>
                <a:gd name="connsiteY20" fmla="*/ 495928 h 50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3101" h="508679">
                  <a:moveTo>
                    <a:pt x="314593" y="322882"/>
                  </a:moveTo>
                  <a:cubicBezTo>
                    <a:pt x="314593" y="375421"/>
                    <a:pt x="272894" y="415335"/>
                    <a:pt x="209389" y="415335"/>
                  </a:cubicBezTo>
                  <a:cubicBezTo>
                    <a:pt x="170368" y="415335"/>
                    <a:pt x="138615" y="399905"/>
                    <a:pt x="138615" y="358205"/>
                  </a:cubicBezTo>
                  <a:cubicBezTo>
                    <a:pt x="138615" y="316506"/>
                    <a:pt x="168582" y="301076"/>
                    <a:pt x="231067" y="287432"/>
                  </a:cubicBezTo>
                  <a:cubicBezTo>
                    <a:pt x="262820" y="280163"/>
                    <a:pt x="293680" y="272894"/>
                    <a:pt x="314466" y="260270"/>
                  </a:cubicBezTo>
                  <a:lnTo>
                    <a:pt x="314466" y="322882"/>
                  </a:lnTo>
                  <a:close/>
                  <a:moveTo>
                    <a:pt x="473102" y="496055"/>
                  </a:moveTo>
                  <a:cubicBezTo>
                    <a:pt x="459074" y="483558"/>
                    <a:pt x="449765" y="458947"/>
                    <a:pt x="449765" y="420818"/>
                  </a:cubicBezTo>
                  <a:lnTo>
                    <a:pt x="449765" y="173300"/>
                  </a:lnTo>
                  <a:cubicBezTo>
                    <a:pt x="449765" y="108010"/>
                    <a:pt x="426174" y="58149"/>
                    <a:pt x="376313" y="29075"/>
                  </a:cubicBezTo>
                  <a:cubicBezTo>
                    <a:pt x="342775" y="9181"/>
                    <a:pt x="299291" y="0"/>
                    <a:pt x="237571" y="0"/>
                  </a:cubicBezTo>
                  <a:cubicBezTo>
                    <a:pt x="94365" y="0"/>
                    <a:pt x="27162" y="77023"/>
                    <a:pt x="23591" y="159528"/>
                  </a:cubicBezTo>
                  <a:lnTo>
                    <a:pt x="155065" y="159528"/>
                  </a:lnTo>
                  <a:cubicBezTo>
                    <a:pt x="158636" y="121400"/>
                    <a:pt x="185033" y="96023"/>
                    <a:pt x="239356" y="96023"/>
                  </a:cubicBezTo>
                  <a:cubicBezTo>
                    <a:pt x="288324" y="96023"/>
                    <a:pt x="311023" y="119614"/>
                    <a:pt x="311023" y="154045"/>
                  </a:cubicBezTo>
                  <a:cubicBezTo>
                    <a:pt x="311023" y="190388"/>
                    <a:pt x="275700" y="203906"/>
                    <a:pt x="189496" y="215765"/>
                  </a:cubicBezTo>
                  <a:cubicBezTo>
                    <a:pt x="84291" y="228389"/>
                    <a:pt x="0" y="255679"/>
                    <a:pt x="0" y="362669"/>
                  </a:cubicBezTo>
                  <a:cubicBezTo>
                    <a:pt x="0" y="457799"/>
                    <a:pt x="69881" y="508680"/>
                    <a:pt x="165012" y="508680"/>
                  </a:cubicBezTo>
                  <a:cubicBezTo>
                    <a:pt x="239356" y="508680"/>
                    <a:pt x="281056" y="481518"/>
                    <a:pt x="312808" y="437013"/>
                  </a:cubicBezTo>
                  <a:cubicBezTo>
                    <a:pt x="315486" y="464175"/>
                    <a:pt x="321862" y="485088"/>
                    <a:pt x="329131" y="495928"/>
                  </a:cubicBezTo>
                  <a:lnTo>
                    <a:pt x="473102" y="495928"/>
                  </a:lnTo>
                  <a:close/>
                </a:path>
              </a:pathLst>
            </a:custGeom>
            <a:grpFill/>
            <a:ln w="12748" cap="flat">
              <a:noFill/>
              <a:prstDash val="solid"/>
              <a:miter/>
            </a:ln>
          </p:spPr>
          <p:txBody>
            <a:bodyPr rtlCol="0" anchor="ctr"/>
            <a:lstStyle/>
            <a:p>
              <a:endParaRPr lang="en-AU"/>
            </a:p>
          </p:txBody>
        </p:sp>
        <p:sp>
          <p:nvSpPr>
            <p:cNvPr id="23" name="Freeform: Shape 22">
              <a:extLst>
                <a:ext uri="{FF2B5EF4-FFF2-40B4-BE49-F238E27FC236}">
                  <a16:creationId xmlns:a16="http://schemas.microsoft.com/office/drawing/2014/main" id="{C245A43B-98DB-F7D1-8BE3-387CDA0D903F}"/>
                </a:ext>
              </a:extLst>
            </p:cNvPr>
            <p:cNvSpPr/>
            <p:nvPr/>
          </p:nvSpPr>
          <p:spPr>
            <a:xfrm>
              <a:off x="3454341" y="3472670"/>
              <a:ext cx="303753" cy="490571"/>
            </a:xfrm>
            <a:custGeom>
              <a:avLst/>
              <a:gdLst>
                <a:gd name="connsiteX0" fmla="*/ 303754 w 303753"/>
                <a:gd name="connsiteY0" fmla="*/ 127776 h 490571"/>
                <a:gd name="connsiteX1" fmla="*/ 303754 w 303753"/>
                <a:gd name="connsiteY1" fmla="*/ 3571 h 490571"/>
                <a:gd name="connsiteX2" fmla="*/ 273787 w 303753"/>
                <a:gd name="connsiteY2" fmla="*/ 0 h 490571"/>
                <a:gd name="connsiteX3" fmla="*/ 139635 w 303753"/>
                <a:gd name="connsiteY3" fmla="*/ 94238 h 490571"/>
                <a:gd name="connsiteX4" fmla="*/ 136957 w 303753"/>
                <a:gd name="connsiteY4" fmla="*/ 94238 h 490571"/>
                <a:gd name="connsiteX5" fmla="*/ 136957 w 303753"/>
                <a:gd name="connsiteY5" fmla="*/ 8161 h 490571"/>
                <a:gd name="connsiteX6" fmla="*/ 0 w 303753"/>
                <a:gd name="connsiteY6" fmla="*/ 8161 h 490571"/>
                <a:gd name="connsiteX7" fmla="*/ 0 w 303753"/>
                <a:gd name="connsiteY7" fmla="*/ 490572 h 490571"/>
                <a:gd name="connsiteX8" fmla="*/ 142313 w 303753"/>
                <a:gd name="connsiteY8" fmla="*/ 490572 h 490571"/>
                <a:gd name="connsiteX9" fmla="*/ 142313 w 303753"/>
                <a:gd name="connsiteY9" fmla="*/ 266646 h 490571"/>
                <a:gd name="connsiteX10" fmla="*/ 270216 w 303753"/>
                <a:gd name="connsiteY10" fmla="*/ 125225 h 490571"/>
                <a:gd name="connsiteX11" fmla="*/ 300183 w 303753"/>
                <a:gd name="connsiteY11" fmla="*/ 127903 h 490571"/>
                <a:gd name="connsiteX12" fmla="*/ 303754 w 303753"/>
                <a:gd name="connsiteY12" fmla="*/ 127903 h 490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3" h="490571">
                  <a:moveTo>
                    <a:pt x="303754" y="127776"/>
                  </a:moveTo>
                  <a:lnTo>
                    <a:pt x="303754" y="3571"/>
                  </a:lnTo>
                  <a:cubicBezTo>
                    <a:pt x="297378" y="893"/>
                    <a:pt x="287431" y="0"/>
                    <a:pt x="273787" y="0"/>
                  </a:cubicBezTo>
                  <a:cubicBezTo>
                    <a:pt x="213980" y="0"/>
                    <a:pt x="170368" y="27162"/>
                    <a:pt x="139635" y="94238"/>
                  </a:cubicBezTo>
                  <a:lnTo>
                    <a:pt x="136957" y="94238"/>
                  </a:lnTo>
                  <a:lnTo>
                    <a:pt x="136957" y="8161"/>
                  </a:lnTo>
                  <a:lnTo>
                    <a:pt x="0" y="8161"/>
                  </a:lnTo>
                  <a:lnTo>
                    <a:pt x="0" y="490572"/>
                  </a:lnTo>
                  <a:lnTo>
                    <a:pt x="142313" y="490572"/>
                  </a:lnTo>
                  <a:lnTo>
                    <a:pt x="142313" y="266646"/>
                  </a:lnTo>
                  <a:cubicBezTo>
                    <a:pt x="142313" y="172280"/>
                    <a:pt x="193066" y="124333"/>
                    <a:pt x="270216" y="125225"/>
                  </a:cubicBezTo>
                  <a:cubicBezTo>
                    <a:pt x="280163" y="125225"/>
                    <a:pt x="290109" y="126118"/>
                    <a:pt x="300183" y="127903"/>
                  </a:cubicBezTo>
                  <a:lnTo>
                    <a:pt x="303754" y="127903"/>
                  </a:lnTo>
                  <a:close/>
                </a:path>
              </a:pathLst>
            </a:custGeom>
            <a:grpFill/>
            <a:ln w="12748" cap="flat">
              <a:noFill/>
              <a:prstDash val="solid"/>
              <a:miter/>
            </a:ln>
          </p:spPr>
          <p:txBody>
            <a:bodyPr rtlCol="0" anchor="ctr"/>
            <a:lstStyle/>
            <a:p>
              <a:endParaRPr lang="en-AU"/>
            </a:p>
          </p:txBody>
        </p:sp>
        <p:sp>
          <p:nvSpPr>
            <p:cNvPr id="24" name="Freeform: Shape 23">
              <a:extLst>
                <a:ext uri="{FF2B5EF4-FFF2-40B4-BE49-F238E27FC236}">
                  <a16:creationId xmlns:a16="http://schemas.microsoft.com/office/drawing/2014/main" id="{E148B643-9C0B-A322-B8EF-4ADC7820900A}"/>
                </a:ext>
              </a:extLst>
            </p:cNvPr>
            <p:cNvSpPr/>
            <p:nvPr/>
          </p:nvSpPr>
          <p:spPr>
            <a:xfrm>
              <a:off x="3753887" y="3467186"/>
              <a:ext cx="491487" cy="510464"/>
            </a:xfrm>
            <a:custGeom>
              <a:avLst/>
              <a:gdLst>
                <a:gd name="connsiteX0" fmla="*/ 247645 w 491487"/>
                <a:gd name="connsiteY0" fmla="*/ 100614 h 510464"/>
                <a:gd name="connsiteX1" fmla="*/ 346473 w 491487"/>
                <a:gd name="connsiteY1" fmla="*/ 208496 h 510464"/>
                <a:gd name="connsiteX2" fmla="*/ 140655 w 491487"/>
                <a:gd name="connsiteY2" fmla="*/ 208496 h 510464"/>
                <a:gd name="connsiteX3" fmla="*/ 247645 w 491487"/>
                <a:gd name="connsiteY3" fmla="*/ 100614 h 510464"/>
                <a:gd name="connsiteX4" fmla="*/ 256699 w 491487"/>
                <a:gd name="connsiteY4" fmla="*/ 407046 h 510464"/>
                <a:gd name="connsiteX5" fmla="*/ 139635 w 491487"/>
                <a:gd name="connsiteY5" fmla="*/ 291002 h 510464"/>
                <a:gd name="connsiteX6" fmla="*/ 491464 w 491487"/>
                <a:gd name="connsiteY6" fmla="*/ 291002 h 510464"/>
                <a:gd name="connsiteX7" fmla="*/ 413422 w 491487"/>
                <a:gd name="connsiteY7" fmla="*/ 61592 h 510464"/>
                <a:gd name="connsiteX8" fmla="*/ 247517 w 491487"/>
                <a:gd name="connsiteY8" fmla="*/ 0 h 510464"/>
                <a:gd name="connsiteX9" fmla="*/ 0 w 491487"/>
                <a:gd name="connsiteY9" fmla="*/ 255679 h 510464"/>
                <a:gd name="connsiteX10" fmla="*/ 254786 w 491487"/>
                <a:gd name="connsiteY10" fmla="*/ 510465 h 510464"/>
                <a:gd name="connsiteX11" fmla="*/ 482411 w 491487"/>
                <a:gd name="connsiteY11" fmla="*/ 359991 h 510464"/>
                <a:gd name="connsiteX12" fmla="*/ 344561 w 491487"/>
                <a:gd name="connsiteY12" fmla="*/ 359991 h 510464"/>
                <a:gd name="connsiteX13" fmla="*/ 256572 w 491487"/>
                <a:gd name="connsiteY13" fmla="*/ 407173 h 51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487" h="510464">
                  <a:moveTo>
                    <a:pt x="247645" y="100614"/>
                  </a:moveTo>
                  <a:cubicBezTo>
                    <a:pt x="303882" y="100614"/>
                    <a:pt x="341883" y="141420"/>
                    <a:pt x="346473" y="208496"/>
                  </a:cubicBezTo>
                  <a:lnTo>
                    <a:pt x="140655" y="208496"/>
                  </a:lnTo>
                  <a:cubicBezTo>
                    <a:pt x="149709" y="142313"/>
                    <a:pt x="182355" y="100614"/>
                    <a:pt x="247645" y="100614"/>
                  </a:cubicBezTo>
                  <a:moveTo>
                    <a:pt x="256699" y="407046"/>
                  </a:moveTo>
                  <a:cubicBezTo>
                    <a:pt x="187838" y="407046"/>
                    <a:pt x="148817" y="363561"/>
                    <a:pt x="139635" y="291002"/>
                  </a:cubicBezTo>
                  <a:lnTo>
                    <a:pt x="491464" y="291002"/>
                  </a:lnTo>
                  <a:cubicBezTo>
                    <a:pt x="492357" y="195744"/>
                    <a:pt x="467873" y="114258"/>
                    <a:pt x="413422" y="61592"/>
                  </a:cubicBezTo>
                  <a:cubicBezTo>
                    <a:pt x="370830" y="22571"/>
                    <a:pt x="316379" y="0"/>
                    <a:pt x="247517" y="0"/>
                  </a:cubicBezTo>
                  <a:cubicBezTo>
                    <a:pt x="100614" y="0"/>
                    <a:pt x="0" y="110688"/>
                    <a:pt x="0" y="255679"/>
                  </a:cubicBezTo>
                  <a:cubicBezTo>
                    <a:pt x="0" y="400670"/>
                    <a:pt x="97043" y="510465"/>
                    <a:pt x="254786" y="510465"/>
                  </a:cubicBezTo>
                  <a:cubicBezTo>
                    <a:pt x="378991" y="510465"/>
                    <a:pt x="457926" y="445174"/>
                    <a:pt x="482411" y="359991"/>
                  </a:cubicBezTo>
                  <a:lnTo>
                    <a:pt x="344561" y="359991"/>
                  </a:lnTo>
                  <a:cubicBezTo>
                    <a:pt x="329131" y="389958"/>
                    <a:pt x="301076" y="407173"/>
                    <a:pt x="256572" y="407173"/>
                  </a:cubicBezTo>
                </a:path>
              </a:pathLst>
            </a:custGeom>
            <a:grpFill/>
            <a:ln w="12748" cap="flat">
              <a:noFill/>
              <a:prstDash val="solid"/>
              <a:miter/>
            </a:ln>
          </p:spPr>
          <p:txBody>
            <a:bodyPr rtlCol="0" anchor="ctr"/>
            <a:lstStyle/>
            <a:p>
              <a:endParaRPr lang="en-AU"/>
            </a:p>
          </p:txBody>
        </p:sp>
      </p:grpSp>
    </p:spTree>
    <p:extLst>
      <p:ext uri="{BB962C8B-B14F-4D97-AF65-F5344CB8AC3E}">
        <p14:creationId xmlns:p14="http://schemas.microsoft.com/office/powerpoint/2010/main" val="81025163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C2062340-C36F-AAE5-710B-BD8A30B9AE7E}"/>
              </a:ext>
            </a:extLst>
          </p:cNvPr>
          <p:cNvSpPr>
            <a:spLocks noGrp="1"/>
          </p:cNvSpPr>
          <p:nvPr>
            <p:ph type="ftr" sz="quarter" idx="3"/>
          </p:nvPr>
        </p:nvSpPr>
        <p:spPr>
          <a:xfrm>
            <a:off x="660389" y="6341508"/>
            <a:ext cx="3787785" cy="156448"/>
          </a:xfrm>
          <a:prstGeom prst="rect">
            <a:avLst/>
          </a:prstGeom>
        </p:spPr>
        <p:txBody>
          <a:bodyPr lIns="0" tIns="0" rIns="0" bIns="0" anchor="ctr" anchorCtr="0"/>
          <a:lstStyle>
            <a:lvl1pPr>
              <a:defRPr sz="800">
                <a:solidFill>
                  <a:schemeClr val="bg1"/>
                </a:solidFill>
              </a:defRPr>
            </a:lvl1pPr>
          </a:lstStyle>
          <a:p>
            <a:r>
              <a:rPr lang="en-US"/>
              <a:t>|    Presentation footer</a:t>
            </a:r>
            <a:endParaRPr lang="en-AU" dirty="0"/>
          </a:p>
        </p:txBody>
      </p:sp>
      <p:sp>
        <p:nvSpPr>
          <p:cNvPr id="9" name="Slide Number Placeholder 8">
            <a:extLst>
              <a:ext uri="{FF2B5EF4-FFF2-40B4-BE49-F238E27FC236}">
                <a16:creationId xmlns:a16="http://schemas.microsoft.com/office/drawing/2014/main" id="{AF1C7A71-6EDE-FB77-FC62-5462110FB365}"/>
              </a:ext>
            </a:extLst>
          </p:cNvPr>
          <p:cNvSpPr>
            <a:spLocks noGrp="1"/>
          </p:cNvSpPr>
          <p:nvPr>
            <p:ph type="sldNum" sz="quarter" idx="4"/>
          </p:nvPr>
        </p:nvSpPr>
        <p:spPr>
          <a:xfrm>
            <a:off x="479425" y="6339948"/>
            <a:ext cx="173038" cy="169200"/>
          </a:xfrm>
          <a:prstGeom prst="rect">
            <a:avLst/>
          </a:prstGeom>
        </p:spPr>
        <p:txBody>
          <a:bodyPr vert="horz" lIns="0" tIns="0" rIns="0" bIns="0" rtlCol="0" anchor="ctr"/>
          <a:lstStyle>
            <a:lvl1pPr algn="l">
              <a:defRPr sz="800">
                <a:solidFill>
                  <a:schemeClr val="bg1"/>
                </a:solidFill>
              </a:defRPr>
            </a:lvl1pPr>
          </a:lstStyle>
          <a:p>
            <a:fld id="{E4C2AD82-1025-4508-97C1-6F7EE5C92734}" type="slidenum">
              <a:rPr lang="en-AU" smtClean="0"/>
              <a:pPr/>
              <a:t>‹#›</a:t>
            </a:fld>
            <a:endParaRPr lang="en-AU" dirty="0"/>
          </a:p>
        </p:txBody>
      </p:sp>
    </p:spTree>
    <p:extLst>
      <p:ext uri="{BB962C8B-B14F-4D97-AF65-F5344CB8AC3E}">
        <p14:creationId xmlns:p14="http://schemas.microsoft.com/office/powerpoint/2010/main" val="2361516644"/>
      </p:ext>
    </p:extLst>
  </p:cSld>
  <p:clrMap bg1="lt1" tx1="dk1" bg2="lt2" tx2="dk2" accent1="accent1" accent2="accent2" accent3="accent3" accent4="accent4" accent5="accent5" accent6="accent6" hlink="hlink" folHlink="folHlink"/>
  <p:sldLayoutIdLst>
    <p:sldLayoutId id="2147483780" r:id="rId1"/>
    <p:sldLayoutId id="2147483890" r:id="rId2"/>
    <p:sldLayoutId id="2147483786" r:id="rId3"/>
    <p:sldLayoutId id="2147483788" r:id="rId4"/>
    <p:sldLayoutId id="2147483789" r:id="rId5"/>
    <p:sldLayoutId id="2147483790" r:id="rId6"/>
    <p:sldLayoutId id="2147483791" r:id="rId7"/>
    <p:sldLayoutId id="2147483886" r:id="rId8"/>
    <p:sldLayoutId id="2147483792" r:id="rId9"/>
    <p:sldLayoutId id="2147483793" r:id="rId10"/>
    <p:sldLayoutId id="2147483794" r:id="rId11"/>
    <p:sldLayoutId id="2147483782" r:id="rId12"/>
    <p:sldLayoutId id="2147483924" r:id="rId13"/>
    <p:sldLayoutId id="2147483797" r:id="rId14"/>
    <p:sldLayoutId id="2147483799" r:id="rId15"/>
    <p:sldLayoutId id="2147483800" r:id="rId16"/>
    <p:sldLayoutId id="2147483891" r:id="rId17"/>
    <p:sldLayoutId id="2147483859" r:id="rId18"/>
    <p:sldLayoutId id="2147483887" r:id="rId19"/>
    <p:sldLayoutId id="2147483912" r:id="rId20"/>
    <p:sldLayoutId id="2147483805" r:id="rId21"/>
    <p:sldLayoutId id="2147483888" r:id="rId22"/>
    <p:sldLayoutId id="2147483904" r:id="rId23"/>
    <p:sldLayoutId id="2147483893" r:id="rId24"/>
    <p:sldLayoutId id="2147483894" r:id="rId25"/>
    <p:sldLayoutId id="2147483895" r:id="rId26"/>
    <p:sldLayoutId id="2147483906" r:id="rId27"/>
    <p:sldLayoutId id="2147483896" r:id="rId28"/>
    <p:sldLayoutId id="2147483898" r:id="rId29"/>
    <p:sldLayoutId id="2147483897" r:id="rId30"/>
    <p:sldLayoutId id="2147483908" r:id="rId31"/>
    <p:sldLayoutId id="2147483899" r:id="rId32"/>
    <p:sldLayoutId id="2147483901" r:id="rId33"/>
    <p:sldLayoutId id="2147483900" r:id="rId34"/>
    <p:sldLayoutId id="2147483910" r:id="rId35"/>
    <p:sldLayoutId id="2147483882" r:id="rId36"/>
    <p:sldLayoutId id="2147483911" r:id="rId37"/>
    <p:sldLayoutId id="2147483860" r:id="rId38"/>
    <p:sldLayoutId id="2147483914" r:id="rId39"/>
    <p:sldLayoutId id="2147483806" r:id="rId40"/>
    <p:sldLayoutId id="2147483913" r:id="rId41"/>
    <p:sldLayoutId id="2147483808" r:id="rId42"/>
    <p:sldLayoutId id="2147483915" r:id="rId43"/>
    <p:sldLayoutId id="2147483862" r:id="rId44"/>
    <p:sldLayoutId id="2147483916" r:id="rId45"/>
    <p:sldLayoutId id="2147483809" r:id="rId46"/>
    <p:sldLayoutId id="2147483902" r:id="rId47"/>
    <p:sldLayoutId id="2147483917" r:id="rId48"/>
    <p:sldLayoutId id="2147483918" r:id="rId49"/>
    <p:sldLayoutId id="2147483863" r:id="rId50"/>
    <p:sldLayoutId id="2147483903" r:id="rId51"/>
    <p:sldLayoutId id="2147483919" r:id="rId52"/>
    <p:sldLayoutId id="2147483920" r:id="rId53"/>
    <p:sldLayoutId id="2147483867" r:id="rId54"/>
    <p:sldLayoutId id="2147483869" r:id="rId55"/>
    <p:sldLayoutId id="2147483922" r:id="rId56"/>
    <p:sldLayoutId id="2147483925" r:id="rId57"/>
    <p:sldLayoutId id="2147483813" r:id="rId58"/>
    <p:sldLayoutId id="2147483815" r:id="rId59"/>
    <p:sldLayoutId id="2147483921" r:id="rId60"/>
    <p:sldLayoutId id="2147483926" r:id="rId61"/>
    <p:sldLayoutId id="2147483817" r:id="rId62"/>
    <p:sldLayoutId id="2147483816" r:id="rId63"/>
    <p:sldLayoutId id="2147483818" r:id="rId64"/>
    <p:sldLayoutId id="2147483820" r:id="rId65"/>
    <p:sldLayoutId id="2147483821" r:id="rId66"/>
    <p:sldLayoutId id="2147483823" r:id="rId67"/>
    <p:sldLayoutId id="2147483827" r:id="rId68"/>
    <p:sldLayoutId id="2147483830" r:id="rId69"/>
    <p:sldLayoutId id="2147483874" r:id="rId70"/>
    <p:sldLayoutId id="2147483829" r:id="rId71"/>
    <p:sldLayoutId id="2147483836" r:id="rId72"/>
    <p:sldLayoutId id="2147483923" r:id="rId73"/>
    <p:sldLayoutId id="2147483833" r:id="rId74"/>
    <p:sldLayoutId id="2147483889" r:id="rId75"/>
    <p:sldLayoutId id="2147483841" r:id="rId76"/>
    <p:sldLayoutId id="2147483842" r:id="rId77"/>
    <p:sldLayoutId id="2147483848" r:id="rId78"/>
    <p:sldLayoutId id="2147483849" r:id="rId79"/>
    <p:sldLayoutId id="2147483850" r:id="rId80"/>
    <p:sldLayoutId id="2147483851" r:id="rId81"/>
    <p:sldLayoutId id="2147483885" r:id="rId82"/>
    <p:sldLayoutId id="2147483857" r:id="rId83"/>
    <p:sldLayoutId id="2147483892" r:id="rId84"/>
  </p:sldLayoutIdLst>
  <p:hf hdr="0" ftr="0" dt="0"/>
  <p:txStyles>
    <p:titleStyle>
      <a:lvl1pPr algn="l" defTabSz="914400" rtl="0" eaLnBrk="1" latinLnBrk="0" hangingPunct="1">
        <a:lnSpc>
          <a:spcPct val="90000"/>
        </a:lnSpc>
        <a:spcBef>
          <a:spcPct val="0"/>
        </a:spcBef>
        <a:buNone/>
        <a:defRPr sz="2800" b="1" kern="1200">
          <a:solidFill>
            <a:schemeClr val="bg1"/>
          </a:solidFill>
          <a:latin typeface="+mj-lt"/>
          <a:ea typeface="+mj-ea"/>
          <a:cs typeface="+mj-cs"/>
        </a:defRPr>
      </a:lvl1pPr>
    </p:titleStyle>
    <p:bodyStyle>
      <a:lvl1pPr marL="252000" indent="-252000" algn="l" defTabSz="914400" rtl="0" eaLnBrk="1" latinLnBrk="0" hangingPunct="1">
        <a:lnSpc>
          <a:spcPct val="100000"/>
        </a:lnSpc>
        <a:spcBef>
          <a:spcPts val="400"/>
        </a:spcBef>
        <a:spcAft>
          <a:spcPts val="600"/>
        </a:spcAft>
        <a:buFont typeface="Arial" panose="020B0604020202020204" pitchFamily="34" charset="0"/>
        <a:buChar char="•"/>
        <a:defRPr sz="1800" b="0" kern="1200">
          <a:solidFill>
            <a:schemeClr val="bg1"/>
          </a:solidFill>
          <a:latin typeface="+mn-lt"/>
          <a:ea typeface="+mn-ea"/>
          <a:cs typeface="+mn-cs"/>
        </a:defRPr>
      </a:lvl1pPr>
      <a:lvl2pPr marL="504000" indent="-252000" algn="l" defTabSz="914400" rtl="0" eaLnBrk="1" latinLnBrk="0" hangingPunct="1">
        <a:lnSpc>
          <a:spcPct val="100000"/>
        </a:lnSpc>
        <a:spcBef>
          <a:spcPts val="400"/>
        </a:spcBef>
        <a:spcAft>
          <a:spcPts val="600"/>
        </a:spcAft>
        <a:buClrTx/>
        <a:buFont typeface="Arial" panose="020B0604020202020204" pitchFamily="34" charset="0"/>
        <a:buChar char="•"/>
        <a:tabLst>
          <a:tab pos="180000" algn="l"/>
        </a:tabLst>
        <a:defRPr sz="1600" kern="1200">
          <a:solidFill>
            <a:schemeClr val="bg1"/>
          </a:solidFill>
          <a:latin typeface="+mn-lt"/>
          <a:ea typeface="+mn-ea"/>
          <a:cs typeface="+mn-cs"/>
        </a:defRPr>
      </a:lvl2pPr>
      <a:lvl3pPr marL="756000" indent="-252000" algn="l" defTabSz="914400" rtl="0" eaLnBrk="1" latinLnBrk="0" hangingPunct="1">
        <a:lnSpc>
          <a:spcPct val="100000"/>
        </a:lnSpc>
        <a:spcBef>
          <a:spcPts val="400"/>
        </a:spcBef>
        <a:spcAft>
          <a:spcPts val="600"/>
        </a:spcAft>
        <a:buClrTx/>
        <a:buFont typeface="Arial" panose="020B0604020202020204" pitchFamily="34" charset="0"/>
        <a:buChar char="•"/>
        <a:tabLst>
          <a:tab pos="360000" algn="l"/>
        </a:tabLst>
        <a:defRPr sz="1400" kern="1200">
          <a:solidFill>
            <a:schemeClr val="bg1"/>
          </a:solidFill>
          <a:latin typeface="+mn-lt"/>
          <a:ea typeface="+mn-ea"/>
          <a:cs typeface="+mn-cs"/>
        </a:defRPr>
      </a:lvl3pPr>
      <a:lvl4pPr marL="1008000" indent="-252000" algn="l" defTabSz="914400" rtl="0" eaLnBrk="1" latinLnBrk="0" hangingPunct="1">
        <a:lnSpc>
          <a:spcPct val="100000"/>
        </a:lnSpc>
        <a:spcBef>
          <a:spcPts val="400"/>
        </a:spcBef>
        <a:spcAft>
          <a:spcPts val="600"/>
        </a:spcAft>
        <a:buClrTx/>
        <a:buFont typeface="Arial" panose="020B0604020202020204" pitchFamily="34" charset="0"/>
        <a:buChar char="•"/>
        <a:tabLst/>
        <a:defRPr sz="1200" kern="1200">
          <a:solidFill>
            <a:schemeClr val="bg1"/>
          </a:solidFill>
          <a:latin typeface="+mn-lt"/>
          <a:ea typeface="+mn-ea"/>
          <a:cs typeface="+mn-cs"/>
        </a:defRPr>
      </a:lvl4pPr>
      <a:lvl5pPr marL="1260000" indent="-252000" algn="l" defTabSz="914400" rtl="0" eaLnBrk="1" latinLnBrk="0" hangingPunct="1">
        <a:lnSpc>
          <a:spcPct val="100000"/>
        </a:lnSpc>
        <a:spcBef>
          <a:spcPts val="400"/>
        </a:spcBef>
        <a:spcAft>
          <a:spcPts val="600"/>
        </a:spcAft>
        <a:buFont typeface="Arial" panose="020B0604020202020204" pitchFamily="34" charset="0"/>
        <a:buChar char="•"/>
        <a:defRPr sz="1200" i="1"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02" userDrawn="1">
          <p15:clr>
            <a:srgbClr val="F26B43"/>
          </p15:clr>
        </p15:guide>
        <p15:guide id="7" pos="7378" userDrawn="1">
          <p15:clr>
            <a:srgbClr val="F26B43"/>
          </p15:clr>
        </p15:guide>
        <p15:guide id="8" orient="horz" pos="1321" userDrawn="1">
          <p15:clr>
            <a:srgbClr val="F26B43"/>
          </p15:clr>
        </p15:guide>
        <p15:guide id="9" orient="horz" pos="3712" userDrawn="1">
          <p15:clr>
            <a:srgbClr val="F26B43"/>
          </p15:clr>
        </p15:guide>
        <p15:guide id="10" orient="horz" pos="30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D01E524-5514-3AC2-5998-D81F88E19CD8}"/>
              </a:ext>
            </a:extLst>
          </p:cNvPr>
          <p:cNvSpPr>
            <a:spLocks noGrp="1"/>
          </p:cNvSpPr>
          <p:nvPr>
            <p:ph type="sldNum" sz="quarter" idx="11"/>
          </p:nvPr>
        </p:nvSpPr>
        <p:spPr/>
        <p:txBody>
          <a:bodyPr/>
          <a:lstStyle/>
          <a:p>
            <a:fld id="{E4C2AD82-1025-4508-97C1-6F7EE5C92734}" type="slidenum">
              <a:rPr lang="en-AU" smtClean="0"/>
              <a:pPr/>
              <a:t>1</a:t>
            </a:fld>
            <a:endParaRPr lang="en-AU" dirty="0"/>
          </a:p>
        </p:txBody>
      </p:sp>
      <p:sp>
        <p:nvSpPr>
          <p:cNvPr id="4" name="Title 3">
            <a:extLst>
              <a:ext uri="{FF2B5EF4-FFF2-40B4-BE49-F238E27FC236}">
                <a16:creationId xmlns:a16="http://schemas.microsoft.com/office/drawing/2014/main" id="{E204BBDA-05B2-A8BC-A6F8-D2DCC4C75FDA}"/>
              </a:ext>
            </a:extLst>
          </p:cNvPr>
          <p:cNvSpPr>
            <a:spLocks noGrp="1"/>
          </p:cNvSpPr>
          <p:nvPr>
            <p:ph type="title"/>
          </p:nvPr>
        </p:nvSpPr>
        <p:spPr>
          <a:xfrm>
            <a:off x="632271" y="913067"/>
            <a:ext cx="5906552" cy="2270079"/>
          </a:xfrm>
        </p:spPr>
        <p:txBody>
          <a:bodyPr/>
          <a:lstStyle/>
          <a:p>
            <a:r>
              <a:rPr lang="en-IN" dirty="0"/>
              <a:t>AWS CloudFront Auto Invalidation using Code pipeline</a:t>
            </a:r>
            <a:endParaRPr lang="en-GB" noProof="0" dirty="0"/>
          </a:p>
        </p:txBody>
      </p:sp>
      <p:pic>
        <p:nvPicPr>
          <p:cNvPr id="8" name="Picture Placeholder 7" descr="A colorful steps on a pool&#10;&#10;Description automatically generated with medium confidence">
            <a:extLst>
              <a:ext uri="{FF2B5EF4-FFF2-40B4-BE49-F238E27FC236}">
                <a16:creationId xmlns:a16="http://schemas.microsoft.com/office/drawing/2014/main" id="{A5C02B76-8F39-0302-432C-185475279513}"/>
              </a:ext>
            </a:extLst>
          </p:cNvPr>
          <p:cNvPicPr>
            <a:picLocks noGrp="1" noChangeAspect="1"/>
          </p:cNvPicPr>
          <p:nvPr>
            <p:ph type="pic" sz="quarter" idx="43"/>
          </p:nvPr>
        </p:nvPicPr>
        <p:blipFill rotWithShape="1">
          <a:blip r:embed="rId2" cstate="screen">
            <a:extLst>
              <a:ext uri="{28A0092B-C50C-407E-A947-70E740481C1C}">
                <a14:useLocalDpi xmlns:a14="http://schemas.microsoft.com/office/drawing/2010/main"/>
              </a:ext>
            </a:extLst>
          </a:blip>
          <a:srcRect/>
          <a:stretch/>
        </p:blipFill>
        <p:spPr>
          <a:xfrm>
            <a:off x="6386270" y="1557337"/>
            <a:ext cx="4765937" cy="4765937"/>
          </a:xfrm>
        </p:spPr>
      </p:pic>
    </p:spTree>
    <p:extLst>
      <p:ext uri="{BB962C8B-B14F-4D97-AF65-F5344CB8AC3E}">
        <p14:creationId xmlns:p14="http://schemas.microsoft.com/office/powerpoint/2010/main" val="640456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D4547-382E-9F98-2584-653B7462096C}"/>
              </a:ext>
            </a:extLst>
          </p:cNvPr>
          <p:cNvSpPr>
            <a:spLocks noGrp="1"/>
          </p:cNvSpPr>
          <p:nvPr>
            <p:ph type="title"/>
          </p:nvPr>
        </p:nvSpPr>
        <p:spPr>
          <a:solidFill>
            <a:schemeClr val="bg1"/>
          </a:solidFill>
        </p:spPr>
        <p:txBody>
          <a:bodyPr/>
          <a:lstStyle/>
          <a:p>
            <a:r>
              <a:rPr lang="en-GB" dirty="0">
                <a:solidFill>
                  <a:schemeClr val="tx1"/>
                </a:solidFill>
              </a:rPr>
              <a:t>Agenda</a:t>
            </a:r>
          </a:p>
        </p:txBody>
      </p:sp>
      <p:graphicFrame>
        <p:nvGraphicFramePr>
          <p:cNvPr id="5" name="Table Placeholder 4">
            <a:extLst>
              <a:ext uri="{FF2B5EF4-FFF2-40B4-BE49-F238E27FC236}">
                <a16:creationId xmlns:a16="http://schemas.microsoft.com/office/drawing/2014/main" id="{B26A9EF2-44DD-6125-ABE8-5EFFA17C9F97}"/>
              </a:ext>
            </a:extLst>
          </p:cNvPr>
          <p:cNvGraphicFramePr>
            <a:graphicFrameLocks noGrp="1"/>
          </p:cNvGraphicFramePr>
          <p:nvPr>
            <p:ph type="tbl" sz="quarter" idx="14"/>
            <p:extLst>
              <p:ext uri="{D42A27DB-BD31-4B8C-83A1-F6EECF244321}">
                <p14:modId xmlns:p14="http://schemas.microsoft.com/office/powerpoint/2010/main" val="1030676688"/>
              </p:ext>
            </p:extLst>
          </p:nvPr>
        </p:nvGraphicFramePr>
        <p:xfrm>
          <a:off x="4960189" y="1718999"/>
          <a:ext cx="6719978" cy="3784655"/>
        </p:xfrm>
        <a:graphic>
          <a:graphicData uri="http://schemas.openxmlformats.org/drawingml/2006/table">
            <a:tbl>
              <a:tblPr firstRow="1" bandRow="1">
                <a:tableStyleId>{2D5ABB26-0587-4C30-8999-92F81FD0307C}</a:tableStyleId>
              </a:tblPr>
              <a:tblGrid>
                <a:gridCol w="1680235">
                  <a:extLst>
                    <a:ext uri="{9D8B030D-6E8A-4147-A177-3AD203B41FA5}">
                      <a16:colId xmlns:a16="http://schemas.microsoft.com/office/drawing/2014/main" val="2538006238"/>
                    </a:ext>
                  </a:extLst>
                </a:gridCol>
                <a:gridCol w="5039743">
                  <a:extLst>
                    <a:ext uri="{9D8B030D-6E8A-4147-A177-3AD203B41FA5}">
                      <a16:colId xmlns:a16="http://schemas.microsoft.com/office/drawing/2014/main" val="66446940"/>
                    </a:ext>
                  </a:extLst>
                </a:gridCol>
              </a:tblGrid>
              <a:tr h="851565">
                <a:tc>
                  <a:txBody>
                    <a:bodyPr/>
                    <a:lstStyle/>
                    <a:p>
                      <a:pPr>
                        <a:lnSpc>
                          <a:spcPct val="200000"/>
                        </a:lnSpc>
                        <a:spcAft>
                          <a:spcPts val="600"/>
                        </a:spcAft>
                      </a:pPr>
                      <a:r>
                        <a:rPr lang="en-GB" dirty="0">
                          <a:solidFill>
                            <a:schemeClr val="bg1"/>
                          </a:solidFill>
                        </a:rPr>
                        <a:t>01</a:t>
                      </a:r>
                    </a:p>
                  </a:txBody>
                  <a:tcPr marL="0" marR="0" marT="108000" marB="108000"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200000"/>
                        </a:lnSpc>
                        <a:spcBef>
                          <a:spcPts val="0"/>
                        </a:spcBef>
                        <a:spcAft>
                          <a:spcPts val="600"/>
                        </a:spcAft>
                        <a:buClrTx/>
                        <a:buSzTx/>
                        <a:buFontTx/>
                        <a:buNone/>
                        <a:tabLst/>
                        <a:defRPr/>
                      </a:pPr>
                      <a:r>
                        <a:rPr lang="en-GB" sz="1800" kern="1200" dirty="0">
                          <a:solidFill>
                            <a:schemeClr val="bg1"/>
                          </a:solidFill>
                          <a:latin typeface="+mn-lt"/>
                          <a:ea typeface="+mn-ea"/>
                          <a:cs typeface="+mn-cs"/>
                        </a:rPr>
                        <a:t>Architecture Diagram</a:t>
                      </a:r>
                      <a:endParaRPr lang="en-GB" dirty="0">
                        <a:solidFill>
                          <a:schemeClr val="bg1"/>
                        </a:solidFill>
                        <a:latin typeface="+mj-lt"/>
                      </a:endParaRPr>
                    </a:p>
                  </a:txBody>
                  <a:tcPr marL="0" marR="0" marT="108000" marB="108000"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0039775"/>
                  </a:ext>
                </a:extLst>
              </a:tr>
              <a:tr h="586618">
                <a:tc>
                  <a:txBody>
                    <a:bodyPr/>
                    <a:lstStyle/>
                    <a:p>
                      <a:pPr>
                        <a:spcAft>
                          <a:spcPts val="600"/>
                        </a:spcAft>
                      </a:pPr>
                      <a:r>
                        <a:rPr lang="en-GB" dirty="0">
                          <a:solidFill>
                            <a:schemeClr val="bg1"/>
                          </a:solidFill>
                        </a:rPr>
                        <a:t>02</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600"/>
                        </a:spcAft>
                      </a:pPr>
                      <a:r>
                        <a:rPr lang="en-GB" sz="1800" kern="1200" dirty="0">
                          <a:solidFill>
                            <a:schemeClr val="bg1"/>
                          </a:solidFill>
                          <a:latin typeface="+mn-lt"/>
                          <a:ea typeface="+mn-ea"/>
                          <a:cs typeface="+mn-cs"/>
                        </a:rPr>
                        <a:t>Workflow Steps</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21980421"/>
                  </a:ext>
                </a:extLst>
              </a:tr>
              <a:tr h="586618">
                <a:tc>
                  <a:txBody>
                    <a:bodyPr/>
                    <a:lstStyle/>
                    <a:p>
                      <a:pPr>
                        <a:spcAft>
                          <a:spcPts val="600"/>
                        </a:spcAft>
                      </a:pPr>
                      <a:r>
                        <a:rPr lang="en-GB" dirty="0">
                          <a:solidFill>
                            <a:schemeClr val="bg1"/>
                          </a:solidFill>
                        </a:rPr>
                        <a:t>03</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600"/>
                        </a:spcAft>
                      </a:pPr>
                      <a:r>
                        <a:rPr lang="en-GB" sz="1800" kern="1200" dirty="0">
                          <a:solidFill>
                            <a:schemeClr val="bg1"/>
                          </a:solidFill>
                          <a:latin typeface="+mn-lt"/>
                          <a:ea typeface="+mn-ea"/>
                          <a:cs typeface="+mn-cs"/>
                        </a:rPr>
                        <a:t>Components</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3594139"/>
                  </a:ext>
                </a:extLst>
              </a:tr>
              <a:tr h="586618">
                <a:tc>
                  <a:txBody>
                    <a:bodyPr/>
                    <a:lstStyle/>
                    <a:p>
                      <a:pPr>
                        <a:spcAft>
                          <a:spcPts val="600"/>
                        </a:spcAft>
                      </a:pPr>
                      <a:r>
                        <a:rPr lang="en-GB" dirty="0">
                          <a:solidFill>
                            <a:schemeClr val="bg1"/>
                          </a:solidFill>
                        </a:rPr>
                        <a:t>04</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800" kern="1200" dirty="0">
                          <a:solidFill>
                            <a:schemeClr val="bg1"/>
                          </a:solidFill>
                          <a:latin typeface="+mn-lt"/>
                          <a:ea typeface="+mn-ea"/>
                          <a:cs typeface="+mn-cs"/>
                        </a:rPr>
                        <a:t>Lambda Logic</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7336769"/>
                  </a:ext>
                </a:extLst>
              </a:tr>
              <a:tr h="586618">
                <a:tc>
                  <a:txBody>
                    <a:bodyPr/>
                    <a:lstStyle/>
                    <a:p>
                      <a:pPr>
                        <a:spcAft>
                          <a:spcPts val="600"/>
                        </a:spcAft>
                      </a:pPr>
                      <a:r>
                        <a:rPr lang="en-GB" dirty="0">
                          <a:solidFill>
                            <a:schemeClr val="bg1"/>
                          </a:solidFill>
                        </a:rPr>
                        <a:t>05</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600"/>
                        </a:spcAft>
                      </a:pPr>
                      <a:r>
                        <a:rPr lang="en-GB" sz="1800" kern="1200" dirty="0">
                          <a:solidFill>
                            <a:schemeClr val="bg1"/>
                          </a:solidFill>
                          <a:latin typeface="+mn-lt"/>
                          <a:ea typeface="+mn-ea"/>
                          <a:cs typeface="+mn-cs"/>
                        </a:rPr>
                        <a:t>Deployment steps</a:t>
                      </a:r>
                    </a:p>
                  </a:txBody>
                  <a:tcPr marL="0" marR="0" marT="108000" marB="108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9171461"/>
                  </a:ext>
                </a:extLst>
              </a:tr>
              <a:tr h="586618">
                <a:tc>
                  <a:txBody>
                    <a:bodyPr/>
                    <a:lstStyle/>
                    <a:p>
                      <a:pPr>
                        <a:spcAft>
                          <a:spcPts val="600"/>
                        </a:spcAft>
                      </a:pPr>
                      <a:r>
                        <a:rPr lang="en-GB" dirty="0">
                          <a:solidFill>
                            <a:schemeClr val="bg1"/>
                          </a:solidFill>
                        </a:rPr>
                        <a:t>06</a:t>
                      </a:r>
                    </a:p>
                  </a:txBody>
                  <a:tcPr marL="0" marR="0" marT="108000" marB="108000" anchor="ctr">
                    <a:lnL>
                      <a:noFill/>
                    </a:lnL>
                    <a:lnR>
                      <a:noFill/>
                    </a:lnR>
                    <a:lnT w="12700" cap="flat" cmpd="sng" algn="ctr">
                      <a:solidFill>
                        <a:schemeClr val="bg1"/>
                      </a:solid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800" kern="1200" dirty="0">
                          <a:solidFill>
                            <a:schemeClr val="bg1"/>
                          </a:solidFill>
                          <a:latin typeface="+mn-lt"/>
                          <a:ea typeface="+mn-ea"/>
                          <a:cs typeface="+mn-cs"/>
                        </a:rPr>
                        <a:t>Benefits &amp; Cost considerations</a:t>
                      </a:r>
                    </a:p>
                  </a:txBody>
                  <a:tcPr marL="0" marR="0" marT="108000" marB="108000" anchor="ctr">
                    <a:lnL>
                      <a:noFill/>
                    </a:lnL>
                    <a:lnR>
                      <a:noFill/>
                    </a:lnR>
                    <a:lnT w="12700" cap="flat" cmpd="sng" algn="ctr">
                      <a:solidFill>
                        <a:schemeClr val="bg1"/>
                      </a:solidFill>
                      <a:prstDash val="solid"/>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932067"/>
                  </a:ext>
                </a:extLst>
              </a:tr>
            </a:tbl>
          </a:graphicData>
        </a:graphic>
      </p:graphicFrame>
    </p:spTree>
    <p:extLst>
      <p:ext uri="{BB962C8B-B14F-4D97-AF65-F5344CB8AC3E}">
        <p14:creationId xmlns:p14="http://schemas.microsoft.com/office/powerpoint/2010/main" val="240820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CD3AE-318F-E323-524D-959CDA60AB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FDC60E-C0C4-D8B1-E743-05DD4804B6D4}"/>
              </a:ext>
            </a:extLst>
          </p:cNvPr>
          <p:cNvSpPr>
            <a:spLocks noGrp="1"/>
          </p:cNvSpPr>
          <p:nvPr>
            <p:ph type="sldNum" sz="quarter" idx="12"/>
          </p:nvPr>
        </p:nvSpPr>
        <p:spPr/>
        <p:txBody>
          <a:bodyPr/>
          <a:lstStyle/>
          <a:p>
            <a:fld id="{E4C2AD82-1025-4508-97C1-6F7EE5C92734}" type="slidenum">
              <a:rPr lang="en-AU" smtClean="0"/>
              <a:pPr/>
              <a:t>3</a:t>
            </a:fld>
            <a:endParaRPr lang="en-AU" dirty="0"/>
          </a:p>
        </p:txBody>
      </p:sp>
      <p:sp>
        <p:nvSpPr>
          <p:cNvPr id="3" name="Content Placeholder 2">
            <a:extLst>
              <a:ext uri="{FF2B5EF4-FFF2-40B4-BE49-F238E27FC236}">
                <a16:creationId xmlns:a16="http://schemas.microsoft.com/office/drawing/2014/main" id="{C31E1660-3350-9166-028A-CF98A4E936BC}"/>
              </a:ext>
            </a:extLst>
          </p:cNvPr>
          <p:cNvSpPr>
            <a:spLocks noGrp="1"/>
          </p:cNvSpPr>
          <p:nvPr>
            <p:ph idx="13"/>
          </p:nvPr>
        </p:nvSpPr>
        <p:spPr>
          <a:xfrm>
            <a:off x="479425" y="1356831"/>
            <a:ext cx="11233150" cy="618618"/>
          </a:xfrm>
          <a:noFill/>
        </p:spPr>
        <p:txBody>
          <a:bodyPr/>
          <a:lstStyle/>
          <a:p>
            <a:r>
              <a:rPr lang="en-US" b="1" dirty="0">
                <a:solidFill>
                  <a:schemeClr val="bg1"/>
                </a:solidFill>
              </a:rPr>
              <a:t>This AWS </a:t>
            </a:r>
            <a:r>
              <a:rPr lang="en-US" b="1" dirty="0" err="1">
                <a:solidFill>
                  <a:schemeClr val="bg1"/>
                </a:solidFill>
              </a:rPr>
              <a:t>codepipeline</a:t>
            </a:r>
            <a:r>
              <a:rPr lang="en-US" b="1" dirty="0">
                <a:solidFill>
                  <a:schemeClr val="bg1"/>
                </a:solidFill>
              </a:rPr>
              <a:t> project automates CloudFront cache invalidation when new content is uploaded to an S3 bucket.</a:t>
            </a:r>
            <a:endParaRPr lang="en-IN" b="1" dirty="0">
              <a:solidFill>
                <a:schemeClr val="bg1"/>
              </a:solidFill>
            </a:endParaRPr>
          </a:p>
        </p:txBody>
      </p:sp>
      <p:sp>
        <p:nvSpPr>
          <p:cNvPr id="4" name="Title 3">
            <a:extLst>
              <a:ext uri="{FF2B5EF4-FFF2-40B4-BE49-F238E27FC236}">
                <a16:creationId xmlns:a16="http://schemas.microsoft.com/office/drawing/2014/main" id="{43E2738D-6F2B-6663-4D2F-8DA171358466}"/>
              </a:ext>
            </a:extLst>
          </p:cNvPr>
          <p:cNvSpPr>
            <a:spLocks noGrp="1"/>
          </p:cNvSpPr>
          <p:nvPr>
            <p:ph type="title"/>
          </p:nvPr>
        </p:nvSpPr>
        <p:spPr/>
        <p:txBody>
          <a:bodyPr/>
          <a:lstStyle/>
          <a:p>
            <a:r>
              <a:rPr lang="en-US" dirty="0"/>
              <a:t>Project Overview</a:t>
            </a:r>
            <a:br>
              <a:rPr lang="en-US" dirty="0"/>
            </a:br>
            <a:endParaRPr lang="en-IN" dirty="0"/>
          </a:p>
        </p:txBody>
      </p:sp>
      <p:sp>
        <p:nvSpPr>
          <p:cNvPr id="5" name="Text Placeholder 4">
            <a:extLst>
              <a:ext uri="{FF2B5EF4-FFF2-40B4-BE49-F238E27FC236}">
                <a16:creationId xmlns:a16="http://schemas.microsoft.com/office/drawing/2014/main" id="{F62F6F96-85F7-2A53-2313-D132071C2394}"/>
              </a:ext>
            </a:extLst>
          </p:cNvPr>
          <p:cNvSpPr>
            <a:spLocks noGrp="1"/>
          </p:cNvSpPr>
          <p:nvPr>
            <p:ph type="body" sz="quarter" idx="15"/>
          </p:nvPr>
        </p:nvSpPr>
        <p:spPr/>
        <p:txBody>
          <a:bodyPr/>
          <a:lstStyle/>
          <a:p>
            <a:pPr marL="0" indent="0">
              <a:buNone/>
            </a:pPr>
            <a:endParaRPr lang="en-IN" sz="2000" b="1" dirty="0"/>
          </a:p>
          <a:p>
            <a:pPr marL="0" indent="0">
              <a:buNone/>
            </a:pPr>
            <a:r>
              <a:rPr lang="en-IN" sz="2000" b="1" dirty="0"/>
              <a:t>Components:</a:t>
            </a:r>
          </a:p>
          <a:p>
            <a:pPr>
              <a:buFont typeface="Wingdings" panose="05000000000000000000" pitchFamily="2" charset="2"/>
              <a:buChar char="Ø"/>
            </a:pPr>
            <a:endParaRPr lang="en-IN" dirty="0"/>
          </a:p>
          <a:p>
            <a:pPr>
              <a:buFont typeface="Wingdings" panose="05000000000000000000" pitchFamily="2" charset="2"/>
              <a:buChar char="Ø"/>
            </a:pPr>
            <a:r>
              <a:rPr lang="en-US" dirty="0"/>
              <a:t>GitHub or </a:t>
            </a:r>
            <a:r>
              <a:rPr lang="en-US" dirty="0" err="1"/>
              <a:t>CodeCommit</a:t>
            </a:r>
            <a:r>
              <a:rPr lang="en-US" dirty="0"/>
              <a:t> as source stage</a:t>
            </a:r>
            <a:endParaRPr lang="en-IN" dirty="0"/>
          </a:p>
          <a:p>
            <a:pPr>
              <a:buFont typeface="Wingdings" panose="05000000000000000000" pitchFamily="2" charset="2"/>
              <a:buChar char="Ø"/>
            </a:pPr>
            <a:r>
              <a:rPr lang="en-IN" dirty="0"/>
              <a:t>S3 Bucket (Versioned, Private)</a:t>
            </a:r>
          </a:p>
          <a:p>
            <a:pPr>
              <a:buFont typeface="Wingdings" panose="05000000000000000000" pitchFamily="2" charset="2"/>
              <a:buChar char="Ø"/>
            </a:pPr>
            <a:r>
              <a:rPr lang="en-IN" dirty="0"/>
              <a:t>CloudFront Distribution</a:t>
            </a:r>
          </a:p>
          <a:p>
            <a:pPr>
              <a:buFont typeface="Wingdings" panose="05000000000000000000" pitchFamily="2" charset="2"/>
              <a:buChar char="Ø"/>
            </a:pPr>
            <a:r>
              <a:rPr lang="en-IN" dirty="0"/>
              <a:t>Lambda Function (Triggered on S3 upload)</a:t>
            </a:r>
          </a:p>
          <a:p>
            <a:pPr>
              <a:buFont typeface="Wingdings" panose="05000000000000000000" pitchFamily="2" charset="2"/>
              <a:buChar char="Ø"/>
            </a:pPr>
            <a:r>
              <a:rPr lang="en-IN" dirty="0"/>
              <a:t>IAM Role for Lambda (Allows CloudFront invalidation)</a:t>
            </a:r>
          </a:p>
          <a:p>
            <a:pPr>
              <a:buFont typeface="Wingdings" panose="05000000000000000000" pitchFamily="2" charset="2"/>
              <a:buChar char="Ø"/>
            </a:pPr>
            <a:endParaRPr lang="en-IN" dirty="0"/>
          </a:p>
          <a:p>
            <a:endParaRPr lang="en-IN" dirty="0"/>
          </a:p>
        </p:txBody>
      </p:sp>
    </p:spTree>
    <p:extLst>
      <p:ext uri="{BB962C8B-B14F-4D97-AF65-F5344CB8AC3E}">
        <p14:creationId xmlns:p14="http://schemas.microsoft.com/office/powerpoint/2010/main" val="980020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4FA0F-B1D4-7A9E-E6DC-533393489B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AAABD-8B33-EC44-97AE-6F2C4E934845}"/>
              </a:ext>
            </a:extLst>
          </p:cNvPr>
          <p:cNvSpPr>
            <a:spLocks noGrp="1"/>
          </p:cNvSpPr>
          <p:nvPr>
            <p:ph type="sldNum" sz="quarter" idx="12"/>
          </p:nvPr>
        </p:nvSpPr>
        <p:spPr/>
        <p:txBody>
          <a:bodyPr/>
          <a:lstStyle/>
          <a:p>
            <a:fld id="{E4C2AD82-1025-4508-97C1-6F7EE5C92734}" type="slidenum">
              <a:rPr lang="en-AU" smtClean="0"/>
              <a:pPr/>
              <a:t>4</a:t>
            </a:fld>
            <a:endParaRPr lang="en-AU" dirty="0"/>
          </a:p>
        </p:txBody>
      </p:sp>
      <p:sp>
        <p:nvSpPr>
          <p:cNvPr id="4" name="Title 3">
            <a:extLst>
              <a:ext uri="{FF2B5EF4-FFF2-40B4-BE49-F238E27FC236}">
                <a16:creationId xmlns:a16="http://schemas.microsoft.com/office/drawing/2014/main" id="{C0F9E9B3-71E1-0963-7FE5-528E783A2C0E}"/>
              </a:ext>
            </a:extLst>
          </p:cNvPr>
          <p:cNvSpPr>
            <a:spLocks noGrp="1"/>
          </p:cNvSpPr>
          <p:nvPr>
            <p:ph type="title"/>
          </p:nvPr>
        </p:nvSpPr>
        <p:spPr>
          <a:xfrm>
            <a:off x="478275" y="638356"/>
            <a:ext cx="11233150" cy="422694"/>
          </a:xfrm>
        </p:spPr>
        <p:txBody>
          <a:bodyPr/>
          <a:lstStyle/>
          <a:p>
            <a:r>
              <a:rPr lang="en-US" dirty="0"/>
              <a:t>Architecture Overview</a:t>
            </a:r>
            <a:br>
              <a:rPr lang="en-US" dirty="0"/>
            </a:br>
            <a:endParaRPr lang="en-IN" dirty="0"/>
          </a:p>
        </p:txBody>
      </p:sp>
      <p:sp>
        <p:nvSpPr>
          <p:cNvPr id="5" name="Text Placeholder 4">
            <a:extLst>
              <a:ext uri="{FF2B5EF4-FFF2-40B4-BE49-F238E27FC236}">
                <a16:creationId xmlns:a16="http://schemas.microsoft.com/office/drawing/2014/main" id="{7A6DBF82-BEFC-716A-86F2-B4E6C29C51FA}"/>
              </a:ext>
            </a:extLst>
          </p:cNvPr>
          <p:cNvSpPr>
            <a:spLocks noGrp="1"/>
          </p:cNvSpPr>
          <p:nvPr>
            <p:ph type="body" sz="quarter" idx="15"/>
          </p:nvPr>
        </p:nvSpPr>
        <p:spPr>
          <a:xfrm>
            <a:off x="1017917" y="1647645"/>
            <a:ext cx="10693508" cy="5115464"/>
          </a:xfrm>
        </p:spPr>
        <p:txBody>
          <a:bodyPr/>
          <a:lstStyle/>
          <a:p>
            <a:pPr marL="0" indent="0">
              <a:buNone/>
            </a:pPr>
            <a:r>
              <a:rPr lang="en-IN" dirty="0"/>
              <a:t>Developer Push Code</a:t>
            </a:r>
          </a:p>
          <a:p>
            <a:pPr marL="0" indent="0">
              <a:spcBef>
                <a:spcPts val="200"/>
              </a:spcBef>
              <a:buNone/>
            </a:pPr>
            <a:r>
              <a:rPr lang="en-IN" dirty="0"/>
              <a:t>        ↓</a:t>
            </a:r>
          </a:p>
          <a:p>
            <a:pPr marL="0" indent="0">
              <a:spcBef>
                <a:spcPts val="200"/>
              </a:spcBef>
              <a:buNone/>
            </a:pPr>
            <a:r>
              <a:rPr lang="en-IN" dirty="0" err="1"/>
              <a:t>CodePipeline</a:t>
            </a:r>
            <a:r>
              <a:rPr lang="en-IN" dirty="0"/>
              <a:t> (Source)</a:t>
            </a:r>
          </a:p>
          <a:p>
            <a:pPr marL="0" indent="0">
              <a:spcBef>
                <a:spcPts val="200"/>
              </a:spcBef>
              <a:buNone/>
            </a:pPr>
            <a:r>
              <a:rPr lang="en-IN" dirty="0"/>
              <a:t>        ↓</a:t>
            </a:r>
          </a:p>
          <a:p>
            <a:pPr marL="0" indent="0">
              <a:spcBef>
                <a:spcPts val="200"/>
              </a:spcBef>
              <a:buNone/>
            </a:pPr>
            <a:r>
              <a:rPr lang="en-IN" dirty="0"/>
              <a:t>Deploy to S3</a:t>
            </a:r>
          </a:p>
          <a:p>
            <a:pPr marL="0" indent="0">
              <a:spcBef>
                <a:spcPts val="200"/>
              </a:spcBef>
              <a:buNone/>
            </a:pPr>
            <a:r>
              <a:rPr lang="en-IN" dirty="0"/>
              <a:t>        ↓</a:t>
            </a:r>
          </a:p>
          <a:p>
            <a:pPr marL="0" indent="0">
              <a:spcBef>
                <a:spcPts val="200"/>
              </a:spcBef>
              <a:buNone/>
            </a:pPr>
            <a:r>
              <a:rPr lang="en-IN" dirty="0"/>
              <a:t>Invoke Lambda</a:t>
            </a:r>
          </a:p>
          <a:p>
            <a:pPr marL="0" indent="0">
              <a:spcBef>
                <a:spcPts val="200"/>
              </a:spcBef>
              <a:buNone/>
            </a:pPr>
            <a:r>
              <a:rPr lang="en-IN" dirty="0"/>
              <a:t>        ↓</a:t>
            </a:r>
          </a:p>
          <a:p>
            <a:pPr marL="0" indent="0">
              <a:spcBef>
                <a:spcPts val="200"/>
              </a:spcBef>
              <a:buNone/>
            </a:pPr>
            <a:r>
              <a:rPr lang="en-IN" dirty="0"/>
              <a:t>CloudFront Invalidation (/*)</a:t>
            </a:r>
          </a:p>
          <a:p>
            <a:pPr marL="0" indent="0">
              <a:spcBef>
                <a:spcPts val="200"/>
              </a:spcBef>
              <a:buNone/>
            </a:pPr>
            <a:r>
              <a:rPr lang="en-IN" dirty="0"/>
              <a:t>        ↓</a:t>
            </a:r>
          </a:p>
          <a:p>
            <a:pPr marL="0" indent="0">
              <a:spcBef>
                <a:spcPts val="200"/>
              </a:spcBef>
              <a:buNone/>
            </a:pPr>
            <a:r>
              <a:rPr lang="en-IN" dirty="0"/>
              <a:t>Users see new content instantly</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297299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A bright light in the dark&#10;&#10;Description automatically generated">
            <a:extLst>
              <a:ext uri="{FF2B5EF4-FFF2-40B4-BE49-F238E27FC236}">
                <a16:creationId xmlns:a16="http://schemas.microsoft.com/office/drawing/2014/main" id="{7A73EEC0-2DA5-A43B-4D14-BE2453081485}"/>
              </a:ext>
            </a:extLst>
          </p:cNvPr>
          <p:cNvPicPr>
            <a:picLocks noGrp="1" noRot="1" noChangeAspect="1" noMove="1" noResize="1" noEditPoints="1" noAdjustHandles="1" noChangeArrowheads="1" noChangeShapeType="1" noCrop="1"/>
          </p:cNvPicPr>
          <p:nvPr>
            <p:ph type="pic" sz="quarter" idx="15"/>
          </p:nvPr>
        </p:nvPicPr>
        <p:blipFill>
          <a:blip r:embed="rId2">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F07F4F9B-8704-B7A0-AB10-6FA457AE6012}"/>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5</a:t>
            </a:fld>
            <a:endParaRPr lang="en-AU" dirty="0"/>
          </a:p>
        </p:txBody>
      </p:sp>
      <p:sp>
        <p:nvSpPr>
          <p:cNvPr id="12" name="Title 11">
            <a:extLst>
              <a:ext uri="{FF2B5EF4-FFF2-40B4-BE49-F238E27FC236}">
                <a16:creationId xmlns:a16="http://schemas.microsoft.com/office/drawing/2014/main" id="{1D933222-1BC8-DA02-35B7-4FFB7A6E1F40}"/>
              </a:ext>
            </a:extLst>
          </p:cNvPr>
          <p:cNvSpPr>
            <a:spLocks noGrp="1"/>
          </p:cNvSpPr>
          <p:nvPr>
            <p:ph type="title"/>
          </p:nvPr>
        </p:nvSpPr>
        <p:spPr>
          <a:xfrm>
            <a:off x="479425" y="476250"/>
            <a:ext cx="11233150" cy="746695"/>
          </a:xfrm>
        </p:spPr>
        <p:txBody>
          <a:bodyPr/>
          <a:lstStyle/>
          <a:p>
            <a:br>
              <a:rPr lang="en-IN" dirty="0"/>
            </a:br>
            <a:r>
              <a:rPr lang="en-IN" dirty="0"/>
              <a:t>Workflow Steps</a:t>
            </a:r>
            <a:endParaRPr lang="en-GB" dirty="0"/>
          </a:p>
        </p:txBody>
      </p:sp>
      <p:sp>
        <p:nvSpPr>
          <p:cNvPr id="14" name="Content Placeholder 13">
            <a:extLst>
              <a:ext uri="{FF2B5EF4-FFF2-40B4-BE49-F238E27FC236}">
                <a16:creationId xmlns:a16="http://schemas.microsoft.com/office/drawing/2014/main" id="{0E347356-76BB-7225-B980-4990A29DCAA8}"/>
              </a:ext>
            </a:extLst>
          </p:cNvPr>
          <p:cNvSpPr>
            <a:spLocks noGrp="1"/>
          </p:cNvSpPr>
          <p:nvPr>
            <p:ph type="body" sz="quarter" idx="17"/>
          </p:nvPr>
        </p:nvSpPr>
        <p:spPr>
          <a:xfrm>
            <a:off x="388189" y="1440611"/>
            <a:ext cx="11323236" cy="4450876"/>
          </a:xfrm>
        </p:spPr>
        <p:txBody>
          <a:bodyPr/>
          <a:lstStyle/>
          <a:p>
            <a:pPr>
              <a:buFont typeface="Wingdings" panose="05000000000000000000" pitchFamily="2" charset="2"/>
              <a:buChar char="Ø"/>
            </a:pPr>
            <a:endParaRPr lang="en-IN" dirty="0"/>
          </a:p>
          <a:p>
            <a:pPr>
              <a:lnSpc>
                <a:spcPct val="150000"/>
              </a:lnSpc>
              <a:buFont typeface="Wingdings" panose="05000000000000000000" pitchFamily="2" charset="2"/>
              <a:buChar char="Ø"/>
            </a:pPr>
            <a:r>
              <a:rPr lang="en-IN" dirty="0"/>
              <a:t>User uploads/updates file in S3 bucket</a:t>
            </a:r>
          </a:p>
          <a:p>
            <a:pPr>
              <a:lnSpc>
                <a:spcPct val="150000"/>
              </a:lnSpc>
              <a:buFont typeface="Wingdings" panose="05000000000000000000" pitchFamily="2" charset="2"/>
              <a:buChar char="Ø"/>
            </a:pPr>
            <a:r>
              <a:rPr lang="en-IN" dirty="0"/>
              <a:t>S3 Event triggers the Lambda function</a:t>
            </a:r>
          </a:p>
          <a:p>
            <a:pPr>
              <a:lnSpc>
                <a:spcPct val="150000"/>
              </a:lnSpc>
              <a:buFont typeface="Wingdings" panose="05000000000000000000" pitchFamily="2" charset="2"/>
              <a:buChar char="Ø"/>
            </a:pPr>
            <a:r>
              <a:rPr lang="en-IN" dirty="0"/>
              <a:t>Lambda reads object key from event</a:t>
            </a:r>
          </a:p>
          <a:p>
            <a:pPr>
              <a:lnSpc>
                <a:spcPct val="150000"/>
              </a:lnSpc>
              <a:buFont typeface="Wingdings" panose="05000000000000000000" pitchFamily="2" charset="2"/>
              <a:buChar char="Ø"/>
            </a:pPr>
            <a:r>
              <a:rPr lang="en-IN" dirty="0"/>
              <a:t>Lambda calls CloudFront </a:t>
            </a:r>
            <a:r>
              <a:rPr lang="en-IN" dirty="0" err="1"/>
              <a:t>CreateInvalidation</a:t>
            </a:r>
            <a:r>
              <a:rPr lang="en-IN" dirty="0"/>
              <a:t> API</a:t>
            </a:r>
          </a:p>
          <a:p>
            <a:pPr>
              <a:lnSpc>
                <a:spcPct val="150000"/>
              </a:lnSpc>
              <a:buFont typeface="Wingdings" panose="05000000000000000000" pitchFamily="2" charset="2"/>
              <a:buChar char="Ø"/>
            </a:pPr>
            <a:r>
              <a:rPr lang="en-IN" dirty="0"/>
              <a:t>Specific paths (or /*) are invalidated in CloudFront</a:t>
            </a:r>
          </a:p>
          <a:p>
            <a:pPr>
              <a:lnSpc>
                <a:spcPct val="150000"/>
              </a:lnSpc>
              <a:buFont typeface="Wingdings" panose="05000000000000000000" pitchFamily="2" charset="2"/>
              <a:buChar char="Ø"/>
            </a:pPr>
            <a:r>
              <a:rPr lang="en-IN" dirty="0"/>
              <a:t>CDN cache refreshes → Users get updated content</a:t>
            </a:r>
          </a:p>
          <a:p>
            <a:endParaRPr lang="en-GB" dirty="0"/>
          </a:p>
        </p:txBody>
      </p:sp>
      <p:sp>
        <p:nvSpPr>
          <p:cNvPr id="10" name="Text Placeholder 9">
            <a:extLst>
              <a:ext uri="{FF2B5EF4-FFF2-40B4-BE49-F238E27FC236}">
                <a16:creationId xmlns:a16="http://schemas.microsoft.com/office/drawing/2014/main" id="{B384FDE3-5E9F-65F1-897A-BA47DDEEAA6A}"/>
              </a:ext>
            </a:extLst>
          </p:cNvPr>
          <p:cNvSpPr>
            <a:spLocks noGrp="1"/>
          </p:cNvSpPr>
          <p:nvPr>
            <p:ph type="body" sz="quarter" idx="44"/>
          </p:nvPr>
        </p:nvSpPr>
        <p:spPr/>
        <p:txBody>
          <a:bodyPr/>
          <a:lstStyle/>
          <a:p>
            <a:endParaRPr lang="en-GB"/>
          </a:p>
        </p:txBody>
      </p:sp>
      <p:sp>
        <p:nvSpPr>
          <p:cNvPr id="9" name="Text Placeholder 8">
            <a:extLst>
              <a:ext uri="{FF2B5EF4-FFF2-40B4-BE49-F238E27FC236}">
                <a16:creationId xmlns:a16="http://schemas.microsoft.com/office/drawing/2014/main" id="{50DD1284-1EFB-91D6-F3C5-52BC92CA8300}"/>
              </a:ext>
            </a:extLst>
          </p:cNvPr>
          <p:cNvSpPr>
            <a:spLocks noGrp="1"/>
          </p:cNvSpPr>
          <p:nvPr>
            <p:ph type="body" sz="quarter" idx="35"/>
          </p:nvPr>
        </p:nvSpPr>
        <p:spPr/>
        <p:txBody>
          <a:bodyPr/>
          <a:lstStyle/>
          <a:p>
            <a:endParaRPr lang="en-GB"/>
          </a:p>
        </p:txBody>
      </p:sp>
    </p:spTree>
    <p:extLst>
      <p:ext uri="{BB962C8B-B14F-4D97-AF65-F5344CB8AC3E}">
        <p14:creationId xmlns:p14="http://schemas.microsoft.com/office/powerpoint/2010/main" val="114243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F1D78-5AEE-912A-8EFB-BEE7C711169C}"/>
            </a:ext>
          </a:extLst>
        </p:cNvPr>
        <p:cNvGrpSpPr/>
        <p:nvPr/>
      </p:nvGrpSpPr>
      <p:grpSpPr>
        <a:xfrm>
          <a:off x="0" y="0"/>
          <a:ext cx="0" cy="0"/>
          <a:chOff x="0" y="0"/>
          <a:chExt cx="0" cy="0"/>
        </a:xfrm>
      </p:grpSpPr>
      <p:pic>
        <p:nvPicPr>
          <p:cNvPr id="17" name="Picture Placeholder 16" descr="A bright light in the dark&#10;&#10;Description automatically generated">
            <a:extLst>
              <a:ext uri="{FF2B5EF4-FFF2-40B4-BE49-F238E27FC236}">
                <a16:creationId xmlns:a16="http://schemas.microsoft.com/office/drawing/2014/main" id="{AA8393DA-8046-E853-3E4F-D64853910861}"/>
              </a:ext>
            </a:extLst>
          </p:cNvPr>
          <p:cNvPicPr>
            <a:picLocks noGrp="1" noRot="1" noChangeAspect="1" noMove="1" noResize="1" noEditPoints="1" noAdjustHandles="1" noChangeArrowheads="1" noChangeShapeType="1" noCrop="1"/>
          </p:cNvPicPr>
          <p:nvPr>
            <p:ph type="pic" sz="quarter" idx="15"/>
          </p:nvPr>
        </p:nvPicPr>
        <p:blipFill>
          <a:blip r:embed="rId2">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71F19EA5-A3B4-F2B9-B1FD-81436C34FE14}"/>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6</a:t>
            </a:fld>
            <a:endParaRPr lang="en-AU" dirty="0"/>
          </a:p>
        </p:txBody>
      </p:sp>
      <p:sp>
        <p:nvSpPr>
          <p:cNvPr id="12" name="Title 11">
            <a:extLst>
              <a:ext uri="{FF2B5EF4-FFF2-40B4-BE49-F238E27FC236}">
                <a16:creationId xmlns:a16="http://schemas.microsoft.com/office/drawing/2014/main" id="{838413B2-938E-5916-9DE9-43D53768E6DC}"/>
              </a:ext>
            </a:extLst>
          </p:cNvPr>
          <p:cNvSpPr>
            <a:spLocks noGrp="1"/>
          </p:cNvSpPr>
          <p:nvPr>
            <p:ph type="title"/>
          </p:nvPr>
        </p:nvSpPr>
        <p:spPr>
          <a:xfrm>
            <a:off x="479425" y="476250"/>
            <a:ext cx="11233150" cy="746695"/>
          </a:xfrm>
        </p:spPr>
        <p:txBody>
          <a:bodyPr/>
          <a:lstStyle/>
          <a:p>
            <a:br>
              <a:rPr lang="en-IN" dirty="0"/>
            </a:br>
            <a:r>
              <a:rPr lang="en-IN" dirty="0"/>
              <a:t>Components</a:t>
            </a:r>
            <a:endParaRPr lang="en-GB" dirty="0"/>
          </a:p>
        </p:txBody>
      </p:sp>
      <p:sp>
        <p:nvSpPr>
          <p:cNvPr id="14" name="Content Placeholder 13">
            <a:extLst>
              <a:ext uri="{FF2B5EF4-FFF2-40B4-BE49-F238E27FC236}">
                <a16:creationId xmlns:a16="http://schemas.microsoft.com/office/drawing/2014/main" id="{8CEE3E2B-E335-A70E-1F75-4E396E704DAE}"/>
              </a:ext>
            </a:extLst>
          </p:cNvPr>
          <p:cNvSpPr>
            <a:spLocks noGrp="1"/>
          </p:cNvSpPr>
          <p:nvPr>
            <p:ph type="body" sz="quarter" idx="17"/>
          </p:nvPr>
        </p:nvSpPr>
        <p:spPr>
          <a:xfrm>
            <a:off x="478275" y="1492370"/>
            <a:ext cx="11233150" cy="5227607"/>
          </a:xfrm>
        </p:spPr>
        <p:txBody>
          <a:bodyPr/>
          <a:lstStyle/>
          <a:p>
            <a:pPr>
              <a:buFont typeface="Wingdings" panose="05000000000000000000" pitchFamily="2" charset="2"/>
              <a:buChar char="Ø"/>
            </a:pPr>
            <a:endParaRPr lang="en-IN" dirty="0"/>
          </a:p>
          <a:p>
            <a:pPr>
              <a:buFont typeface="Wingdings" panose="05000000000000000000" pitchFamily="2" charset="2"/>
              <a:buChar char="Ø"/>
            </a:pPr>
            <a:r>
              <a:rPr lang="en-US" dirty="0"/>
              <a:t> GitHub or </a:t>
            </a:r>
            <a:r>
              <a:rPr lang="en-US" dirty="0" err="1"/>
              <a:t>CodeCommit</a:t>
            </a:r>
            <a:r>
              <a:rPr lang="en-US" dirty="0"/>
              <a:t> as source stage</a:t>
            </a:r>
            <a:endParaRPr lang="en-IN" dirty="0"/>
          </a:p>
          <a:p>
            <a:pPr>
              <a:lnSpc>
                <a:spcPct val="150000"/>
              </a:lnSpc>
              <a:buFont typeface="Wingdings" panose="05000000000000000000" pitchFamily="2" charset="2"/>
              <a:buChar char="Ø"/>
            </a:pPr>
            <a:r>
              <a:rPr lang="en-IN" dirty="0"/>
              <a:t>S3 Bucket - Hosts versioned static content</a:t>
            </a:r>
          </a:p>
          <a:p>
            <a:pPr>
              <a:lnSpc>
                <a:spcPct val="150000"/>
              </a:lnSpc>
              <a:buFont typeface="Wingdings" panose="05000000000000000000" pitchFamily="2" charset="2"/>
              <a:buChar char="Ø"/>
            </a:pPr>
            <a:r>
              <a:rPr lang="en-IN" dirty="0"/>
              <a:t>Lambda Function -Performs invalidation logic</a:t>
            </a:r>
          </a:p>
          <a:p>
            <a:pPr>
              <a:lnSpc>
                <a:spcPct val="150000"/>
              </a:lnSpc>
              <a:buFont typeface="Wingdings" panose="05000000000000000000" pitchFamily="2" charset="2"/>
              <a:buChar char="Ø"/>
            </a:pPr>
            <a:r>
              <a:rPr lang="en-IN" dirty="0"/>
              <a:t>IAM Role - Grants Lambda CloudFront access</a:t>
            </a:r>
          </a:p>
          <a:p>
            <a:pPr>
              <a:lnSpc>
                <a:spcPct val="150000"/>
              </a:lnSpc>
              <a:buFont typeface="Wingdings" panose="05000000000000000000" pitchFamily="2" charset="2"/>
              <a:buChar char="Ø"/>
            </a:pPr>
            <a:r>
              <a:rPr lang="en-IN" dirty="0"/>
              <a:t>Event Notification - S3 triggers Lambda on object creation</a:t>
            </a:r>
          </a:p>
          <a:p>
            <a:pPr>
              <a:lnSpc>
                <a:spcPct val="150000"/>
              </a:lnSpc>
              <a:buFont typeface="Wingdings" panose="05000000000000000000" pitchFamily="2" charset="2"/>
              <a:buChar char="Ø"/>
            </a:pPr>
            <a:r>
              <a:rPr lang="en-IN" dirty="0"/>
              <a:t>Outputs - Bucket name, Distribution ID, Domain name</a:t>
            </a:r>
          </a:p>
          <a:p>
            <a:pPr>
              <a:buFont typeface="Wingdings" panose="05000000000000000000" pitchFamily="2" charset="2"/>
              <a:buChar char="Ø"/>
            </a:pPr>
            <a:r>
              <a:rPr lang="en-IN" dirty="0"/>
              <a:t>CloudFront Distribution - Serves content globally</a:t>
            </a:r>
          </a:p>
          <a:p>
            <a:endParaRPr lang="en-GB" dirty="0"/>
          </a:p>
        </p:txBody>
      </p:sp>
      <p:sp>
        <p:nvSpPr>
          <p:cNvPr id="10" name="Text Placeholder 9">
            <a:extLst>
              <a:ext uri="{FF2B5EF4-FFF2-40B4-BE49-F238E27FC236}">
                <a16:creationId xmlns:a16="http://schemas.microsoft.com/office/drawing/2014/main" id="{71A22A64-1683-E3EB-A3F5-7AC7A2D2B28D}"/>
              </a:ext>
            </a:extLst>
          </p:cNvPr>
          <p:cNvSpPr>
            <a:spLocks noGrp="1"/>
          </p:cNvSpPr>
          <p:nvPr>
            <p:ph type="body" sz="quarter" idx="44"/>
          </p:nvPr>
        </p:nvSpPr>
        <p:spPr/>
        <p:txBody>
          <a:bodyPr/>
          <a:lstStyle/>
          <a:p>
            <a:endParaRPr lang="en-GB"/>
          </a:p>
        </p:txBody>
      </p:sp>
      <p:sp>
        <p:nvSpPr>
          <p:cNvPr id="9" name="Text Placeholder 8">
            <a:extLst>
              <a:ext uri="{FF2B5EF4-FFF2-40B4-BE49-F238E27FC236}">
                <a16:creationId xmlns:a16="http://schemas.microsoft.com/office/drawing/2014/main" id="{1B8D3B7A-24D1-27C6-97FB-A81A2C8EB2ED}"/>
              </a:ext>
            </a:extLst>
          </p:cNvPr>
          <p:cNvSpPr>
            <a:spLocks noGrp="1"/>
          </p:cNvSpPr>
          <p:nvPr>
            <p:ph type="body" sz="quarter" idx="35"/>
          </p:nvPr>
        </p:nvSpPr>
        <p:spPr/>
        <p:txBody>
          <a:bodyPr/>
          <a:lstStyle/>
          <a:p>
            <a:endParaRPr lang="en-GB"/>
          </a:p>
        </p:txBody>
      </p:sp>
    </p:spTree>
    <p:extLst>
      <p:ext uri="{BB962C8B-B14F-4D97-AF65-F5344CB8AC3E}">
        <p14:creationId xmlns:p14="http://schemas.microsoft.com/office/powerpoint/2010/main" val="3074673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EE7C-34A7-1170-F9FE-378C18CE0F0B}"/>
            </a:ext>
          </a:extLst>
        </p:cNvPr>
        <p:cNvGrpSpPr/>
        <p:nvPr/>
      </p:nvGrpSpPr>
      <p:grpSpPr>
        <a:xfrm>
          <a:off x="0" y="0"/>
          <a:ext cx="0" cy="0"/>
          <a:chOff x="0" y="0"/>
          <a:chExt cx="0" cy="0"/>
        </a:xfrm>
      </p:grpSpPr>
      <p:pic>
        <p:nvPicPr>
          <p:cNvPr id="17" name="Picture Placeholder 16" descr="A bright light in the dark&#10;&#10;Description automatically generated">
            <a:extLst>
              <a:ext uri="{FF2B5EF4-FFF2-40B4-BE49-F238E27FC236}">
                <a16:creationId xmlns:a16="http://schemas.microsoft.com/office/drawing/2014/main" id="{69DDBDD9-49ED-8841-4E1F-AB2F81F34486}"/>
              </a:ext>
            </a:extLst>
          </p:cNvPr>
          <p:cNvPicPr>
            <a:picLocks noGrp="1" noRot="1" noChangeAspect="1" noMove="1" noResize="1" noEditPoints="1" noAdjustHandles="1" noChangeArrowheads="1" noChangeShapeType="1" noCrop="1"/>
          </p:cNvPicPr>
          <p:nvPr>
            <p:ph type="pic" sz="quarter" idx="15"/>
          </p:nvPr>
        </p:nvPicPr>
        <p:blipFill>
          <a:blip r:embed="rId2">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9FE3A95B-F0B5-CDFC-0806-7F5424A4D0ED}"/>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7</a:t>
            </a:fld>
            <a:endParaRPr lang="en-AU" dirty="0"/>
          </a:p>
        </p:txBody>
      </p:sp>
      <p:sp>
        <p:nvSpPr>
          <p:cNvPr id="12" name="Title 11">
            <a:extLst>
              <a:ext uri="{FF2B5EF4-FFF2-40B4-BE49-F238E27FC236}">
                <a16:creationId xmlns:a16="http://schemas.microsoft.com/office/drawing/2014/main" id="{5B51EBC5-8702-1C5E-AB07-3767107A0564}"/>
              </a:ext>
            </a:extLst>
          </p:cNvPr>
          <p:cNvSpPr>
            <a:spLocks noGrp="1"/>
          </p:cNvSpPr>
          <p:nvPr>
            <p:ph type="title"/>
          </p:nvPr>
        </p:nvSpPr>
        <p:spPr>
          <a:xfrm>
            <a:off x="479425" y="476250"/>
            <a:ext cx="11233150" cy="746695"/>
          </a:xfrm>
        </p:spPr>
        <p:txBody>
          <a:bodyPr/>
          <a:lstStyle/>
          <a:p>
            <a:br>
              <a:rPr lang="en-IN" dirty="0"/>
            </a:br>
            <a:r>
              <a:rPr lang="en-IN" dirty="0"/>
              <a:t>Lambda Function Logic</a:t>
            </a:r>
            <a:endParaRPr lang="en-GB" dirty="0"/>
          </a:p>
        </p:txBody>
      </p:sp>
      <p:sp>
        <p:nvSpPr>
          <p:cNvPr id="14" name="Content Placeholder 13">
            <a:extLst>
              <a:ext uri="{FF2B5EF4-FFF2-40B4-BE49-F238E27FC236}">
                <a16:creationId xmlns:a16="http://schemas.microsoft.com/office/drawing/2014/main" id="{93EF881E-51B9-06BC-5DD5-1DF3162E22EC}"/>
              </a:ext>
            </a:extLst>
          </p:cNvPr>
          <p:cNvSpPr>
            <a:spLocks noGrp="1"/>
          </p:cNvSpPr>
          <p:nvPr>
            <p:ph type="body" sz="quarter" idx="17"/>
          </p:nvPr>
        </p:nvSpPr>
        <p:spPr>
          <a:xfrm>
            <a:off x="478275" y="1664898"/>
            <a:ext cx="11233150" cy="4675049"/>
          </a:xfrm>
        </p:spPr>
        <p:txBody>
          <a:bodyPr/>
          <a:lstStyle/>
          <a:p>
            <a:pPr>
              <a:buFont typeface="Wingdings" panose="05000000000000000000" pitchFamily="2" charset="2"/>
              <a:buChar char="Ø"/>
            </a:pPr>
            <a:r>
              <a:rPr lang="en-US" dirty="0"/>
              <a:t>Write Python code to call </a:t>
            </a:r>
            <a:r>
              <a:rPr lang="en-US" dirty="0" err="1"/>
              <a:t>CreateInvalidation</a:t>
            </a:r>
            <a:endParaRPr lang="en-US" dirty="0"/>
          </a:p>
          <a:p>
            <a:pPr>
              <a:buFont typeface="Wingdings" panose="05000000000000000000" pitchFamily="2" charset="2"/>
              <a:buChar char="Ø"/>
            </a:pPr>
            <a:r>
              <a:rPr lang="en-US" dirty="0"/>
              <a:t>Add CLOUDFRONT_DISTRIBUTION_ID environment variable</a:t>
            </a:r>
          </a:p>
          <a:p>
            <a:pPr>
              <a:lnSpc>
                <a:spcPct val="150000"/>
              </a:lnSpc>
              <a:buFont typeface="Wingdings" panose="05000000000000000000" pitchFamily="2" charset="2"/>
              <a:buChar char="Ø"/>
            </a:pPr>
            <a:r>
              <a:rPr lang="en-US" dirty="0"/>
              <a:t>Receives S3 event JSON</a:t>
            </a:r>
          </a:p>
          <a:p>
            <a:pPr>
              <a:lnSpc>
                <a:spcPct val="150000"/>
              </a:lnSpc>
              <a:buFont typeface="Wingdings" panose="05000000000000000000" pitchFamily="2" charset="2"/>
              <a:buChar char="Ø"/>
            </a:pPr>
            <a:r>
              <a:rPr lang="en-US" dirty="0"/>
              <a:t>Extracts object keys from event</a:t>
            </a:r>
          </a:p>
          <a:p>
            <a:pPr>
              <a:lnSpc>
                <a:spcPct val="150000"/>
              </a:lnSpc>
              <a:buFont typeface="Wingdings" panose="05000000000000000000" pitchFamily="2" charset="2"/>
              <a:buChar char="Ø"/>
            </a:pPr>
            <a:r>
              <a:rPr lang="en-US" dirty="0"/>
              <a:t>Builds CloudFront invalidation request</a:t>
            </a:r>
          </a:p>
          <a:p>
            <a:pPr>
              <a:lnSpc>
                <a:spcPct val="150000"/>
              </a:lnSpc>
              <a:buFont typeface="Wingdings" panose="05000000000000000000" pitchFamily="2" charset="2"/>
              <a:buChar char="Ø"/>
            </a:pPr>
            <a:r>
              <a:rPr lang="en-US" dirty="0"/>
              <a:t>Handles up to 1000 paths per invalidation</a:t>
            </a:r>
          </a:p>
          <a:p>
            <a:pPr>
              <a:lnSpc>
                <a:spcPct val="150000"/>
              </a:lnSpc>
              <a:buFont typeface="Wingdings" panose="05000000000000000000" pitchFamily="2" charset="2"/>
              <a:buChar char="Ø"/>
            </a:pPr>
            <a:r>
              <a:rPr lang="en-US" dirty="0"/>
              <a:t>If too many files → fallback to /*</a:t>
            </a:r>
          </a:p>
          <a:p>
            <a:pPr>
              <a:lnSpc>
                <a:spcPct val="150000"/>
              </a:lnSpc>
              <a:buFont typeface="Wingdings" panose="05000000000000000000" pitchFamily="2" charset="2"/>
              <a:buChar char="Ø"/>
            </a:pPr>
            <a:r>
              <a:rPr lang="en-US" dirty="0"/>
              <a:t>Uses boto3 CloudFront client</a:t>
            </a:r>
          </a:p>
          <a:p>
            <a:pPr>
              <a:lnSpc>
                <a:spcPct val="150000"/>
              </a:lnSpc>
              <a:buFont typeface="Wingdings" panose="05000000000000000000" pitchFamily="2" charset="2"/>
              <a:buChar char="Ø"/>
            </a:pPr>
            <a:endParaRPr lang="en-US" dirty="0"/>
          </a:p>
          <a:p>
            <a:endParaRPr lang="en-GB" dirty="0"/>
          </a:p>
        </p:txBody>
      </p:sp>
      <p:sp>
        <p:nvSpPr>
          <p:cNvPr id="10" name="Text Placeholder 9">
            <a:extLst>
              <a:ext uri="{FF2B5EF4-FFF2-40B4-BE49-F238E27FC236}">
                <a16:creationId xmlns:a16="http://schemas.microsoft.com/office/drawing/2014/main" id="{EB288CF2-ADC7-1813-3FB2-DEA24A3C258F}"/>
              </a:ext>
            </a:extLst>
          </p:cNvPr>
          <p:cNvSpPr>
            <a:spLocks noGrp="1"/>
          </p:cNvSpPr>
          <p:nvPr>
            <p:ph type="body" sz="quarter" idx="44"/>
          </p:nvPr>
        </p:nvSpPr>
        <p:spPr/>
        <p:txBody>
          <a:bodyPr/>
          <a:lstStyle/>
          <a:p>
            <a:endParaRPr lang="en-GB"/>
          </a:p>
        </p:txBody>
      </p:sp>
      <p:sp>
        <p:nvSpPr>
          <p:cNvPr id="9" name="Text Placeholder 8">
            <a:extLst>
              <a:ext uri="{FF2B5EF4-FFF2-40B4-BE49-F238E27FC236}">
                <a16:creationId xmlns:a16="http://schemas.microsoft.com/office/drawing/2014/main" id="{79A0DF25-AE48-AF3D-8BD4-16DE4882FB9F}"/>
              </a:ext>
            </a:extLst>
          </p:cNvPr>
          <p:cNvSpPr>
            <a:spLocks noGrp="1"/>
          </p:cNvSpPr>
          <p:nvPr>
            <p:ph type="body" sz="quarter" idx="35"/>
          </p:nvPr>
        </p:nvSpPr>
        <p:spPr/>
        <p:txBody>
          <a:bodyPr/>
          <a:lstStyle/>
          <a:p>
            <a:endParaRPr lang="en-GB"/>
          </a:p>
        </p:txBody>
      </p:sp>
    </p:spTree>
    <p:extLst>
      <p:ext uri="{BB962C8B-B14F-4D97-AF65-F5344CB8AC3E}">
        <p14:creationId xmlns:p14="http://schemas.microsoft.com/office/powerpoint/2010/main" val="508331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81E62CE-5727-0CA3-8DAD-0BD6C5DD0187}"/>
              </a:ext>
            </a:extLst>
          </p:cNvPr>
          <p:cNvSpPr>
            <a:spLocks noGrp="1"/>
          </p:cNvSpPr>
          <p:nvPr>
            <p:ph type="pic" sz="quarter" idx="15"/>
          </p:nvPr>
        </p:nvSpPr>
        <p:spPr/>
        <p:txBody>
          <a:bodyPr/>
          <a:lstStyle/>
          <a:p>
            <a:endParaRPr lang="en-IN"/>
          </a:p>
        </p:txBody>
      </p:sp>
      <p:sp>
        <p:nvSpPr>
          <p:cNvPr id="3" name="Slide Number Placeholder 2">
            <a:extLst>
              <a:ext uri="{FF2B5EF4-FFF2-40B4-BE49-F238E27FC236}">
                <a16:creationId xmlns:a16="http://schemas.microsoft.com/office/drawing/2014/main" id="{19D0E4A3-DA1C-612C-44C3-5EBBC91DBC99}"/>
              </a:ext>
            </a:extLst>
          </p:cNvPr>
          <p:cNvSpPr>
            <a:spLocks noGrp="1"/>
          </p:cNvSpPr>
          <p:nvPr>
            <p:ph type="sldNum" sz="quarter" idx="12"/>
          </p:nvPr>
        </p:nvSpPr>
        <p:spPr/>
        <p:txBody>
          <a:bodyPr/>
          <a:lstStyle/>
          <a:p>
            <a:fld id="{E4C2AD82-1025-4508-97C1-6F7EE5C92734}" type="slidenum">
              <a:rPr lang="en-AU" smtClean="0"/>
              <a:pPr/>
              <a:t>8</a:t>
            </a:fld>
            <a:endParaRPr lang="en-AU" dirty="0"/>
          </a:p>
        </p:txBody>
      </p:sp>
      <p:sp>
        <p:nvSpPr>
          <p:cNvPr id="6" name="Text Placeholder 5">
            <a:extLst>
              <a:ext uri="{FF2B5EF4-FFF2-40B4-BE49-F238E27FC236}">
                <a16:creationId xmlns:a16="http://schemas.microsoft.com/office/drawing/2014/main" id="{501A0956-905A-C519-3628-A589BF9D5A04}"/>
              </a:ext>
            </a:extLst>
          </p:cNvPr>
          <p:cNvSpPr>
            <a:spLocks noGrp="1"/>
          </p:cNvSpPr>
          <p:nvPr>
            <p:ph type="body" sz="quarter" idx="17"/>
          </p:nvPr>
        </p:nvSpPr>
        <p:spPr>
          <a:xfrm>
            <a:off x="353683" y="108000"/>
            <a:ext cx="11357742" cy="6577472"/>
          </a:xfrm>
        </p:spPr>
        <p:txBody>
          <a:bodyPr/>
          <a:lstStyle/>
          <a:p>
            <a:pPr marL="0" indent="0">
              <a:spcBef>
                <a:spcPts val="100"/>
              </a:spcBef>
              <a:spcAft>
                <a:spcPts val="300"/>
              </a:spcAft>
              <a:buNone/>
            </a:pPr>
            <a:r>
              <a:rPr lang="en-IN" dirty="0"/>
              <a:t>   def </a:t>
            </a:r>
            <a:r>
              <a:rPr lang="en-IN" dirty="0" err="1"/>
              <a:t>lambda_handler</a:t>
            </a:r>
            <a:r>
              <a:rPr lang="en-IN" dirty="0"/>
              <a:t>(event, context):</a:t>
            </a:r>
          </a:p>
          <a:p>
            <a:pPr marL="0" indent="0">
              <a:spcBef>
                <a:spcPts val="100"/>
              </a:spcBef>
              <a:spcAft>
                <a:spcPts val="300"/>
              </a:spcAft>
              <a:buNone/>
            </a:pPr>
            <a:r>
              <a:rPr lang="en-IN" dirty="0"/>
              <a:t>    </a:t>
            </a:r>
            <a:r>
              <a:rPr lang="en-IN" dirty="0" err="1"/>
              <a:t>cf_client</a:t>
            </a:r>
            <a:r>
              <a:rPr lang="en-IN" dirty="0"/>
              <a:t> = boto3.client('</a:t>
            </a:r>
            <a:r>
              <a:rPr lang="en-IN" dirty="0" err="1"/>
              <a:t>cloudfront</a:t>
            </a:r>
            <a:r>
              <a:rPr lang="en-IN" dirty="0"/>
              <a:t>')</a:t>
            </a:r>
          </a:p>
          <a:p>
            <a:pPr marL="0" indent="0">
              <a:spcBef>
                <a:spcPts val="100"/>
              </a:spcBef>
              <a:spcAft>
                <a:spcPts val="300"/>
              </a:spcAft>
              <a:buNone/>
            </a:pPr>
            <a:r>
              <a:rPr lang="en-IN" dirty="0"/>
              <a:t>    </a:t>
            </a:r>
            <a:r>
              <a:rPr lang="en-IN" dirty="0" err="1"/>
              <a:t>distribution_id</a:t>
            </a:r>
            <a:r>
              <a:rPr lang="en-IN" dirty="0"/>
              <a:t> = </a:t>
            </a:r>
            <a:r>
              <a:rPr lang="en-IN" dirty="0" err="1"/>
              <a:t>os.environ</a:t>
            </a:r>
            <a:r>
              <a:rPr lang="en-IN" dirty="0"/>
              <a:t>['CLOUDFRONT_DISTRIBUTION_ID']</a:t>
            </a:r>
          </a:p>
          <a:p>
            <a:pPr marL="0" indent="0">
              <a:spcBef>
                <a:spcPts val="100"/>
              </a:spcBef>
              <a:spcAft>
                <a:spcPts val="300"/>
              </a:spcAft>
              <a:buNone/>
            </a:pPr>
            <a:endParaRPr lang="en-IN" dirty="0"/>
          </a:p>
          <a:p>
            <a:pPr marL="0" indent="0">
              <a:spcBef>
                <a:spcPts val="100"/>
              </a:spcBef>
              <a:spcAft>
                <a:spcPts val="300"/>
              </a:spcAft>
              <a:buNone/>
            </a:pPr>
            <a:r>
              <a:rPr lang="en-IN" dirty="0"/>
              <a:t>    # Create an invalidation for all files or specific changed keys</a:t>
            </a:r>
          </a:p>
          <a:p>
            <a:pPr marL="0" indent="0">
              <a:spcBef>
                <a:spcPts val="100"/>
              </a:spcBef>
              <a:spcAft>
                <a:spcPts val="300"/>
              </a:spcAft>
              <a:buNone/>
            </a:pPr>
            <a:r>
              <a:rPr lang="en-IN" dirty="0"/>
              <a:t>    response = </a:t>
            </a:r>
            <a:r>
              <a:rPr lang="en-IN" dirty="0" err="1"/>
              <a:t>cf_client.create_invalidation</a:t>
            </a:r>
            <a:r>
              <a:rPr lang="en-IN" dirty="0"/>
              <a:t>(</a:t>
            </a:r>
          </a:p>
          <a:p>
            <a:pPr marL="0" indent="0">
              <a:spcBef>
                <a:spcPts val="100"/>
              </a:spcBef>
              <a:spcAft>
                <a:spcPts val="300"/>
              </a:spcAft>
              <a:buNone/>
            </a:pPr>
            <a:r>
              <a:rPr lang="en-IN" dirty="0"/>
              <a:t>        </a:t>
            </a:r>
            <a:r>
              <a:rPr lang="en-IN" dirty="0" err="1"/>
              <a:t>DistributionId</a:t>
            </a:r>
            <a:r>
              <a:rPr lang="en-IN" dirty="0"/>
              <a:t>=</a:t>
            </a:r>
            <a:r>
              <a:rPr lang="en-IN" dirty="0" err="1"/>
              <a:t>distribution_id</a:t>
            </a:r>
            <a:r>
              <a:rPr lang="en-IN" dirty="0"/>
              <a:t>,</a:t>
            </a:r>
          </a:p>
          <a:p>
            <a:pPr marL="0" indent="0">
              <a:spcBef>
                <a:spcPts val="100"/>
              </a:spcBef>
              <a:spcAft>
                <a:spcPts val="300"/>
              </a:spcAft>
              <a:buNone/>
            </a:pPr>
            <a:r>
              <a:rPr lang="en-IN" dirty="0"/>
              <a:t>        </a:t>
            </a:r>
            <a:r>
              <a:rPr lang="en-IN" dirty="0" err="1"/>
              <a:t>InvalidationBatch</a:t>
            </a:r>
            <a:r>
              <a:rPr lang="en-IN" dirty="0"/>
              <a:t>={</a:t>
            </a:r>
          </a:p>
          <a:p>
            <a:pPr marL="0" indent="0">
              <a:spcBef>
                <a:spcPts val="100"/>
              </a:spcBef>
              <a:spcAft>
                <a:spcPts val="300"/>
              </a:spcAft>
              <a:buNone/>
            </a:pPr>
            <a:r>
              <a:rPr lang="en-IN" dirty="0"/>
              <a:t>            'Paths': {</a:t>
            </a:r>
          </a:p>
          <a:p>
            <a:pPr marL="0" indent="0">
              <a:spcBef>
                <a:spcPts val="100"/>
              </a:spcBef>
              <a:spcAft>
                <a:spcPts val="300"/>
              </a:spcAft>
              <a:buNone/>
            </a:pPr>
            <a:r>
              <a:rPr lang="en-IN" dirty="0"/>
              <a:t>                'Quantity': 1,</a:t>
            </a:r>
          </a:p>
          <a:p>
            <a:pPr marL="0" indent="0">
              <a:spcBef>
                <a:spcPts val="100"/>
              </a:spcBef>
              <a:spcAft>
                <a:spcPts val="300"/>
              </a:spcAft>
              <a:buNone/>
            </a:pPr>
            <a:r>
              <a:rPr lang="en-IN" dirty="0"/>
              <a:t>                'Items': ['/*']  # or list specific keys</a:t>
            </a:r>
          </a:p>
          <a:p>
            <a:pPr marL="0" indent="0">
              <a:spcBef>
                <a:spcPts val="100"/>
              </a:spcBef>
              <a:spcAft>
                <a:spcPts val="300"/>
              </a:spcAft>
              <a:buNone/>
            </a:pPr>
            <a:r>
              <a:rPr lang="en-IN" dirty="0"/>
              <a:t>            },</a:t>
            </a:r>
          </a:p>
          <a:p>
            <a:pPr marL="0" indent="0">
              <a:spcBef>
                <a:spcPts val="100"/>
              </a:spcBef>
              <a:spcAft>
                <a:spcPts val="300"/>
              </a:spcAft>
              <a:buNone/>
            </a:pPr>
            <a:r>
              <a:rPr lang="en-IN" dirty="0"/>
              <a:t>            '</a:t>
            </a:r>
            <a:r>
              <a:rPr lang="en-IN" dirty="0" err="1"/>
              <a:t>CallerReference</a:t>
            </a:r>
            <a:r>
              <a:rPr lang="en-IN" dirty="0"/>
              <a:t>': str(</a:t>
            </a:r>
            <a:r>
              <a:rPr lang="en-IN" dirty="0" err="1"/>
              <a:t>time.time</a:t>
            </a:r>
            <a:r>
              <a:rPr lang="en-IN" dirty="0"/>
              <a:t>())</a:t>
            </a:r>
          </a:p>
          <a:p>
            <a:pPr marL="0" indent="0">
              <a:spcBef>
                <a:spcPts val="100"/>
              </a:spcBef>
              <a:spcAft>
                <a:spcPts val="300"/>
              </a:spcAft>
              <a:buNone/>
            </a:pPr>
            <a:r>
              <a:rPr lang="en-IN" dirty="0"/>
              <a:t>        }</a:t>
            </a:r>
          </a:p>
          <a:p>
            <a:pPr marL="0" indent="0">
              <a:spcBef>
                <a:spcPts val="100"/>
              </a:spcBef>
              <a:spcAft>
                <a:spcPts val="300"/>
              </a:spcAft>
              <a:buNone/>
            </a:pPr>
            <a:r>
              <a:rPr lang="en-IN" dirty="0"/>
              <a:t>    )</a:t>
            </a:r>
          </a:p>
          <a:p>
            <a:pPr marL="0" indent="0">
              <a:spcBef>
                <a:spcPts val="100"/>
              </a:spcBef>
              <a:spcAft>
                <a:spcPts val="300"/>
              </a:spcAft>
              <a:buNone/>
            </a:pPr>
            <a:br>
              <a:rPr lang="en-IN" dirty="0"/>
            </a:br>
            <a:endParaRPr lang="en-IN" dirty="0"/>
          </a:p>
          <a:p>
            <a:pPr marL="0" indent="0">
              <a:spcBef>
                <a:spcPts val="100"/>
              </a:spcBef>
              <a:spcAft>
                <a:spcPts val="300"/>
              </a:spcAft>
              <a:buNone/>
            </a:pPr>
            <a:r>
              <a:rPr lang="en-IN" dirty="0"/>
              <a:t>   print("Invalidation created:", response['Invalidation']['Id'])</a:t>
            </a:r>
          </a:p>
          <a:p>
            <a:pPr marL="0" indent="0">
              <a:spcBef>
                <a:spcPts val="100"/>
              </a:spcBef>
              <a:spcAft>
                <a:spcPts val="300"/>
              </a:spcAft>
              <a:buNone/>
            </a:pPr>
            <a:r>
              <a:rPr lang="en-IN" dirty="0"/>
              <a:t>  return {"status": "success", "</a:t>
            </a:r>
            <a:r>
              <a:rPr lang="en-IN" dirty="0" err="1"/>
              <a:t>invalidation_id</a:t>
            </a:r>
            <a:r>
              <a:rPr lang="en-IN" dirty="0"/>
              <a:t>": response['Invalidation']['Id']}</a:t>
            </a:r>
          </a:p>
          <a:p>
            <a:pPr marL="0" indent="0">
              <a:spcBef>
                <a:spcPts val="100"/>
              </a:spcBef>
              <a:spcAft>
                <a:spcPts val="300"/>
              </a:spcAft>
              <a:buNone/>
            </a:pPr>
            <a:br>
              <a:rPr lang="en-IN" dirty="0"/>
            </a:br>
            <a:endParaRPr lang="en-IN" dirty="0"/>
          </a:p>
          <a:p>
            <a:pPr>
              <a:spcBef>
                <a:spcPts val="100"/>
              </a:spcBef>
              <a:spcAft>
                <a:spcPts val="300"/>
              </a:spcAft>
            </a:pPr>
            <a:r>
              <a:rPr lang="en-IN" dirty="0"/>
              <a:t>    </a:t>
            </a:r>
          </a:p>
          <a:p>
            <a:pPr>
              <a:spcBef>
                <a:spcPts val="100"/>
              </a:spcBef>
              <a:spcAft>
                <a:spcPts val="300"/>
              </a:spcAft>
            </a:pPr>
            <a:endParaRPr lang="en-IN" dirty="0"/>
          </a:p>
        </p:txBody>
      </p:sp>
      <p:sp>
        <p:nvSpPr>
          <p:cNvPr id="7" name="Text Placeholder 6">
            <a:extLst>
              <a:ext uri="{FF2B5EF4-FFF2-40B4-BE49-F238E27FC236}">
                <a16:creationId xmlns:a16="http://schemas.microsoft.com/office/drawing/2014/main" id="{51A4E456-08FD-5FAB-6A2F-4187FE9F072F}"/>
              </a:ext>
            </a:extLst>
          </p:cNvPr>
          <p:cNvSpPr>
            <a:spLocks noGrp="1"/>
          </p:cNvSpPr>
          <p:nvPr>
            <p:ph type="body" sz="quarter" idx="44"/>
          </p:nvPr>
        </p:nvSpPr>
        <p:spPr/>
        <p:txBody>
          <a:bodyPr/>
          <a:lstStyle/>
          <a:p>
            <a:endParaRPr lang="en-IN"/>
          </a:p>
        </p:txBody>
      </p:sp>
      <p:sp>
        <p:nvSpPr>
          <p:cNvPr id="8" name="Text Placeholder 7">
            <a:extLst>
              <a:ext uri="{FF2B5EF4-FFF2-40B4-BE49-F238E27FC236}">
                <a16:creationId xmlns:a16="http://schemas.microsoft.com/office/drawing/2014/main" id="{B79437EE-8D35-2F3A-AF18-32A55CCD8283}"/>
              </a:ext>
            </a:extLst>
          </p:cNvPr>
          <p:cNvSpPr>
            <a:spLocks noGrp="1"/>
          </p:cNvSpPr>
          <p:nvPr>
            <p:ph type="body" sz="quarter" idx="35"/>
          </p:nvPr>
        </p:nvSpPr>
        <p:spPr/>
        <p:txBody>
          <a:bodyPr/>
          <a:lstStyle/>
          <a:p>
            <a:endParaRPr lang="en-IN"/>
          </a:p>
        </p:txBody>
      </p:sp>
    </p:spTree>
    <p:extLst>
      <p:ext uri="{BB962C8B-B14F-4D97-AF65-F5344CB8AC3E}">
        <p14:creationId xmlns:p14="http://schemas.microsoft.com/office/powerpoint/2010/main" val="322254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CC49-A431-6A71-E0F2-72D5C000627A}"/>
            </a:ext>
          </a:extLst>
        </p:cNvPr>
        <p:cNvGrpSpPr/>
        <p:nvPr/>
      </p:nvGrpSpPr>
      <p:grpSpPr>
        <a:xfrm>
          <a:off x="0" y="0"/>
          <a:ext cx="0" cy="0"/>
          <a:chOff x="0" y="0"/>
          <a:chExt cx="0" cy="0"/>
        </a:xfrm>
      </p:grpSpPr>
      <p:pic>
        <p:nvPicPr>
          <p:cNvPr id="17" name="Picture Placeholder 16" descr="A bright light in the dark&#10;&#10;Description automatically generated">
            <a:extLst>
              <a:ext uri="{FF2B5EF4-FFF2-40B4-BE49-F238E27FC236}">
                <a16:creationId xmlns:a16="http://schemas.microsoft.com/office/drawing/2014/main" id="{20CF81AD-20AB-621B-C6CC-4E31A56DF3E8}"/>
              </a:ext>
            </a:extLst>
          </p:cNvPr>
          <p:cNvPicPr>
            <a:picLocks noGrp="1" noRot="1" noChangeAspect="1" noMove="1" noResize="1" noEditPoints="1" noAdjustHandles="1" noChangeArrowheads="1" noChangeShapeType="1" noCrop="1"/>
          </p:cNvPicPr>
          <p:nvPr>
            <p:ph type="pic" sz="quarter" idx="15"/>
          </p:nvPr>
        </p:nvPicPr>
        <p:blipFill>
          <a:blip r:embed="rId2">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ACC02296-95B9-C72A-99BF-8253A679D457}"/>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9</a:t>
            </a:fld>
            <a:endParaRPr lang="en-AU" dirty="0"/>
          </a:p>
        </p:txBody>
      </p:sp>
      <p:sp>
        <p:nvSpPr>
          <p:cNvPr id="12" name="Title 11">
            <a:extLst>
              <a:ext uri="{FF2B5EF4-FFF2-40B4-BE49-F238E27FC236}">
                <a16:creationId xmlns:a16="http://schemas.microsoft.com/office/drawing/2014/main" id="{19BBBB47-91AD-DE8A-D2CD-FF14983AECBF}"/>
              </a:ext>
            </a:extLst>
          </p:cNvPr>
          <p:cNvSpPr>
            <a:spLocks noGrp="1"/>
          </p:cNvSpPr>
          <p:nvPr>
            <p:ph type="title"/>
          </p:nvPr>
        </p:nvSpPr>
        <p:spPr>
          <a:xfrm>
            <a:off x="479425" y="476250"/>
            <a:ext cx="11233150" cy="750513"/>
          </a:xfrm>
        </p:spPr>
        <p:txBody>
          <a:bodyPr/>
          <a:lstStyle/>
          <a:p>
            <a:r>
              <a:rPr lang="en-IN" dirty="0"/>
              <a:t>Deployment Steps</a:t>
            </a:r>
            <a:endParaRPr lang="en-GB" dirty="0"/>
          </a:p>
        </p:txBody>
      </p:sp>
      <p:sp>
        <p:nvSpPr>
          <p:cNvPr id="14" name="Content Placeholder 13">
            <a:extLst>
              <a:ext uri="{FF2B5EF4-FFF2-40B4-BE49-F238E27FC236}">
                <a16:creationId xmlns:a16="http://schemas.microsoft.com/office/drawing/2014/main" id="{244A88DC-A7DB-8A4B-9D4A-A3184901093B}"/>
              </a:ext>
            </a:extLst>
          </p:cNvPr>
          <p:cNvSpPr>
            <a:spLocks noGrp="1"/>
          </p:cNvSpPr>
          <p:nvPr>
            <p:ph type="body" sz="quarter" idx="17"/>
          </p:nvPr>
        </p:nvSpPr>
        <p:spPr>
          <a:xfrm>
            <a:off x="379562" y="1000664"/>
            <a:ext cx="11331863" cy="5339284"/>
          </a:xfrm>
        </p:spPr>
        <p:txBody>
          <a:bodyPr/>
          <a:lstStyle/>
          <a:p>
            <a:endParaRPr lang="en-US" dirty="0"/>
          </a:p>
          <a:p>
            <a:r>
              <a:rPr lang="en-IN" dirty="0"/>
              <a:t>Source Stage: Pulls from GitHub/</a:t>
            </a:r>
            <a:r>
              <a:rPr lang="en-IN" dirty="0" err="1"/>
              <a:t>CodeCommit</a:t>
            </a:r>
            <a:endParaRPr lang="en-IN" dirty="0"/>
          </a:p>
          <a:p>
            <a:r>
              <a:rPr lang="en-IN" dirty="0"/>
              <a:t>Deploy Stage: Upload to S3</a:t>
            </a:r>
          </a:p>
          <a:p>
            <a:r>
              <a:rPr lang="en-IN" dirty="0"/>
              <a:t>Invoke Lambda: Auto CloudFront invalidation</a:t>
            </a:r>
          </a:p>
          <a:p>
            <a:endParaRPr lang="en-US" dirty="0"/>
          </a:p>
          <a:p>
            <a:endParaRPr lang="en-US" dirty="0"/>
          </a:p>
          <a:p>
            <a:endParaRPr lang="en-US" dirty="0"/>
          </a:p>
          <a:p>
            <a:endParaRPr lang="en-US" dirty="0"/>
          </a:p>
          <a:p>
            <a:pPr marL="0" indent="0">
              <a:buNone/>
            </a:pPr>
            <a:endParaRPr lang="en-IN" dirty="0"/>
          </a:p>
        </p:txBody>
      </p:sp>
      <p:sp>
        <p:nvSpPr>
          <p:cNvPr id="10" name="Text Placeholder 9">
            <a:extLst>
              <a:ext uri="{FF2B5EF4-FFF2-40B4-BE49-F238E27FC236}">
                <a16:creationId xmlns:a16="http://schemas.microsoft.com/office/drawing/2014/main" id="{AC02F484-1F8B-60CF-9B5A-064EACA8ABF9}"/>
              </a:ext>
            </a:extLst>
          </p:cNvPr>
          <p:cNvSpPr>
            <a:spLocks noGrp="1"/>
          </p:cNvSpPr>
          <p:nvPr>
            <p:ph type="body" sz="quarter" idx="44"/>
          </p:nvPr>
        </p:nvSpPr>
        <p:spPr/>
        <p:txBody>
          <a:bodyPr/>
          <a:lstStyle/>
          <a:p>
            <a:endParaRPr lang="en-GB" dirty="0"/>
          </a:p>
        </p:txBody>
      </p:sp>
      <p:sp>
        <p:nvSpPr>
          <p:cNvPr id="9" name="Text Placeholder 8">
            <a:extLst>
              <a:ext uri="{FF2B5EF4-FFF2-40B4-BE49-F238E27FC236}">
                <a16:creationId xmlns:a16="http://schemas.microsoft.com/office/drawing/2014/main" id="{D1838989-D95E-3080-6CEB-BD2516324359}"/>
              </a:ext>
            </a:extLst>
          </p:cNvPr>
          <p:cNvSpPr>
            <a:spLocks noGrp="1"/>
          </p:cNvSpPr>
          <p:nvPr>
            <p:ph type="body" sz="quarter" idx="35"/>
          </p:nvPr>
        </p:nvSpPr>
        <p:spPr/>
        <p:txBody>
          <a:bodyPr/>
          <a:lstStyle/>
          <a:p>
            <a:endParaRPr lang="en-GB"/>
          </a:p>
        </p:txBody>
      </p:sp>
      <p:pic>
        <p:nvPicPr>
          <p:cNvPr id="3" name="Picture 2">
            <a:extLst>
              <a:ext uri="{FF2B5EF4-FFF2-40B4-BE49-F238E27FC236}">
                <a16:creationId xmlns:a16="http://schemas.microsoft.com/office/drawing/2014/main" id="{0030018D-6A13-62E4-1BDF-BAE3AB0EAAA6}"/>
              </a:ext>
            </a:extLst>
          </p:cNvPr>
          <p:cNvPicPr>
            <a:picLocks noChangeAspect="1"/>
          </p:cNvPicPr>
          <p:nvPr/>
        </p:nvPicPr>
        <p:blipFill>
          <a:blip r:embed="rId3"/>
          <a:stretch>
            <a:fillRect/>
          </a:stretch>
        </p:blipFill>
        <p:spPr>
          <a:xfrm>
            <a:off x="2745889" y="2811602"/>
            <a:ext cx="6599208" cy="3697546"/>
          </a:xfrm>
          <a:prstGeom prst="rect">
            <a:avLst/>
          </a:prstGeom>
        </p:spPr>
      </p:pic>
    </p:spTree>
    <p:extLst>
      <p:ext uri="{BB962C8B-B14F-4D97-AF65-F5344CB8AC3E}">
        <p14:creationId xmlns:p14="http://schemas.microsoft.com/office/powerpoint/2010/main" val="2731790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D8E729-7E6D-7965-B9EC-8A3676CCB4F1}"/>
              </a:ext>
            </a:extLst>
          </p:cNvPr>
          <p:cNvSpPr>
            <a:spLocks noGrp="1"/>
          </p:cNvSpPr>
          <p:nvPr>
            <p:ph type="sldNum" sz="quarter" idx="12"/>
          </p:nvPr>
        </p:nvSpPr>
        <p:spPr/>
        <p:txBody>
          <a:bodyPr/>
          <a:lstStyle/>
          <a:p>
            <a:fld id="{E4C2AD82-1025-4508-97C1-6F7EE5C92734}" type="slidenum">
              <a:rPr lang="en-AU" smtClean="0"/>
              <a:pPr/>
              <a:t>10</a:t>
            </a:fld>
            <a:endParaRPr lang="en-AU" dirty="0"/>
          </a:p>
        </p:txBody>
      </p:sp>
      <p:sp>
        <p:nvSpPr>
          <p:cNvPr id="6" name="Text Placeholder 5">
            <a:extLst>
              <a:ext uri="{FF2B5EF4-FFF2-40B4-BE49-F238E27FC236}">
                <a16:creationId xmlns:a16="http://schemas.microsoft.com/office/drawing/2014/main" id="{4345106D-E3A9-A50F-6D31-66E87E2CC587}"/>
              </a:ext>
            </a:extLst>
          </p:cNvPr>
          <p:cNvSpPr>
            <a:spLocks noGrp="1"/>
          </p:cNvSpPr>
          <p:nvPr>
            <p:ph type="body" sz="quarter" idx="17"/>
          </p:nvPr>
        </p:nvSpPr>
        <p:spPr>
          <a:xfrm>
            <a:off x="479425" y="348852"/>
            <a:ext cx="11232000" cy="5991096"/>
          </a:xfrm>
        </p:spPr>
        <p:txBody>
          <a:bodyPr/>
          <a:lstStyle/>
          <a:p>
            <a:endParaRPr lang="en-US" dirty="0"/>
          </a:p>
          <a:p>
            <a:r>
              <a:rPr lang="en-US" dirty="0"/>
              <a:t>Push code → Pipeline executes</a:t>
            </a:r>
          </a:p>
          <a:p>
            <a:r>
              <a:rPr lang="en-US" dirty="0"/>
              <a:t>Deploys to S3 → Lambda runs</a:t>
            </a:r>
          </a:p>
          <a:p>
            <a:r>
              <a:rPr lang="en-US" dirty="0"/>
              <a:t>CloudFront invalidates → New content live instantly</a:t>
            </a:r>
            <a:br>
              <a:rPr lang="en-US" dirty="0"/>
            </a:br>
            <a:endParaRPr lang="en-US" dirty="0"/>
          </a:p>
          <a:p>
            <a:pPr marL="0" indent="0">
              <a:buNone/>
            </a:pPr>
            <a:endParaRPr lang="en-US" dirty="0"/>
          </a:p>
          <a:p>
            <a:endParaRPr lang="en-US" dirty="0"/>
          </a:p>
          <a:p>
            <a:endParaRPr lang="en-US" dirty="0"/>
          </a:p>
          <a:p>
            <a:endParaRPr lang="en-US" dirty="0"/>
          </a:p>
          <a:p>
            <a:endParaRPr lang="en-IN" dirty="0"/>
          </a:p>
        </p:txBody>
      </p:sp>
      <p:sp>
        <p:nvSpPr>
          <p:cNvPr id="7" name="Text Placeholder 6">
            <a:extLst>
              <a:ext uri="{FF2B5EF4-FFF2-40B4-BE49-F238E27FC236}">
                <a16:creationId xmlns:a16="http://schemas.microsoft.com/office/drawing/2014/main" id="{E4A12CB8-7DEE-9584-D502-B9A7169F713B}"/>
              </a:ext>
            </a:extLst>
          </p:cNvPr>
          <p:cNvSpPr>
            <a:spLocks noGrp="1"/>
          </p:cNvSpPr>
          <p:nvPr>
            <p:ph type="body" sz="quarter" idx="44"/>
          </p:nvPr>
        </p:nvSpPr>
        <p:spPr/>
        <p:txBody>
          <a:bodyPr/>
          <a:lstStyle/>
          <a:p>
            <a:endParaRPr lang="en-IN"/>
          </a:p>
        </p:txBody>
      </p:sp>
      <p:sp>
        <p:nvSpPr>
          <p:cNvPr id="8" name="Text Placeholder 7">
            <a:extLst>
              <a:ext uri="{FF2B5EF4-FFF2-40B4-BE49-F238E27FC236}">
                <a16:creationId xmlns:a16="http://schemas.microsoft.com/office/drawing/2014/main" id="{87942665-8039-5E26-3B3C-A8D18671BA12}"/>
              </a:ext>
            </a:extLst>
          </p:cNvPr>
          <p:cNvSpPr>
            <a:spLocks noGrp="1"/>
          </p:cNvSpPr>
          <p:nvPr>
            <p:ph type="body" sz="quarter" idx="35"/>
          </p:nvPr>
        </p:nvSpPr>
        <p:spPr/>
        <p:txBody>
          <a:bodyPr/>
          <a:lstStyle/>
          <a:p>
            <a:endParaRPr lang="en-IN"/>
          </a:p>
        </p:txBody>
      </p:sp>
      <p:pic>
        <p:nvPicPr>
          <p:cNvPr id="4" name="Picture 3">
            <a:extLst>
              <a:ext uri="{FF2B5EF4-FFF2-40B4-BE49-F238E27FC236}">
                <a16:creationId xmlns:a16="http://schemas.microsoft.com/office/drawing/2014/main" id="{5A1BFD2C-4C21-D0D6-81A4-C0DEDD433D14}"/>
              </a:ext>
            </a:extLst>
          </p:cNvPr>
          <p:cNvPicPr>
            <a:picLocks noChangeAspect="1"/>
          </p:cNvPicPr>
          <p:nvPr/>
        </p:nvPicPr>
        <p:blipFill>
          <a:blip r:embed="rId2"/>
          <a:stretch>
            <a:fillRect/>
          </a:stretch>
        </p:blipFill>
        <p:spPr>
          <a:xfrm>
            <a:off x="479425" y="2765082"/>
            <a:ext cx="4773680" cy="2848938"/>
          </a:xfrm>
          <a:prstGeom prst="rect">
            <a:avLst/>
          </a:prstGeom>
        </p:spPr>
      </p:pic>
      <p:pic>
        <p:nvPicPr>
          <p:cNvPr id="9" name="Picture 8">
            <a:extLst>
              <a:ext uri="{FF2B5EF4-FFF2-40B4-BE49-F238E27FC236}">
                <a16:creationId xmlns:a16="http://schemas.microsoft.com/office/drawing/2014/main" id="{4D8DD642-8C22-3FDF-9723-5302D814BF7F}"/>
              </a:ext>
            </a:extLst>
          </p:cNvPr>
          <p:cNvPicPr>
            <a:picLocks noChangeAspect="1"/>
          </p:cNvPicPr>
          <p:nvPr/>
        </p:nvPicPr>
        <p:blipFill>
          <a:blip r:embed="rId3"/>
          <a:stretch>
            <a:fillRect/>
          </a:stretch>
        </p:blipFill>
        <p:spPr>
          <a:xfrm>
            <a:off x="6197166" y="2765082"/>
            <a:ext cx="4930908" cy="2848937"/>
          </a:xfrm>
          <a:prstGeom prst="rect">
            <a:avLst/>
          </a:prstGeom>
        </p:spPr>
      </p:pic>
    </p:spTree>
    <p:extLst>
      <p:ext uri="{BB962C8B-B14F-4D97-AF65-F5344CB8AC3E}">
        <p14:creationId xmlns:p14="http://schemas.microsoft.com/office/powerpoint/2010/main" val="2624481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A13A4-9503-76BE-FE11-E1E70D82B9C7}"/>
            </a:ext>
          </a:extLst>
        </p:cNvPr>
        <p:cNvGrpSpPr/>
        <p:nvPr/>
      </p:nvGrpSpPr>
      <p:grpSpPr>
        <a:xfrm>
          <a:off x="0" y="0"/>
          <a:ext cx="0" cy="0"/>
          <a:chOff x="0" y="0"/>
          <a:chExt cx="0" cy="0"/>
        </a:xfrm>
      </p:grpSpPr>
      <p:pic>
        <p:nvPicPr>
          <p:cNvPr id="17" name="Picture Placeholder 16" descr="A bright light in the dark&#10;&#10;Description automatically generated">
            <a:extLst>
              <a:ext uri="{FF2B5EF4-FFF2-40B4-BE49-F238E27FC236}">
                <a16:creationId xmlns:a16="http://schemas.microsoft.com/office/drawing/2014/main" id="{38FB063D-5A8D-0FBC-8E2B-F77F8AE1CFA8}"/>
              </a:ext>
            </a:extLst>
          </p:cNvPr>
          <p:cNvPicPr>
            <a:picLocks noGrp="1" noRot="1" noChangeAspect="1" noMove="1" noResize="1" noEditPoints="1" noAdjustHandles="1" noChangeArrowheads="1" noChangeShapeType="1" noCrop="1"/>
          </p:cNvPicPr>
          <p:nvPr>
            <p:ph type="pic" sz="quarter" idx="15"/>
          </p:nvPr>
        </p:nvPicPr>
        <p:blipFill>
          <a:blip r:embed="rId2">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F13F0C6F-FAB8-EFB4-202C-64E7BD0149C3}"/>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11</a:t>
            </a:fld>
            <a:endParaRPr lang="en-AU" dirty="0"/>
          </a:p>
        </p:txBody>
      </p:sp>
      <p:sp>
        <p:nvSpPr>
          <p:cNvPr id="12" name="Title 11">
            <a:extLst>
              <a:ext uri="{FF2B5EF4-FFF2-40B4-BE49-F238E27FC236}">
                <a16:creationId xmlns:a16="http://schemas.microsoft.com/office/drawing/2014/main" id="{971802A5-BB12-0A58-9000-798F5A0DA815}"/>
              </a:ext>
            </a:extLst>
          </p:cNvPr>
          <p:cNvSpPr>
            <a:spLocks noGrp="1"/>
          </p:cNvSpPr>
          <p:nvPr>
            <p:ph type="title"/>
          </p:nvPr>
        </p:nvSpPr>
        <p:spPr>
          <a:xfrm>
            <a:off x="479425" y="476250"/>
            <a:ext cx="11233150" cy="746695"/>
          </a:xfrm>
        </p:spPr>
        <p:txBody>
          <a:bodyPr/>
          <a:lstStyle/>
          <a:p>
            <a:r>
              <a:rPr lang="en-IN" dirty="0"/>
              <a:t>Benefits &amp; Cost Considerations</a:t>
            </a:r>
            <a:endParaRPr lang="en-GB" dirty="0"/>
          </a:p>
        </p:txBody>
      </p:sp>
      <p:sp>
        <p:nvSpPr>
          <p:cNvPr id="14" name="Content Placeholder 13">
            <a:extLst>
              <a:ext uri="{FF2B5EF4-FFF2-40B4-BE49-F238E27FC236}">
                <a16:creationId xmlns:a16="http://schemas.microsoft.com/office/drawing/2014/main" id="{DDA240E4-1DA7-0CD3-7A0A-13FDD4BB9B66}"/>
              </a:ext>
            </a:extLst>
          </p:cNvPr>
          <p:cNvSpPr>
            <a:spLocks noGrp="1"/>
          </p:cNvSpPr>
          <p:nvPr>
            <p:ph type="body" sz="quarter" idx="17"/>
          </p:nvPr>
        </p:nvSpPr>
        <p:spPr>
          <a:xfrm>
            <a:off x="478275" y="1090296"/>
            <a:ext cx="11233150" cy="5291453"/>
          </a:xfrm>
        </p:spPr>
        <p:txBody>
          <a:bodyPr/>
          <a:lstStyle/>
          <a:p>
            <a:endParaRPr lang="en-GB" dirty="0"/>
          </a:p>
          <a:p>
            <a:pPr marL="0" indent="0">
              <a:buNone/>
            </a:pPr>
            <a:r>
              <a:rPr lang="en-US" dirty="0"/>
              <a:t>💡 Benefits:</a:t>
            </a:r>
          </a:p>
          <a:p>
            <a:pPr>
              <a:buFont typeface="Wingdings" panose="05000000000000000000" pitchFamily="2" charset="2"/>
              <a:buChar char="Ø"/>
            </a:pPr>
            <a:r>
              <a:rPr lang="en-US" dirty="0"/>
              <a:t>Always serve updated content globally</a:t>
            </a:r>
          </a:p>
          <a:p>
            <a:pPr>
              <a:buFont typeface="Wingdings" panose="05000000000000000000" pitchFamily="2" charset="2"/>
              <a:buChar char="Ø"/>
            </a:pPr>
            <a:r>
              <a:rPr lang="en-US" dirty="0"/>
              <a:t>Fully automated, no manual invalidation</a:t>
            </a:r>
          </a:p>
          <a:p>
            <a:pPr>
              <a:buFont typeface="Wingdings" panose="05000000000000000000" pitchFamily="2" charset="2"/>
              <a:buChar char="Ø"/>
            </a:pPr>
            <a:r>
              <a:rPr lang="en-US" dirty="0"/>
              <a:t>Integrated with CI/CD pipelines</a:t>
            </a:r>
          </a:p>
          <a:p>
            <a:pPr>
              <a:buFont typeface="Wingdings" panose="05000000000000000000" pitchFamily="2" charset="2"/>
              <a:buChar char="Ø"/>
            </a:pPr>
            <a:r>
              <a:rPr lang="en-US" dirty="0"/>
              <a:t>Low operational overhead</a:t>
            </a:r>
          </a:p>
          <a:p>
            <a:endParaRPr lang="en-US" dirty="0"/>
          </a:p>
          <a:p>
            <a:pPr marL="0" indent="0">
              <a:buNone/>
            </a:pPr>
            <a:r>
              <a:rPr lang="en-US" dirty="0"/>
              <a:t>💰 Cost:</a:t>
            </a:r>
          </a:p>
          <a:p>
            <a:pPr>
              <a:buFont typeface="Wingdings" panose="05000000000000000000" pitchFamily="2" charset="2"/>
              <a:buChar char="Ø"/>
            </a:pPr>
            <a:r>
              <a:rPr lang="en-US" dirty="0"/>
              <a:t>First 1000 invalidations/month free</a:t>
            </a:r>
          </a:p>
          <a:p>
            <a:pPr>
              <a:buFont typeface="Wingdings" panose="05000000000000000000" pitchFamily="2" charset="2"/>
              <a:buChar char="Ø"/>
            </a:pPr>
            <a:r>
              <a:rPr lang="en-US" dirty="0"/>
              <a:t>Lambda: Charged per invocation &amp; execution time</a:t>
            </a:r>
          </a:p>
          <a:p>
            <a:pPr>
              <a:buFont typeface="Wingdings" panose="05000000000000000000" pitchFamily="2" charset="2"/>
              <a:buChar char="Ø"/>
            </a:pPr>
            <a:r>
              <a:rPr lang="en-US" dirty="0"/>
              <a:t>S3 &amp; CloudFront standard storage/delivery costs apply</a:t>
            </a:r>
          </a:p>
          <a:p>
            <a:pPr>
              <a:buFont typeface="Wingdings" panose="05000000000000000000" pitchFamily="2" charset="2"/>
              <a:buChar char="Ø"/>
            </a:pPr>
            <a:endParaRPr lang="en-US" dirty="0"/>
          </a:p>
          <a:p>
            <a:endParaRPr lang="en-GB" dirty="0"/>
          </a:p>
        </p:txBody>
      </p:sp>
      <p:sp>
        <p:nvSpPr>
          <p:cNvPr id="10" name="Text Placeholder 9">
            <a:extLst>
              <a:ext uri="{FF2B5EF4-FFF2-40B4-BE49-F238E27FC236}">
                <a16:creationId xmlns:a16="http://schemas.microsoft.com/office/drawing/2014/main" id="{1A480845-2169-9BC1-CFC5-EFEE06A7577C}"/>
              </a:ext>
            </a:extLst>
          </p:cNvPr>
          <p:cNvSpPr>
            <a:spLocks noGrp="1"/>
          </p:cNvSpPr>
          <p:nvPr>
            <p:ph type="body" sz="quarter" idx="44"/>
          </p:nvPr>
        </p:nvSpPr>
        <p:spPr/>
        <p:txBody>
          <a:bodyPr/>
          <a:lstStyle/>
          <a:p>
            <a:endParaRPr lang="en-GB"/>
          </a:p>
        </p:txBody>
      </p:sp>
      <p:sp>
        <p:nvSpPr>
          <p:cNvPr id="9" name="Text Placeholder 8">
            <a:extLst>
              <a:ext uri="{FF2B5EF4-FFF2-40B4-BE49-F238E27FC236}">
                <a16:creationId xmlns:a16="http://schemas.microsoft.com/office/drawing/2014/main" id="{7497D09C-2C84-E55C-0BDB-81C69EB41919}"/>
              </a:ext>
            </a:extLst>
          </p:cNvPr>
          <p:cNvSpPr>
            <a:spLocks noGrp="1"/>
          </p:cNvSpPr>
          <p:nvPr>
            <p:ph type="body" sz="quarter" idx="35"/>
          </p:nvPr>
        </p:nvSpPr>
        <p:spPr/>
        <p:txBody>
          <a:bodyPr/>
          <a:lstStyle/>
          <a:p>
            <a:endParaRPr lang="en-GB"/>
          </a:p>
        </p:txBody>
      </p:sp>
    </p:spTree>
    <p:extLst>
      <p:ext uri="{BB962C8B-B14F-4D97-AF65-F5344CB8AC3E}">
        <p14:creationId xmlns:p14="http://schemas.microsoft.com/office/powerpoint/2010/main" val="2326804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70F0-CFE4-9E73-2364-EABD38B5994D}"/>
              </a:ext>
            </a:extLst>
          </p:cNvPr>
          <p:cNvSpPr>
            <a:spLocks noGrp="1"/>
          </p:cNvSpPr>
          <p:nvPr>
            <p:ph type="title"/>
          </p:nvPr>
        </p:nvSpPr>
        <p:spPr>
          <a:xfrm>
            <a:off x="161636" y="2971800"/>
            <a:ext cx="5743210" cy="1132764"/>
          </a:xfrm>
        </p:spPr>
        <p:txBody>
          <a:bodyPr/>
          <a:lstStyle/>
          <a:p>
            <a:r>
              <a:rPr lang="en-GB" dirty="0"/>
              <a:t>Thank you!!</a:t>
            </a:r>
          </a:p>
        </p:txBody>
      </p:sp>
    </p:spTree>
    <p:extLst>
      <p:ext uri="{BB962C8B-B14F-4D97-AF65-F5344CB8AC3E}">
        <p14:creationId xmlns:p14="http://schemas.microsoft.com/office/powerpoint/2010/main" val="405101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EAB038-5E85-C5A9-4A43-5B5BF0B40B03}"/>
              </a:ext>
            </a:extLst>
          </p:cNvPr>
          <p:cNvSpPr>
            <a:spLocks noGrp="1"/>
          </p:cNvSpPr>
          <p:nvPr>
            <p:ph type="sldNum" sz="quarter" idx="12"/>
          </p:nvPr>
        </p:nvSpPr>
        <p:spPr>
          <a:xfrm>
            <a:off x="479425" y="6339948"/>
            <a:ext cx="173038" cy="169200"/>
          </a:xfrm>
        </p:spPr>
        <p:txBody>
          <a:bodyPr/>
          <a:lstStyle/>
          <a:p>
            <a:fld id="{E4C2AD82-1025-4508-97C1-6F7EE5C92734}" type="slidenum">
              <a:rPr lang="en-AU" smtClean="0"/>
              <a:pPr/>
              <a:t>13</a:t>
            </a:fld>
            <a:endParaRPr lang="en-AU" dirty="0"/>
          </a:p>
        </p:txBody>
      </p:sp>
      <p:sp>
        <p:nvSpPr>
          <p:cNvPr id="5" name="Title 4">
            <a:extLst>
              <a:ext uri="{FF2B5EF4-FFF2-40B4-BE49-F238E27FC236}">
                <a16:creationId xmlns:a16="http://schemas.microsoft.com/office/drawing/2014/main" id="{07F07363-1738-CDB0-377D-9C7B704AB1FD}"/>
              </a:ext>
            </a:extLst>
          </p:cNvPr>
          <p:cNvSpPr>
            <a:spLocks noGrp="1"/>
          </p:cNvSpPr>
          <p:nvPr>
            <p:ph type="title"/>
          </p:nvPr>
        </p:nvSpPr>
        <p:spPr>
          <a:xfrm>
            <a:off x="479425" y="476250"/>
            <a:ext cx="11233150" cy="746695"/>
          </a:xfrm>
        </p:spPr>
        <p:txBody>
          <a:bodyPr/>
          <a:lstStyle/>
          <a:p>
            <a:r>
              <a:rPr lang="en-GB" noProof="0" dirty="0"/>
              <a:t>Disclaimer</a:t>
            </a:r>
          </a:p>
        </p:txBody>
      </p:sp>
      <p:sp>
        <p:nvSpPr>
          <p:cNvPr id="2" name="Content Placeholder 1">
            <a:extLst>
              <a:ext uri="{FF2B5EF4-FFF2-40B4-BE49-F238E27FC236}">
                <a16:creationId xmlns:a16="http://schemas.microsoft.com/office/drawing/2014/main" id="{5A35CDDA-C67E-1DD9-4F78-2888045B31C5}"/>
              </a:ext>
            </a:extLst>
          </p:cNvPr>
          <p:cNvSpPr>
            <a:spLocks noGrp="1"/>
          </p:cNvSpPr>
          <p:nvPr>
            <p:ph type="body" sz="quarter" idx="15"/>
          </p:nvPr>
        </p:nvSpPr>
        <p:spPr/>
        <p:txBody>
          <a:bodyPr/>
          <a:lstStyle/>
          <a:p>
            <a:pPr marL="0" indent="0">
              <a:buNone/>
            </a:pPr>
            <a:r>
              <a:rPr lang="en-GB" noProof="0" dirty="0"/>
              <a:t>This publication contains proprietary information that is protected by copyright. SoftwareOne reserves all rights thereto.</a:t>
            </a:r>
          </a:p>
          <a:p>
            <a:pPr marL="0" indent="0">
              <a:buNone/>
            </a:pPr>
            <a:r>
              <a:rPr lang="en-GB" noProof="0" dirty="0"/>
              <a:t>SoftwareOne shall not be liable for possible errors in this document. Liability for damages directly and indirectly associated with the supply or use of this document is excluded as far as legally permissible. </a:t>
            </a:r>
          </a:p>
          <a:p>
            <a:pPr marL="0" indent="0">
              <a:buNone/>
            </a:pPr>
            <a:r>
              <a:rPr lang="en-GB" noProof="0" dirty="0"/>
              <a:t>The information presented herein is intended exclusively as a guide offered by SoftwareOne. The publisher's product use rights, agreement terms and conditions and other definitions prevail over the information provided herein. The content must not be copied, reproduced, passed to third parties or used for any other purposes without written permission of SoftwareOne </a:t>
            </a:r>
          </a:p>
          <a:p>
            <a:pPr marL="0" indent="0">
              <a:buNone/>
            </a:pPr>
            <a:r>
              <a:rPr lang="en-GB" noProof="0" dirty="0"/>
              <a:t>Copyright© by SoftwareOne. All Rights Reserved. SoftwareOne is a registered trademark of SoftwareOne. All other trademarks, service marks or trade names appearing herein are the property of their respective owners.</a:t>
            </a:r>
          </a:p>
          <a:p>
            <a:pPr marL="0" indent="0">
              <a:buNone/>
            </a:pPr>
            <a:endParaRPr lang="en-GB" noProof="0" dirty="0"/>
          </a:p>
        </p:txBody>
      </p:sp>
    </p:spTree>
    <p:extLst>
      <p:ext uri="{BB962C8B-B14F-4D97-AF65-F5344CB8AC3E}">
        <p14:creationId xmlns:p14="http://schemas.microsoft.com/office/powerpoint/2010/main" val="1723168151"/>
      </p:ext>
    </p:extLst>
  </p:cSld>
  <p:clrMapOvr>
    <a:masterClrMapping/>
  </p:clrMapOvr>
</p:sld>
</file>

<file path=ppt/theme/theme1.xml><?xml version="1.0" encoding="utf-8"?>
<a:theme xmlns:a="http://schemas.openxmlformats.org/drawingml/2006/main" name="Office Theme">
  <a:themeElements>
    <a:clrScheme name="SoftwareOne Colours">
      <a:dk1>
        <a:sysClr val="windowText" lastClr="000000"/>
      </a:dk1>
      <a:lt1>
        <a:srgbClr val="FFFFFF"/>
      </a:lt1>
      <a:dk2>
        <a:srgbClr val="3E00FF"/>
      </a:dk2>
      <a:lt2>
        <a:srgbClr val="E7E6E6"/>
      </a:lt2>
      <a:accent1>
        <a:srgbClr val="3E00FF"/>
      </a:accent1>
      <a:accent2>
        <a:srgbClr val="00ECD4"/>
      </a:accent2>
      <a:accent3>
        <a:srgbClr val="E3EE14"/>
      </a:accent3>
      <a:accent4>
        <a:srgbClr val="00DEFF"/>
      </a:accent4>
      <a:accent5>
        <a:srgbClr val="81A5FF"/>
      </a:accent5>
      <a:accent6>
        <a:srgbClr val="B7A5FF"/>
      </a:accent6>
      <a:hlink>
        <a:srgbClr val="3E00FF"/>
      </a:hlink>
      <a:folHlink>
        <a:srgbClr val="00EFED"/>
      </a:folHlink>
    </a:clrScheme>
    <a:fontScheme name="Custom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Custom Color 1">
      <a:srgbClr val="1DF1A4"/>
    </a:custClr>
    <a:custClr name="Custom Color 2">
      <a:srgbClr val="E6F114"/>
    </a:custClr>
    <a:custClr name="Custom Color 3">
      <a:srgbClr val="1801B4"/>
    </a:custClr>
  </a:custClrLst>
  <a:extLst>
    <a:ext uri="{05A4C25C-085E-4340-85A3-A5531E510DB2}">
      <thm15:themeFamily xmlns:thm15="http://schemas.microsoft.com/office/thememl/2012/main" name="blank_new.potx" id="{F7F63840-C90C-40A8-A23E-1A02F376DCE9}" vid="{81E2C07C-0DF2-4A32-891C-727638A36F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1320080-544D-4B67-8922-B3E965B29985}">
  <we:reference id="wa104381063" version="1.0.0.1" store="en-001" storeType="OMEX"/>
  <we:alternateReferences>
    <we:reference id="WA104381063" version="1.0.0.1"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5282DAB-6A26-4B49-9D33-7F4BD1AB2E97}">
  <we:reference id="f12c312d-282a-4734-8843-05915fdfef0b" version="4.3.3.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d55b9b6-4664-4996-ac27-dc9bf6d17a02">
      <Terms xmlns="http://schemas.microsoft.com/office/infopath/2007/PartnerControls"/>
    </lcf76f155ced4ddcb4097134ff3c332f>
    <SharedWithUsers xmlns="deee350e-dba8-4651-8958-ac1762ac5791">
      <UserInfo>
        <DisplayName>Tannheimer, David</DisplayName>
        <AccountId>1437</AccountId>
        <AccountType/>
      </UserInfo>
      <UserInfo>
        <DisplayName>Frensel, Holger</DisplayName>
        <AccountId>11</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FFF864B0E6AF46A4D4B3B48A3BD0E8" ma:contentTypeVersion="15" ma:contentTypeDescription="Create a new document." ma:contentTypeScope="" ma:versionID="68728b3e0aebd0cd82221aeadab1fd10">
  <xsd:schema xmlns:xsd="http://www.w3.org/2001/XMLSchema" xmlns:xs="http://www.w3.org/2001/XMLSchema" xmlns:p="http://schemas.microsoft.com/office/2006/metadata/properties" xmlns:ns2="bd55b9b6-4664-4996-ac27-dc9bf6d17a02" xmlns:ns3="deee350e-dba8-4651-8958-ac1762ac5791" targetNamespace="http://schemas.microsoft.com/office/2006/metadata/properties" ma:root="true" ma:fieldsID="faca719fa6e825975674e110bbd9e230" ns2:_="" ns3:_="">
    <xsd:import namespace="bd55b9b6-4664-4996-ac27-dc9bf6d17a02"/>
    <xsd:import namespace="deee350e-dba8-4651-8958-ac1762ac579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lcf76f155ced4ddcb4097134ff3c332f"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55b9b6-4664-4996-ac27-dc9bf6d17a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7f68753-1e36-4716-ad1e-f6d5661a73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ee350e-dba8-4651-8958-ac1762ac579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5ADEFC-D0B9-4D22-8D93-093FA899A337}">
  <ds:schemaRefs>
    <ds:schemaRef ds:uri="b0cf496b-7cd7-4498-8ef1-dcff20b440b8"/>
    <ds:schemaRef ds:uri="http://schemas.microsoft.com/office/2006/documentManagement/types"/>
    <ds:schemaRef ds:uri="http://www.w3.org/XML/1998/namespace"/>
    <ds:schemaRef ds:uri="http://purl.org/dc/dcmitype/"/>
    <ds:schemaRef ds:uri="http://schemas.openxmlformats.org/package/2006/metadata/core-properties"/>
    <ds:schemaRef ds:uri="http://purl.org/dc/terms/"/>
    <ds:schemaRef ds:uri="http://purl.org/dc/elements/1.1/"/>
    <ds:schemaRef ds:uri="http://schemas.microsoft.com/office/infopath/2007/PartnerControls"/>
    <ds:schemaRef ds:uri="ae88299f-fa6d-4287-a79c-aeff339cb90e"/>
    <ds:schemaRef ds:uri="http://schemas.microsoft.com/office/2006/metadata/properties"/>
    <ds:schemaRef ds:uri="bd55b9b6-4664-4996-ac27-dc9bf6d17a02"/>
    <ds:schemaRef ds:uri="deee350e-dba8-4651-8958-ac1762ac5791"/>
  </ds:schemaRefs>
</ds:datastoreItem>
</file>

<file path=customXml/itemProps2.xml><?xml version="1.0" encoding="utf-8"?>
<ds:datastoreItem xmlns:ds="http://schemas.openxmlformats.org/officeDocument/2006/customXml" ds:itemID="{2F53D598-7348-4218-9179-2FCEF33C65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55b9b6-4664-4996-ac27-dc9bf6d17a02"/>
    <ds:schemaRef ds:uri="deee350e-dba8-4651-8958-ac1762ac57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82D002-4DA9-4D4A-B555-0824182E8D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5220</TotalTime>
  <Words>655</Words>
  <Application>Microsoft Office PowerPoint</Application>
  <PresentationFormat>Widescreen</PresentationFormat>
  <Paragraphs>126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Wingdings</vt:lpstr>
      <vt:lpstr>Office Theme</vt:lpstr>
      <vt:lpstr>AWS CloudFront Auto Invalidation using Code pipeline</vt:lpstr>
      <vt:lpstr>Agenda</vt:lpstr>
      <vt:lpstr>Project Overview </vt:lpstr>
      <vt:lpstr>Architecture Overview </vt:lpstr>
      <vt:lpstr> Workflow Steps</vt:lpstr>
      <vt:lpstr> Components</vt:lpstr>
      <vt:lpstr> Lambda Function Logic</vt:lpstr>
      <vt:lpstr>PowerPoint Presentation</vt:lpstr>
      <vt:lpstr>Deployment Steps</vt:lpstr>
      <vt:lpstr>PowerPoint Presentation</vt:lpstr>
      <vt:lpstr>Benefits &amp; Cost Considerations</vt:lpstr>
      <vt:lpstr>Thank you!!</vt:lpstr>
      <vt:lpstr>Disclaimer</vt:lpstr>
    </vt:vector>
  </TitlesOfParts>
  <Manager/>
  <Company>SoftwareONE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Deepakraja</dc:creator>
  <cp:keywords>2024_07_22</cp:keywords>
  <cp:lastModifiedBy>K, Deepakraja</cp:lastModifiedBy>
  <cp:revision>3</cp:revision>
  <dcterms:created xsi:type="dcterms:W3CDTF">2025-10-08T04:21:23Z</dcterms:created>
  <dcterms:modified xsi:type="dcterms:W3CDTF">2025-11-28T13:08:19Z</dcterms:modified>
  <cp:category>Internal Other</cp:category>
  <cp:version>20.24.07.22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ec2c33-b52c-4893-a071-e40c9397febd_Enabled">
    <vt:lpwstr>true</vt:lpwstr>
  </property>
  <property fmtid="{D5CDD505-2E9C-101B-9397-08002B2CF9AE}" pid="3" name="MSIP_Label_89ec2c33-b52c-4893-a071-e40c9397febd_SetDate">
    <vt:lpwstr>2022-09-30T02:09:17Z</vt:lpwstr>
  </property>
  <property fmtid="{D5CDD505-2E9C-101B-9397-08002B2CF9AE}" pid="4" name="MSIP_Label_89ec2c33-b52c-4893-a071-e40c9397febd_Method">
    <vt:lpwstr>Standard</vt:lpwstr>
  </property>
  <property fmtid="{D5CDD505-2E9C-101B-9397-08002B2CF9AE}" pid="5" name="MSIP_Label_89ec2c33-b52c-4893-a071-e40c9397febd_Name">
    <vt:lpwstr>defa4170-0d19-0005-0003-bc88714345d2</vt:lpwstr>
  </property>
  <property fmtid="{D5CDD505-2E9C-101B-9397-08002B2CF9AE}" pid="6" name="MSIP_Label_89ec2c33-b52c-4893-a071-e40c9397febd_SiteId">
    <vt:lpwstr>23b07f30-245e-487f-8cb8-5b313cdffa7d</vt:lpwstr>
  </property>
  <property fmtid="{D5CDD505-2E9C-101B-9397-08002B2CF9AE}" pid="7" name="MSIP_Label_89ec2c33-b52c-4893-a071-e40c9397febd_ActionId">
    <vt:lpwstr>82a1eeb5-5cf2-4abc-a74a-deb2bc0cfb22</vt:lpwstr>
  </property>
  <property fmtid="{D5CDD505-2E9C-101B-9397-08002B2CF9AE}" pid="8" name="MSIP_Label_89ec2c33-b52c-4893-a071-e40c9397febd_ContentBits">
    <vt:lpwstr>0</vt:lpwstr>
  </property>
  <property fmtid="{D5CDD505-2E9C-101B-9397-08002B2CF9AE}" pid="9" name="ContentTypeId">
    <vt:lpwstr>0x010100364A76906015D047A83C61F4036C33F1</vt:lpwstr>
  </property>
  <property fmtid="{D5CDD505-2E9C-101B-9397-08002B2CF9AE}" pid="10" name="MediaServiceImageTags">
    <vt:lpwstr/>
  </property>
  <property fmtid="{D5CDD505-2E9C-101B-9397-08002B2CF9AE}" pid="11" name="MSIP_Label_51836f2e-18c7-46f9-b803-761cf5a61360_Enabled">
    <vt:lpwstr>true</vt:lpwstr>
  </property>
  <property fmtid="{D5CDD505-2E9C-101B-9397-08002B2CF9AE}" pid="12" name="MSIP_Label_51836f2e-18c7-46f9-b803-761cf5a61360_SetDate">
    <vt:lpwstr>2025-10-09T12:23:41Z</vt:lpwstr>
  </property>
  <property fmtid="{D5CDD505-2E9C-101B-9397-08002B2CF9AE}" pid="13" name="MSIP_Label_51836f2e-18c7-46f9-b803-761cf5a61360_Method">
    <vt:lpwstr>Standard</vt:lpwstr>
  </property>
  <property fmtid="{D5CDD505-2E9C-101B-9397-08002B2CF9AE}" pid="14" name="MSIP_Label_51836f2e-18c7-46f9-b803-761cf5a61360_Name">
    <vt:lpwstr>Internal_Other</vt:lpwstr>
  </property>
  <property fmtid="{D5CDD505-2E9C-101B-9397-08002B2CF9AE}" pid="15" name="MSIP_Label_51836f2e-18c7-46f9-b803-761cf5a61360_SiteId">
    <vt:lpwstr>1dc9b339-fadb-432e-86df-423c38a0fcb8</vt:lpwstr>
  </property>
  <property fmtid="{D5CDD505-2E9C-101B-9397-08002B2CF9AE}" pid="16" name="MSIP_Label_51836f2e-18c7-46f9-b803-761cf5a61360_ActionId">
    <vt:lpwstr>2ec801ee-b697-4fa3-ab9a-69f9bb0450ca</vt:lpwstr>
  </property>
  <property fmtid="{D5CDD505-2E9C-101B-9397-08002B2CF9AE}" pid="17" name="MSIP_Label_51836f2e-18c7-46f9-b803-761cf5a61360_GeneratedBy">
    <vt:lpwstr>Cognni</vt:lpwstr>
  </property>
  <property fmtid="{D5CDD505-2E9C-101B-9397-08002B2CF9AE}" pid="18" name="MSIP_Label_51836f2e-18c7-46f9-b803-761cf5a61360_Category">
    <vt:lpwstr>Internal Other</vt:lpwstr>
  </property>
  <property fmtid="{D5CDD505-2E9C-101B-9397-08002B2CF9AE}" pid="19" name="MSIP_Label_51836f2e-18c7-46f9-b803-761cf5a61360_ContentBits">
    <vt:lpwstr>0</vt:lpwstr>
  </property>
  <property fmtid="{D5CDD505-2E9C-101B-9397-08002B2CF9AE}" pid="20" name="CognniClassificationMarked">
    <vt:lpwstr>1</vt:lpwstr>
  </property>
</Properties>
</file>